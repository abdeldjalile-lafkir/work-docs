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4"/>
  </p:notesMasterIdLst>
  <p:sldIdLst>
    <p:sldId id="273" r:id="rId3"/>
    <p:sldId id="291" r:id="rId4"/>
    <p:sldId id="258" r:id="rId5"/>
    <p:sldId id="480" r:id="rId6"/>
    <p:sldId id="481" r:id="rId7"/>
    <p:sldId id="420" r:id="rId8"/>
    <p:sldId id="482" r:id="rId9"/>
    <p:sldId id="419" r:id="rId10"/>
    <p:sldId id="447" r:id="rId11"/>
    <p:sldId id="292" r:id="rId12"/>
    <p:sldId id="483" r:id="rId13"/>
    <p:sldId id="555" r:id="rId14"/>
    <p:sldId id="293" r:id="rId15"/>
    <p:sldId id="421" r:id="rId16"/>
    <p:sldId id="468" r:id="rId17"/>
    <p:sldId id="423" r:id="rId18"/>
    <p:sldId id="469" r:id="rId19"/>
    <p:sldId id="424" r:id="rId20"/>
    <p:sldId id="470" r:id="rId21"/>
    <p:sldId id="403" r:id="rId22"/>
    <p:sldId id="486" r:id="rId23"/>
    <p:sldId id="488" r:id="rId24"/>
    <p:sldId id="489" r:id="rId25"/>
    <p:sldId id="491" r:id="rId26"/>
    <p:sldId id="492" r:id="rId27"/>
    <p:sldId id="394" r:id="rId28"/>
    <p:sldId id="449" r:id="rId29"/>
    <p:sldId id="450" r:id="rId30"/>
    <p:sldId id="493" r:id="rId31"/>
    <p:sldId id="395" r:id="rId32"/>
    <p:sldId id="427" r:id="rId33"/>
    <p:sldId id="428" r:id="rId34"/>
    <p:sldId id="451" r:id="rId35"/>
    <p:sldId id="455" r:id="rId36"/>
    <p:sldId id="453" r:id="rId37"/>
    <p:sldId id="551" r:id="rId38"/>
    <p:sldId id="552" r:id="rId39"/>
    <p:sldId id="553" r:id="rId40"/>
    <p:sldId id="429" r:id="rId41"/>
    <p:sldId id="454" r:id="rId42"/>
    <p:sldId id="452" r:id="rId43"/>
    <p:sldId id="554" r:id="rId44"/>
    <p:sldId id="430" r:id="rId45"/>
    <p:sldId id="397" r:id="rId46"/>
    <p:sldId id="456" r:id="rId47"/>
    <p:sldId id="400" r:id="rId48"/>
    <p:sldId id="431" r:id="rId49"/>
    <p:sldId id="457" r:id="rId50"/>
    <p:sldId id="432" r:id="rId51"/>
    <p:sldId id="435" r:id="rId52"/>
    <p:sldId id="458" r:id="rId53"/>
    <p:sldId id="497" r:id="rId54"/>
    <p:sldId id="408" r:id="rId55"/>
    <p:sldId id="459" r:id="rId56"/>
    <p:sldId id="505" r:id="rId57"/>
    <p:sldId id="460" r:id="rId58"/>
    <p:sldId id="436" r:id="rId59"/>
    <p:sldId id="499" r:id="rId60"/>
    <p:sldId id="501" r:id="rId61"/>
    <p:sldId id="506" r:id="rId62"/>
    <p:sldId id="502" r:id="rId63"/>
    <p:sldId id="461" r:id="rId64"/>
    <p:sldId id="437" r:id="rId65"/>
    <p:sldId id="545" r:id="rId66"/>
    <p:sldId id="546" r:id="rId67"/>
    <p:sldId id="544" r:id="rId68"/>
    <p:sldId id="543" r:id="rId69"/>
    <p:sldId id="472" r:id="rId70"/>
    <p:sldId id="508" r:id="rId71"/>
    <p:sldId id="509" r:id="rId72"/>
    <p:sldId id="438" r:id="rId73"/>
    <p:sldId id="471" r:id="rId74"/>
    <p:sldId id="474" r:id="rId75"/>
    <p:sldId id="475" r:id="rId76"/>
    <p:sldId id="441" r:id="rId77"/>
    <p:sldId id="463" r:id="rId78"/>
    <p:sldId id="442" r:id="rId79"/>
    <p:sldId id="517" r:id="rId80"/>
    <p:sldId id="516" r:id="rId81"/>
    <p:sldId id="518" r:id="rId82"/>
    <p:sldId id="464" r:id="rId83"/>
    <p:sldId id="520" r:id="rId84"/>
    <p:sldId id="521" r:id="rId85"/>
    <p:sldId id="522" r:id="rId86"/>
    <p:sldId id="524" r:id="rId87"/>
    <p:sldId id="519" r:id="rId88"/>
    <p:sldId id="523" r:id="rId89"/>
    <p:sldId id="511" r:id="rId90"/>
    <p:sldId id="510" r:id="rId91"/>
    <p:sldId id="443" r:id="rId92"/>
    <p:sldId id="476" r:id="rId93"/>
    <p:sldId id="477" r:id="rId94"/>
    <p:sldId id="478" r:id="rId95"/>
    <p:sldId id="444" r:id="rId96"/>
    <p:sldId id="465" r:id="rId97"/>
    <p:sldId id="466" r:id="rId98"/>
    <p:sldId id="515" r:id="rId99"/>
    <p:sldId id="514" r:id="rId100"/>
    <p:sldId id="513" r:id="rId101"/>
    <p:sldId id="525" r:id="rId102"/>
    <p:sldId id="527" r:id="rId103"/>
    <p:sldId id="528" r:id="rId104"/>
    <p:sldId id="529" r:id="rId105"/>
    <p:sldId id="526" r:id="rId106"/>
    <p:sldId id="530" r:id="rId107"/>
    <p:sldId id="534" r:id="rId108"/>
    <p:sldId id="531" r:id="rId109"/>
    <p:sldId id="549" r:id="rId110"/>
    <p:sldId id="548" r:id="rId111"/>
    <p:sldId id="550" r:id="rId112"/>
    <p:sldId id="413" r:id="rId113"/>
    <p:sldId id="536" r:id="rId114"/>
    <p:sldId id="538" r:id="rId115"/>
    <p:sldId id="539" r:id="rId116"/>
    <p:sldId id="540" r:id="rId117"/>
    <p:sldId id="541" r:id="rId118"/>
    <p:sldId id="542" r:id="rId119"/>
    <p:sldId id="392" r:id="rId120"/>
    <p:sldId id="338" r:id="rId121"/>
    <p:sldId id="535" r:id="rId122"/>
    <p:sldId id="446" r:id="rId1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84" autoAdjust="0"/>
    <p:restoredTop sz="94434" autoAdjust="0"/>
  </p:normalViewPr>
  <p:slideViewPr>
    <p:cSldViewPr>
      <p:cViewPr varScale="1">
        <p:scale>
          <a:sx n="71" d="100"/>
          <a:sy n="71" d="100"/>
        </p:scale>
        <p:origin x="468" y="60"/>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tableStyles" Target="tableStyle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notesMaster" Target="notesMasters/notesMaster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7707165-6FA1-4F51-AE2F-3E34D4EE60DB}" type="datetimeFigureOut">
              <a:rPr lang="fr-FR" smtClean="0"/>
              <a:pPr/>
              <a:t>11/10/2024</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2BD788-2CE9-4B58-A72D-7A842BE88AE5}" type="slidenum">
              <a:rPr lang="fr-FR" smtClean="0"/>
              <a:pPr/>
              <a:t>‹N°›</a:t>
            </a:fld>
            <a:endParaRPr lang="fr-FR"/>
          </a:p>
        </p:txBody>
      </p:sp>
    </p:spTree>
    <p:extLst>
      <p:ext uri="{BB962C8B-B14F-4D97-AF65-F5344CB8AC3E}">
        <p14:creationId xmlns:p14="http://schemas.microsoft.com/office/powerpoint/2010/main" val="1122437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Espace réservé de l'image des diapositives 1"/>
          <p:cNvSpPr>
            <a:spLocks noGrp="1" noRot="1" noChangeAspect="1" noTextEdit="1"/>
          </p:cNvSpPr>
          <p:nvPr>
            <p:ph type="sldImg"/>
          </p:nvPr>
        </p:nvSpPr>
        <p:spPr>
          <a:xfrm>
            <a:off x="381000" y="685800"/>
            <a:ext cx="6096000" cy="3429000"/>
          </a:xfrm>
        </p:spPr>
      </p:sp>
      <p:sp>
        <p:nvSpPr>
          <p:cNvPr id="16387" name="Espace réservé des commentaires 2"/>
          <p:cNvSpPr>
            <a:spLocks noGrp="1"/>
          </p:cNvSpPr>
          <p:nvPr>
            <p:ph type="body" idx="1"/>
          </p:nvPr>
        </p:nvSpPr>
        <p:spPr>
          <a:noFill/>
          <a:ln/>
        </p:spPr>
        <p:txBody>
          <a:bodyPr/>
          <a:lstStyle/>
          <a:p>
            <a:endParaRPr lang="fr-FR" dirty="0" smtClean="0"/>
          </a:p>
        </p:txBody>
      </p:sp>
    </p:spTree>
    <p:extLst>
      <p:ext uri="{BB962C8B-B14F-4D97-AF65-F5344CB8AC3E}">
        <p14:creationId xmlns:p14="http://schemas.microsoft.com/office/powerpoint/2010/main" val="770852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512BD788-2CE9-4B58-A72D-7A842BE88AE5}" type="slidenum">
              <a:rPr lang="fr-FR" smtClean="0"/>
              <a:pPr/>
              <a:t>2</a:t>
            </a:fld>
            <a:endParaRPr lang="fr-FR"/>
          </a:p>
        </p:txBody>
      </p:sp>
    </p:spTree>
    <p:extLst>
      <p:ext uri="{BB962C8B-B14F-4D97-AF65-F5344CB8AC3E}">
        <p14:creationId xmlns:p14="http://schemas.microsoft.com/office/powerpoint/2010/main" val="3858038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512BD788-2CE9-4B58-A72D-7A842BE88AE5}" type="slidenum">
              <a:rPr lang="fr-FR" smtClean="0"/>
              <a:pPr/>
              <a:t>10</a:t>
            </a:fld>
            <a:endParaRPr lang="fr-FR" dirty="0"/>
          </a:p>
        </p:txBody>
      </p:sp>
    </p:spTree>
    <p:extLst>
      <p:ext uri="{BB962C8B-B14F-4D97-AF65-F5344CB8AC3E}">
        <p14:creationId xmlns:p14="http://schemas.microsoft.com/office/powerpoint/2010/main" val="3765551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512BD788-2CE9-4B58-A72D-7A842BE88AE5}" type="slidenum">
              <a:rPr lang="fr-FR" smtClean="0"/>
              <a:pPr/>
              <a:t>11</a:t>
            </a:fld>
            <a:endParaRPr lang="fr-FR" dirty="0"/>
          </a:p>
        </p:txBody>
      </p:sp>
    </p:spTree>
    <p:extLst>
      <p:ext uri="{BB962C8B-B14F-4D97-AF65-F5344CB8AC3E}">
        <p14:creationId xmlns:p14="http://schemas.microsoft.com/office/powerpoint/2010/main" val="1432327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512BD788-2CE9-4B58-A72D-7A842BE88AE5}" type="slidenum">
              <a:rPr lang="fr-FR" smtClean="0"/>
              <a:pPr/>
              <a:t>12</a:t>
            </a:fld>
            <a:endParaRPr lang="fr-FR" dirty="0"/>
          </a:p>
        </p:txBody>
      </p:sp>
    </p:spTree>
    <p:extLst>
      <p:ext uri="{BB962C8B-B14F-4D97-AF65-F5344CB8AC3E}">
        <p14:creationId xmlns:p14="http://schemas.microsoft.com/office/powerpoint/2010/main" val="3291168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Espace réservé de l'image des diapositives 1"/>
          <p:cNvSpPr>
            <a:spLocks noGrp="1" noRot="1" noChangeAspect="1" noTextEdit="1"/>
          </p:cNvSpPr>
          <p:nvPr>
            <p:ph type="sldImg"/>
          </p:nvPr>
        </p:nvSpPr>
        <p:spPr>
          <a:xfrm>
            <a:off x="381000" y="685800"/>
            <a:ext cx="6096000" cy="3429000"/>
          </a:xfrm>
        </p:spPr>
      </p:sp>
      <p:sp>
        <p:nvSpPr>
          <p:cNvPr id="16387" name="Espace réservé des commentaires 2"/>
          <p:cNvSpPr>
            <a:spLocks noGrp="1"/>
          </p:cNvSpPr>
          <p:nvPr>
            <p:ph type="body" idx="1"/>
          </p:nvPr>
        </p:nvSpPr>
        <p:spPr>
          <a:noFill/>
          <a:ln/>
        </p:spPr>
        <p:txBody>
          <a:bodyPr/>
          <a:lstStyle/>
          <a:p>
            <a:endParaRPr lang="fr-FR" smtClean="0"/>
          </a:p>
        </p:txBody>
      </p:sp>
    </p:spTree>
    <p:extLst>
      <p:ext uri="{BB962C8B-B14F-4D97-AF65-F5344CB8AC3E}">
        <p14:creationId xmlns:p14="http://schemas.microsoft.com/office/powerpoint/2010/main" val="784152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8"/>
            <a:ext cx="10363200" cy="1470025"/>
          </a:xfrm>
        </p:spPr>
        <p:txBody>
          <a:bodyPr/>
          <a:lstStyle/>
          <a:p>
            <a:r>
              <a:rPr lang="fr-FR" smtClean="0"/>
              <a:t>Cliquez pour modifier le style du titre</a:t>
            </a:r>
            <a:endParaRPr lang="fr-BE"/>
          </a:p>
        </p:txBody>
      </p:sp>
      <p:sp>
        <p:nvSpPr>
          <p:cNvPr id="3" name="Sous-titr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BE"/>
          </a:p>
        </p:txBody>
      </p:sp>
      <p:sp>
        <p:nvSpPr>
          <p:cNvPr id="4" name="Espace réservé de la date 3"/>
          <p:cNvSpPr>
            <a:spLocks noGrp="1"/>
          </p:cNvSpPr>
          <p:nvPr>
            <p:ph type="dt" sz="half" idx="10"/>
          </p:nvPr>
        </p:nvSpPr>
        <p:spPr/>
        <p:txBody>
          <a:bodyPr/>
          <a:lstStyle/>
          <a:p>
            <a:fld id="{A1E1799A-AD1E-4EC4-BAE9-72E49FCD3627}" type="datetime1">
              <a:rPr lang="fr-FR" smtClean="0"/>
              <a:t>11/10/2024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BC101B79-79D6-441E-BF1E-BF238058A2BE}" type="datetime1">
              <a:rPr lang="fr-FR" smtClean="0"/>
              <a:t>11/10/2024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3"/>
            <a:ext cx="10363200" cy="1362075"/>
          </a:xfrm>
        </p:spPr>
        <p:txBody>
          <a:bodyPr anchor="t"/>
          <a:lstStyle>
            <a:lvl1pPr algn="l">
              <a:defRPr sz="4000" b="1" cap="all"/>
            </a:lvl1pPr>
          </a:lstStyle>
          <a:p>
            <a:r>
              <a:rPr lang="fr-FR" smtClean="0"/>
              <a:t>Cliquez pour modifier le style du titre</a:t>
            </a:r>
            <a:endParaRPr lang="fr-BE"/>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D6F01902-2934-498C-B9CD-ABFFBDC132D2}" type="datetime1">
              <a:rPr lang="fr-FR" smtClean="0"/>
              <a:t>11/10/2024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contenu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e la date 4"/>
          <p:cNvSpPr>
            <a:spLocks noGrp="1"/>
          </p:cNvSpPr>
          <p:nvPr>
            <p:ph type="dt" sz="half" idx="10"/>
          </p:nvPr>
        </p:nvSpPr>
        <p:spPr/>
        <p:txBody>
          <a:bodyPr/>
          <a:lstStyle/>
          <a:p>
            <a:fld id="{FE76BA51-70A3-4108-A886-33F689CBCDCE}" type="datetime1">
              <a:rPr lang="fr-FR" smtClean="0"/>
              <a:t>11/10/2024</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BE"/>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u texte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7" name="Espace réservé de la date 6"/>
          <p:cNvSpPr>
            <a:spLocks noGrp="1"/>
          </p:cNvSpPr>
          <p:nvPr>
            <p:ph type="dt" sz="half" idx="10"/>
          </p:nvPr>
        </p:nvSpPr>
        <p:spPr/>
        <p:txBody>
          <a:bodyPr/>
          <a:lstStyle/>
          <a:p>
            <a:fld id="{E4F6FC74-5BB7-4110-9531-403E0DC6FCC3}" type="datetime1">
              <a:rPr lang="fr-FR" smtClean="0"/>
              <a:t>11/10/2024</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e la date 2"/>
          <p:cNvSpPr>
            <a:spLocks noGrp="1"/>
          </p:cNvSpPr>
          <p:nvPr>
            <p:ph type="dt" sz="half" idx="10"/>
          </p:nvPr>
        </p:nvSpPr>
        <p:spPr/>
        <p:txBody>
          <a:bodyPr/>
          <a:lstStyle/>
          <a:p>
            <a:fld id="{36585D57-B0FA-4850-A7A9-46BC746BF18D}" type="datetime1">
              <a:rPr lang="fr-FR" smtClean="0"/>
              <a:t>11/10/2024</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253EED2-DA68-42E6-BB32-4BDF58561745}" type="datetime1">
              <a:rPr lang="fr-FR" smtClean="0"/>
              <a:t>11/10/2024</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2" y="273050"/>
            <a:ext cx="4011084" cy="1162050"/>
          </a:xfrm>
        </p:spPr>
        <p:txBody>
          <a:bodyPr anchor="b"/>
          <a:lstStyle>
            <a:lvl1pPr algn="l">
              <a:defRPr sz="2000" b="1"/>
            </a:lvl1pPr>
          </a:lstStyle>
          <a:p>
            <a:r>
              <a:rPr lang="fr-FR" smtClean="0"/>
              <a:t>Cliquez pour modifier le style du titre</a:t>
            </a:r>
            <a:endParaRPr lang="fr-BE"/>
          </a:p>
        </p:txBody>
      </p:sp>
      <p:sp>
        <p:nvSpPr>
          <p:cNvPr id="3" name="Espace réservé du contenu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texte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20EE66D5-8CED-4255-B840-C3038CA10D44}" type="datetime1">
              <a:rPr lang="fr-FR" smtClean="0"/>
              <a:t>11/10/2024</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nchor="b"/>
          <a:lstStyle>
            <a:lvl1pPr algn="l">
              <a:defRPr sz="2000" b="1"/>
            </a:lvl1pPr>
          </a:lstStyle>
          <a:p>
            <a:r>
              <a:rPr lang="fr-FR" smtClean="0"/>
              <a:t>Cliquez pour modifier le style du titre</a:t>
            </a:r>
            <a:endParaRPr lang="fr-BE"/>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4F8A74B6-0C57-4CBC-8085-4FAD680CE4E3}" type="datetime1">
              <a:rPr lang="fr-FR" smtClean="0"/>
              <a:t>11/10/2024</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C9A783B9-A837-41A0-BB3E-10BAC9E24798}" type="datetime1">
              <a:rPr lang="fr-FR" smtClean="0"/>
              <a:t>11/10/2024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839200" y="274641"/>
            <a:ext cx="2743200" cy="5851525"/>
          </a:xfrm>
        </p:spPr>
        <p:txBody>
          <a:bodyPr vert="eaVert"/>
          <a:lstStyle/>
          <a:p>
            <a:r>
              <a:rPr lang="fr-FR" smtClean="0"/>
              <a:t>Cliquez pour modifier le style du titre</a:t>
            </a:r>
            <a:endParaRPr lang="fr-BE"/>
          </a:p>
        </p:txBody>
      </p:sp>
      <p:sp>
        <p:nvSpPr>
          <p:cNvPr id="3" name="Espace réservé du texte vertical 2"/>
          <p:cNvSpPr>
            <a:spLocks noGrp="1"/>
          </p:cNvSpPr>
          <p:nvPr>
            <p:ph type="body" orient="vert" idx="1"/>
          </p:nvPr>
        </p:nvSpPr>
        <p:spPr>
          <a:xfrm>
            <a:off x="609600" y="274641"/>
            <a:ext cx="80264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3EA4622B-0FD0-4642-A755-FF44A3648A33}" type="datetime1">
              <a:rPr lang="fr-FR" smtClean="0"/>
              <a:t>11/10/2024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8"/>
            <a:ext cx="103632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smtClean="0"/>
              <a:t>Cliquez pour modifier le style des sous-titres du masque</a:t>
            </a:r>
            <a:endParaRPr lang="fr-FR"/>
          </a:p>
        </p:txBody>
      </p:sp>
      <p:sp>
        <p:nvSpPr>
          <p:cNvPr id="4" name="Rectangle 3"/>
          <p:cNvSpPr>
            <a:spLocks noGrp="1" noChangeArrowheads="1"/>
          </p:cNvSpPr>
          <p:nvPr>
            <p:ph type="dt" idx="10"/>
          </p:nvPr>
        </p:nvSpPr>
        <p:spPr>
          <a:ln/>
        </p:spPr>
        <p:txBody>
          <a:bodyPr/>
          <a:lstStyle>
            <a:lvl1pPr>
              <a:defRPr/>
            </a:lvl1pPr>
          </a:lstStyle>
          <a:p>
            <a:pPr>
              <a:defRPr/>
            </a:pPr>
            <a:fld id="{20145A6B-277E-4029-9E0B-0271FFE59EB6}" type="datetime1">
              <a:rPr lang="fr-FR" smtClean="0"/>
              <a:t>11/10/2024</a:t>
            </a:fld>
            <a:endParaRPr lang="fr-FR"/>
          </a:p>
        </p:txBody>
      </p:sp>
      <p:sp>
        <p:nvSpPr>
          <p:cNvPr id="5" name="Rectangle 4"/>
          <p:cNvSpPr>
            <a:spLocks noGrp="1" noChangeArrowheads="1"/>
          </p:cNvSpPr>
          <p:nvPr>
            <p:ph type="ftr" idx="11"/>
          </p:nvPr>
        </p:nvSpPr>
        <p:spPr>
          <a:ln/>
        </p:spPr>
        <p:txBody>
          <a:bodyPr/>
          <a:lstStyle>
            <a:lvl1pPr>
              <a:defRPr/>
            </a:lvl1pPr>
          </a:lstStyle>
          <a:p>
            <a:pPr>
              <a:defRPr/>
            </a:pPr>
            <a:endParaRPr lang="fr-FR"/>
          </a:p>
        </p:txBody>
      </p:sp>
      <p:sp>
        <p:nvSpPr>
          <p:cNvPr id="6" name="Rectangle 5"/>
          <p:cNvSpPr>
            <a:spLocks noGrp="1" noChangeArrowheads="1"/>
          </p:cNvSpPr>
          <p:nvPr>
            <p:ph type="sldNum" idx="12"/>
          </p:nvPr>
        </p:nvSpPr>
        <p:spPr>
          <a:ln/>
        </p:spPr>
        <p:txBody>
          <a:bodyPr/>
          <a:lstStyle>
            <a:lvl1pPr>
              <a:defRPr/>
            </a:lvl1pPr>
          </a:lstStyle>
          <a:p>
            <a:pPr>
              <a:defRPr/>
            </a:pPr>
            <a:fld id="{1827F164-2AFA-4878-B6DC-B21DA4863045}" type="slidenum">
              <a:rPr lang="fr-FR"/>
              <a:pPr>
                <a:defRPr/>
              </a:pPr>
              <a:t>‹N°›</a:t>
            </a:fld>
            <a:endParaRPr lang="fr-FR"/>
          </a:p>
        </p:txBody>
      </p:sp>
    </p:spTree>
    <p:extLst>
      <p:ext uri="{BB962C8B-B14F-4D97-AF65-F5344CB8AC3E}">
        <p14:creationId xmlns:p14="http://schemas.microsoft.com/office/powerpoint/2010/main" val="28030324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3"/>
          <p:cNvSpPr>
            <a:spLocks noGrp="1" noChangeArrowheads="1"/>
          </p:cNvSpPr>
          <p:nvPr>
            <p:ph type="dt" idx="10"/>
          </p:nvPr>
        </p:nvSpPr>
        <p:spPr>
          <a:ln/>
        </p:spPr>
        <p:txBody>
          <a:bodyPr/>
          <a:lstStyle>
            <a:lvl1pPr>
              <a:defRPr/>
            </a:lvl1pPr>
          </a:lstStyle>
          <a:p>
            <a:pPr>
              <a:defRPr/>
            </a:pPr>
            <a:fld id="{75EEAD95-047D-434C-94E6-21EBF421E084}" type="datetime1">
              <a:rPr lang="fr-FR" smtClean="0"/>
              <a:t>11/10/2024</a:t>
            </a:fld>
            <a:endParaRPr lang="fr-FR"/>
          </a:p>
        </p:txBody>
      </p:sp>
      <p:sp>
        <p:nvSpPr>
          <p:cNvPr id="5" name="Rectangle 4"/>
          <p:cNvSpPr>
            <a:spLocks noGrp="1" noChangeArrowheads="1"/>
          </p:cNvSpPr>
          <p:nvPr>
            <p:ph type="ftr" idx="11"/>
          </p:nvPr>
        </p:nvSpPr>
        <p:spPr>
          <a:ln/>
        </p:spPr>
        <p:txBody>
          <a:bodyPr/>
          <a:lstStyle>
            <a:lvl1pPr>
              <a:defRPr/>
            </a:lvl1pPr>
          </a:lstStyle>
          <a:p>
            <a:pPr>
              <a:defRPr/>
            </a:pPr>
            <a:endParaRPr lang="fr-FR"/>
          </a:p>
        </p:txBody>
      </p:sp>
      <p:sp>
        <p:nvSpPr>
          <p:cNvPr id="6" name="Rectangle 5"/>
          <p:cNvSpPr>
            <a:spLocks noGrp="1" noChangeArrowheads="1"/>
          </p:cNvSpPr>
          <p:nvPr>
            <p:ph type="sldNum" idx="12"/>
          </p:nvPr>
        </p:nvSpPr>
        <p:spPr>
          <a:ln/>
        </p:spPr>
        <p:txBody>
          <a:bodyPr/>
          <a:lstStyle>
            <a:lvl1pPr>
              <a:defRPr/>
            </a:lvl1pPr>
          </a:lstStyle>
          <a:p>
            <a:pPr>
              <a:defRPr/>
            </a:pPr>
            <a:fld id="{E617CCD0-4F98-4392-B995-B19C0157D768}" type="slidenum">
              <a:rPr lang="fr-FR"/>
              <a:pPr>
                <a:defRPr/>
              </a:pPr>
              <a:t>‹N°›</a:t>
            </a:fld>
            <a:endParaRPr lang="fr-FR"/>
          </a:p>
        </p:txBody>
      </p:sp>
    </p:spTree>
    <p:extLst>
      <p:ext uri="{BB962C8B-B14F-4D97-AF65-F5344CB8AC3E}">
        <p14:creationId xmlns:p14="http://schemas.microsoft.com/office/powerpoint/2010/main" val="335793517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3"/>
            <a:ext cx="103632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Cliquez pour modifier les styles du texte du masque</a:t>
            </a:r>
          </a:p>
        </p:txBody>
      </p:sp>
      <p:sp>
        <p:nvSpPr>
          <p:cNvPr id="4" name="Rectangle 3"/>
          <p:cNvSpPr>
            <a:spLocks noGrp="1" noChangeArrowheads="1"/>
          </p:cNvSpPr>
          <p:nvPr>
            <p:ph type="dt" idx="10"/>
          </p:nvPr>
        </p:nvSpPr>
        <p:spPr>
          <a:ln/>
        </p:spPr>
        <p:txBody>
          <a:bodyPr/>
          <a:lstStyle>
            <a:lvl1pPr>
              <a:defRPr/>
            </a:lvl1pPr>
          </a:lstStyle>
          <a:p>
            <a:pPr>
              <a:defRPr/>
            </a:pPr>
            <a:fld id="{F8B0E85B-6058-4423-8F7A-4FBB18FA07C1}" type="datetime1">
              <a:rPr lang="fr-FR" smtClean="0"/>
              <a:t>11/10/2024</a:t>
            </a:fld>
            <a:endParaRPr lang="fr-FR"/>
          </a:p>
        </p:txBody>
      </p:sp>
      <p:sp>
        <p:nvSpPr>
          <p:cNvPr id="5" name="Rectangle 4"/>
          <p:cNvSpPr>
            <a:spLocks noGrp="1" noChangeArrowheads="1"/>
          </p:cNvSpPr>
          <p:nvPr>
            <p:ph type="ftr" idx="11"/>
          </p:nvPr>
        </p:nvSpPr>
        <p:spPr>
          <a:ln/>
        </p:spPr>
        <p:txBody>
          <a:bodyPr/>
          <a:lstStyle>
            <a:lvl1pPr>
              <a:defRPr/>
            </a:lvl1pPr>
          </a:lstStyle>
          <a:p>
            <a:pPr>
              <a:defRPr/>
            </a:pPr>
            <a:endParaRPr lang="fr-FR"/>
          </a:p>
        </p:txBody>
      </p:sp>
      <p:sp>
        <p:nvSpPr>
          <p:cNvPr id="6" name="Rectangle 5"/>
          <p:cNvSpPr>
            <a:spLocks noGrp="1" noChangeArrowheads="1"/>
          </p:cNvSpPr>
          <p:nvPr>
            <p:ph type="sldNum" idx="12"/>
          </p:nvPr>
        </p:nvSpPr>
        <p:spPr>
          <a:ln/>
        </p:spPr>
        <p:txBody>
          <a:bodyPr/>
          <a:lstStyle>
            <a:lvl1pPr>
              <a:defRPr/>
            </a:lvl1pPr>
          </a:lstStyle>
          <a:p>
            <a:pPr>
              <a:defRPr/>
            </a:pPr>
            <a:fld id="{8247F796-EFDC-4369-84AD-973929CACFD5}" type="slidenum">
              <a:rPr lang="fr-FR"/>
              <a:pPr>
                <a:defRPr/>
              </a:pPr>
              <a:t>‹N°›</a:t>
            </a:fld>
            <a:endParaRPr lang="fr-FR"/>
          </a:p>
        </p:txBody>
      </p:sp>
    </p:spTree>
    <p:extLst>
      <p:ext uri="{BB962C8B-B14F-4D97-AF65-F5344CB8AC3E}">
        <p14:creationId xmlns:p14="http://schemas.microsoft.com/office/powerpoint/2010/main" val="28741538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914402" y="1981201"/>
            <a:ext cx="5077884" cy="4113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95484" y="1981201"/>
            <a:ext cx="5080000" cy="4113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3"/>
          <p:cNvSpPr>
            <a:spLocks noGrp="1" noChangeArrowheads="1"/>
          </p:cNvSpPr>
          <p:nvPr>
            <p:ph type="dt" idx="10"/>
          </p:nvPr>
        </p:nvSpPr>
        <p:spPr>
          <a:ln/>
        </p:spPr>
        <p:txBody>
          <a:bodyPr/>
          <a:lstStyle>
            <a:lvl1pPr>
              <a:defRPr/>
            </a:lvl1pPr>
          </a:lstStyle>
          <a:p>
            <a:pPr>
              <a:defRPr/>
            </a:pPr>
            <a:fld id="{76BA6324-8179-42BA-9313-AB3649298C41}" type="datetime1">
              <a:rPr lang="fr-FR" smtClean="0"/>
              <a:t>11/10/2024</a:t>
            </a:fld>
            <a:endParaRPr lang="fr-FR"/>
          </a:p>
        </p:txBody>
      </p:sp>
      <p:sp>
        <p:nvSpPr>
          <p:cNvPr id="6" name="Rectangle 4"/>
          <p:cNvSpPr>
            <a:spLocks noGrp="1" noChangeArrowheads="1"/>
          </p:cNvSpPr>
          <p:nvPr>
            <p:ph type="ftr" idx="11"/>
          </p:nvPr>
        </p:nvSpPr>
        <p:spPr>
          <a:ln/>
        </p:spPr>
        <p:txBody>
          <a:bodyPr/>
          <a:lstStyle>
            <a:lvl1pPr>
              <a:defRPr/>
            </a:lvl1pPr>
          </a:lstStyle>
          <a:p>
            <a:pPr>
              <a:defRPr/>
            </a:pPr>
            <a:endParaRPr lang="fr-FR"/>
          </a:p>
        </p:txBody>
      </p:sp>
      <p:sp>
        <p:nvSpPr>
          <p:cNvPr id="7" name="Rectangle 5"/>
          <p:cNvSpPr>
            <a:spLocks noGrp="1" noChangeArrowheads="1"/>
          </p:cNvSpPr>
          <p:nvPr>
            <p:ph type="sldNum" idx="12"/>
          </p:nvPr>
        </p:nvSpPr>
        <p:spPr>
          <a:ln/>
        </p:spPr>
        <p:txBody>
          <a:bodyPr/>
          <a:lstStyle>
            <a:lvl1pPr>
              <a:defRPr/>
            </a:lvl1pPr>
          </a:lstStyle>
          <a:p>
            <a:pPr>
              <a:defRPr/>
            </a:pPr>
            <a:fld id="{0CCA6A9D-AE4D-4B9F-82A2-A8A1879CF1FD}" type="slidenum">
              <a:rPr lang="fr-FR"/>
              <a:pPr>
                <a:defRPr/>
              </a:pPr>
              <a:t>‹N°›</a:t>
            </a:fld>
            <a:endParaRPr lang="fr-FR"/>
          </a:p>
        </p:txBody>
      </p:sp>
    </p:spTree>
    <p:extLst>
      <p:ext uri="{BB962C8B-B14F-4D97-AF65-F5344CB8AC3E}">
        <p14:creationId xmlns:p14="http://schemas.microsoft.com/office/powerpoint/2010/main" val="191507627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972800" cy="1143000"/>
          </a:xfrm>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Rectangle 3"/>
          <p:cNvSpPr>
            <a:spLocks noGrp="1" noChangeArrowheads="1"/>
          </p:cNvSpPr>
          <p:nvPr>
            <p:ph type="dt" idx="10"/>
          </p:nvPr>
        </p:nvSpPr>
        <p:spPr>
          <a:ln/>
        </p:spPr>
        <p:txBody>
          <a:bodyPr/>
          <a:lstStyle>
            <a:lvl1pPr>
              <a:defRPr/>
            </a:lvl1pPr>
          </a:lstStyle>
          <a:p>
            <a:pPr>
              <a:defRPr/>
            </a:pPr>
            <a:fld id="{1B149203-36D1-40BE-98DA-9DA8422BCD53}" type="datetime1">
              <a:rPr lang="fr-FR" smtClean="0"/>
              <a:t>11/10/2024</a:t>
            </a:fld>
            <a:endParaRPr lang="fr-FR"/>
          </a:p>
        </p:txBody>
      </p:sp>
      <p:sp>
        <p:nvSpPr>
          <p:cNvPr id="8" name="Rectangle 4"/>
          <p:cNvSpPr>
            <a:spLocks noGrp="1" noChangeArrowheads="1"/>
          </p:cNvSpPr>
          <p:nvPr>
            <p:ph type="ftr" idx="11"/>
          </p:nvPr>
        </p:nvSpPr>
        <p:spPr>
          <a:ln/>
        </p:spPr>
        <p:txBody>
          <a:bodyPr/>
          <a:lstStyle>
            <a:lvl1pPr>
              <a:defRPr/>
            </a:lvl1pPr>
          </a:lstStyle>
          <a:p>
            <a:pPr>
              <a:defRPr/>
            </a:pPr>
            <a:endParaRPr lang="fr-FR"/>
          </a:p>
        </p:txBody>
      </p:sp>
      <p:sp>
        <p:nvSpPr>
          <p:cNvPr id="9" name="Rectangle 5"/>
          <p:cNvSpPr>
            <a:spLocks noGrp="1" noChangeArrowheads="1"/>
          </p:cNvSpPr>
          <p:nvPr>
            <p:ph type="sldNum" idx="12"/>
          </p:nvPr>
        </p:nvSpPr>
        <p:spPr>
          <a:ln/>
        </p:spPr>
        <p:txBody>
          <a:bodyPr/>
          <a:lstStyle>
            <a:lvl1pPr>
              <a:defRPr/>
            </a:lvl1pPr>
          </a:lstStyle>
          <a:p>
            <a:pPr>
              <a:defRPr/>
            </a:pPr>
            <a:fld id="{4F6DD686-4B0E-404B-9A8C-39B7649B33F2}" type="slidenum">
              <a:rPr lang="fr-FR"/>
              <a:pPr>
                <a:defRPr/>
              </a:pPr>
              <a:t>‹N°›</a:t>
            </a:fld>
            <a:endParaRPr lang="fr-FR"/>
          </a:p>
        </p:txBody>
      </p:sp>
    </p:spTree>
    <p:extLst>
      <p:ext uri="{BB962C8B-B14F-4D97-AF65-F5344CB8AC3E}">
        <p14:creationId xmlns:p14="http://schemas.microsoft.com/office/powerpoint/2010/main" val="227098129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Rectangle 3"/>
          <p:cNvSpPr>
            <a:spLocks noGrp="1" noChangeArrowheads="1"/>
          </p:cNvSpPr>
          <p:nvPr>
            <p:ph type="dt" idx="10"/>
          </p:nvPr>
        </p:nvSpPr>
        <p:spPr>
          <a:ln/>
        </p:spPr>
        <p:txBody>
          <a:bodyPr/>
          <a:lstStyle>
            <a:lvl1pPr>
              <a:defRPr/>
            </a:lvl1pPr>
          </a:lstStyle>
          <a:p>
            <a:pPr>
              <a:defRPr/>
            </a:pPr>
            <a:fld id="{54F477A3-8FE0-4B7E-A69A-AF8A31224535}" type="datetime1">
              <a:rPr lang="fr-FR" smtClean="0"/>
              <a:t>11/10/2024</a:t>
            </a:fld>
            <a:endParaRPr lang="fr-FR"/>
          </a:p>
        </p:txBody>
      </p:sp>
      <p:sp>
        <p:nvSpPr>
          <p:cNvPr id="4" name="Rectangle 4"/>
          <p:cNvSpPr>
            <a:spLocks noGrp="1" noChangeArrowheads="1"/>
          </p:cNvSpPr>
          <p:nvPr>
            <p:ph type="ftr" idx="11"/>
          </p:nvPr>
        </p:nvSpPr>
        <p:spPr>
          <a:ln/>
        </p:spPr>
        <p:txBody>
          <a:bodyPr/>
          <a:lstStyle>
            <a:lvl1pPr>
              <a:defRPr/>
            </a:lvl1pPr>
          </a:lstStyle>
          <a:p>
            <a:pPr>
              <a:defRPr/>
            </a:pPr>
            <a:endParaRPr lang="fr-FR"/>
          </a:p>
        </p:txBody>
      </p:sp>
      <p:sp>
        <p:nvSpPr>
          <p:cNvPr id="5" name="Rectangle 5"/>
          <p:cNvSpPr>
            <a:spLocks noGrp="1" noChangeArrowheads="1"/>
          </p:cNvSpPr>
          <p:nvPr>
            <p:ph type="sldNum" idx="12"/>
          </p:nvPr>
        </p:nvSpPr>
        <p:spPr>
          <a:ln/>
        </p:spPr>
        <p:txBody>
          <a:bodyPr/>
          <a:lstStyle>
            <a:lvl1pPr>
              <a:defRPr/>
            </a:lvl1pPr>
          </a:lstStyle>
          <a:p>
            <a:pPr>
              <a:defRPr/>
            </a:pPr>
            <a:fld id="{6AF7A8C2-4022-4423-AD6A-3808F8CCE67A}" type="slidenum">
              <a:rPr lang="fr-FR"/>
              <a:pPr>
                <a:defRPr/>
              </a:pPr>
              <a:t>‹N°›</a:t>
            </a:fld>
            <a:endParaRPr lang="fr-FR"/>
          </a:p>
        </p:txBody>
      </p:sp>
    </p:spTree>
    <p:extLst>
      <p:ext uri="{BB962C8B-B14F-4D97-AF65-F5344CB8AC3E}">
        <p14:creationId xmlns:p14="http://schemas.microsoft.com/office/powerpoint/2010/main" val="26013830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3"/>
          <p:cNvSpPr>
            <a:spLocks noGrp="1" noChangeArrowheads="1"/>
          </p:cNvSpPr>
          <p:nvPr>
            <p:ph type="dt" idx="10"/>
          </p:nvPr>
        </p:nvSpPr>
        <p:spPr>
          <a:ln/>
        </p:spPr>
        <p:txBody>
          <a:bodyPr/>
          <a:lstStyle>
            <a:lvl1pPr>
              <a:defRPr/>
            </a:lvl1pPr>
          </a:lstStyle>
          <a:p>
            <a:pPr>
              <a:defRPr/>
            </a:pPr>
            <a:fld id="{7E4265DF-C9D6-4224-B0D0-B18720FAE376}" type="datetime1">
              <a:rPr lang="fr-FR" smtClean="0"/>
              <a:t>11/10/2024</a:t>
            </a:fld>
            <a:endParaRPr lang="fr-FR"/>
          </a:p>
        </p:txBody>
      </p:sp>
      <p:sp>
        <p:nvSpPr>
          <p:cNvPr id="3" name="Rectangle 4"/>
          <p:cNvSpPr>
            <a:spLocks noGrp="1" noChangeArrowheads="1"/>
          </p:cNvSpPr>
          <p:nvPr>
            <p:ph type="ftr" idx="11"/>
          </p:nvPr>
        </p:nvSpPr>
        <p:spPr>
          <a:ln/>
        </p:spPr>
        <p:txBody>
          <a:bodyPr/>
          <a:lstStyle>
            <a:lvl1pPr>
              <a:defRPr/>
            </a:lvl1pPr>
          </a:lstStyle>
          <a:p>
            <a:pPr>
              <a:defRPr/>
            </a:pPr>
            <a:endParaRPr lang="fr-FR"/>
          </a:p>
        </p:txBody>
      </p:sp>
      <p:sp>
        <p:nvSpPr>
          <p:cNvPr id="4" name="Rectangle 5"/>
          <p:cNvSpPr>
            <a:spLocks noGrp="1" noChangeArrowheads="1"/>
          </p:cNvSpPr>
          <p:nvPr>
            <p:ph type="sldNum" idx="12"/>
          </p:nvPr>
        </p:nvSpPr>
        <p:spPr>
          <a:ln/>
        </p:spPr>
        <p:txBody>
          <a:bodyPr/>
          <a:lstStyle>
            <a:lvl1pPr>
              <a:defRPr/>
            </a:lvl1pPr>
          </a:lstStyle>
          <a:p>
            <a:pPr>
              <a:defRPr/>
            </a:pPr>
            <a:fld id="{0D70BB9D-EEFD-47F1-8456-A76ECCAD119E}" type="slidenum">
              <a:rPr lang="fr-FR"/>
              <a:pPr>
                <a:defRPr/>
              </a:pPr>
              <a:t>‹N°›</a:t>
            </a:fld>
            <a:endParaRPr lang="fr-FR"/>
          </a:p>
        </p:txBody>
      </p:sp>
    </p:spTree>
    <p:extLst>
      <p:ext uri="{BB962C8B-B14F-4D97-AF65-F5344CB8AC3E}">
        <p14:creationId xmlns:p14="http://schemas.microsoft.com/office/powerpoint/2010/main" val="230384110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2" y="273050"/>
            <a:ext cx="4011084"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3"/>
          <p:cNvSpPr>
            <a:spLocks noGrp="1" noChangeArrowheads="1"/>
          </p:cNvSpPr>
          <p:nvPr>
            <p:ph type="dt" idx="10"/>
          </p:nvPr>
        </p:nvSpPr>
        <p:spPr>
          <a:ln/>
        </p:spPr>
        <p:txBody>
          <a:bodyPr/>
          <a:lstStyle>
            <a:lvl1pPr>
              <a:defRPr/>
            </a:lvl1pPr>
          </a:lstStyle>
          <a:p>
            <a:pPr>
              <a:defRPr/>
            </a:pPr>
            <a:fld id="{34AB563E-CA6D-4202-9FD3-4E9C2001BF5C}" type="datetime1">
              <a:rPr lang="fr-FR" smtClean="0"/>
              <a:t>11/10/2024</a:t>
            </a:fld>
            <a:endParaRPr lang="fr-FR"/>
          </a:p>
        </p:txBody>
      </p:sp>
      <p:sp>
        <p:nvSpPr>
          <p:cNvPr id="6" name="Rectangle 4"/>
          <p:cNvSpPr>
            <a:spLocks noGrp="1" noChangeArrowheads="1"/>
          </p:cNvSpPr>
          <p:nvPr>
            <p:ph type="ftr" idx="11"/>
          </p:nvPr>
        </p:nvSpPr>
        <p:spPr>
          <a:ln/>
        </p:spPr>
        <p:txBody>
          <a:bodyPr/>
          <a:lstStyle>
            <a:lvl1pPr>
              <a:defRPr/>
            </a:lvl1pPr>
          </a:lstStyle>
          <a:p>
            <a:pPr>
              <a:defRPr/>
            </a:pPr>
            <a:endParaRPr lang="fr-FR"/>
          </a:p>
        </p:txBody>
      </p:sp>
      <p:sp>
        <p:nvSpPr>
          <p:cNvPr id="7" name="Rectangle 5"/>
          <p:cNvSpPr>
            <a:spLocks noGrp="1" noChangeArrowheads="1"/>
          </p:cNvSpPr>
          <p:nvPr>
            <p:ph type="sldNum" idx="12"/>
          </p:nvPr>
        </p:nvSpPr>
        <p:spPr>
          <a:ln/>
        </p:spPr>
        <p:txBody>
          <a:bodyPr/>
          <a:lstStyle>
            <a:lvl1pPr>
              <a:defRPr/>
            </a:lvl1pPr>
          </a:lstStyle>
          <a:p>
            <a:pPr>
              <a:defRPr/>
            </a:pPr>
            <a:fld id="{EFA92917-01B5-4E8C-BFEC-18FD0A17E87A}" type="slidenum">
              <a:rPr lang="fr-FR"/>
              <a:pPr>
                <a:defRPr/>
              </a:pPr>
              <a:t>‹N°›</a:t>
            </a:fld>
            <a:endParaRPr lang="fr-FR"/>
          </a:p>
        </p:txBody>
      </p:sp>
    </p:spTree>
    <p:extLst>
      <p:ext uri="{BB962C8B-B14F-4D97-AF65-F5344CB8AC3E}">
        <p14:creationId xmlns:p14="http://schemas.microsoft.com/office/powerpoint/2010/main" val="286757706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3"/>
          <p:cNvSpPr>
            <a:spLocks noGrp="1" noChangeArrowheads="1"/>
          </p:cNvSpPr>
          <p:nvPr>
            <p:ph type="dt" idx="10"/>
          </p:nvPr>
        </p:nvSpPr>
        <p:spPr>
          <a:ln/>
        </p:spPr>
        <p:txBody>
          <a:bodyPr/>
          <a:lstStyle>
            <a:lvl1pPr>
              <a:defRPr/>
            </a:lvl1pPr>
          </a:lstStyle>
          <a:p>
            <a:pPr>
              <a:defRPr/>
            </a:pPr>
            <a:fld id="{F8BCC719-82BB-485C-9884-0955D2EDAFDA}" type="datetime1">
              <a:rPr lang="fr-FR" smtClean="0"/>
              <a:t>11/10/2024</a:t>
            </a:fld>
            <a:endParaRPr lang="fr-FR"/>
          </a:p>
        </p:txBody>
      </p:sp>
      <p:sp>
        <p:nvSpPr>
          <p:cNvPr id="6" name="Rectangle 4"/>
          <p:cNvSpPr>
            <a:spLocks noGrp="1" noChangeArrowheads="1"/>
          </p:cNvSpPr>
          <p:nvPr>
            <p:ph type="ftr" idx="11"/>
          </p:nvPr>
        </p:nvSpPr>
        <p:spPr>
          <a:ln/>
        </p:spPr>
        <p:txBody>
          <a:bodyPr/>
          <a:lstStyle>
            <a:lvl1pPr>
              <a:defRPr/>
            </a:lvl1pPr>
          </a:lstStyle>
          <a:p>
            <a:pPr>
              <a:defRPr/>
            </a:pPr>
            <a:endParaRPr lang="fr-FR"/>
          </a:p>
        </p:txBody>
      </p:sp>
      <p:sp>
        <p:nvSpPr>
          <p:cNvPr id="7" name="Rectangle 5"/>
          <p:cNvSpPr>
            <a:spLocks noGrp="1" noChangeArrowheads="1"/>
          </p:cNvSpPr>
          <p:nvPr>
            <p:ph type="sldNum" idx="12"/>
          </p:nvPr>
        </p:nvSpPr>
        <p:spPr>
          <a:ln/>
        </p:spPr>
        <p:txBody>
          <a:bodyPr/>
          <a:lstStyle>
            <a:lvl1pPr>
              <a:defRPr/>
            </a:lvl1pPr>
          </a:lstStyle>
          <a:p>
            <a:pPr>
              <a:defRPr/>
            </a:pPr>
            <a:fld id="{D5C56B6E-88B6-4A57-AEFD-EA1E6BE9AD79}" type="slidenum">
              <a:rPr lang="fr-FR"/>
              <a:pPr>
                <a:defRPr/>
              </a:pPr>
              <a:t>‹N°›</a:t>
            </a:fld>
            <a:endParaRPr lang="fr-FR"/>
          </a:p>
        </p:txBody>
      </p:sp>
    </p:spTree>
    <p:extLst>
      <p:ext uri="{BB962C8B-B14F-4D97-AF65-F5344CB8AC3E}">
        <p14:creationId xmlns:p14="http://schemas.microsoft.com/office/powerpoint/2010/main" val="217368425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3"/>
          <p:cNvSpPr>
            <a:spLocks noGrp="1" noChangeArrowheads="1"/>
          </p:cNvSpPr>
          <p:nvPr>
            <p:ph type="dt" idx="10"/>
          </p:nvPr>
        </p:nvSpPr>
        <p:spPr>
          <a:ln/>
        </p:spPr>
        <p:txBody>
          <a:bodyPr/>
          <a:lstStyle>
            <a:lvl1pPr>
              <a:defRPr/>
            </a:lvl1pPr>
          </a:lstStyle>
          <a:p>
            <a:pPr>
              <a:defRPr/>
            </a:pPr>
            <a:fld id="{52E81FDD-F3A2-4361-94BD-09467961B8B4}" type="datetime1">
              <a:rPr lang="fr-FR" smtClean="0"/>
              <a:t>11/10/2024</a:t>
            </a:fld>
            <a:endParaRPr lang="fr-FR"/>
          </a:p>
        </p:txBody>
      </p:sp>
      <p:sp>
        <p:nvSpPr>
          <p:cNvPr id="5" name="Rectangle 4"/>
          <p:cNvSpPr>
            <a:spLocks noGrp="1" noChangeArrowheads="1"/>
          </p:cNvSpPr>
          <p:nvPr>
            <p:ph type="ftr" idx="11"/>
          </p:nvPr>
        </p:nvSpPr>
        <p:spPr>
          <a:ln/>
        </p:spPr>
        <p:txBody>
          <a:bodyPr/>
          <a:lstStyle>
            <a:lvl1pPr>
              <a:defRPr/>
            </a:lvl1pPr>
          </a:lstStyle>
          <a:p>
            <a:pPr>
              <a:defRPr/>
            </a:pPr>
            <a:endParaRPr lang="fr-FR"/>
          </a:p>
        </p:txBody>
      </p:sp>
      <p:sp>
        <p:nvSpPr>
          <p:cNvPr id="6" name="Rectangle 5"/>
          <p:cNvSpPr>
            <a:spLocks noGrp="1" noChangeArrowheads="1"/>
          </p:cNvSpPr>
          <p:nvPr>
            <p:ph type="sldNum" idx="12"/>
          </p:nvPr>
        </p:nvSpPr>
        <p:spPr>
          <a:ln/>
        </p:spPr>
        <p:txBody>
          <a:bodyPr/>
          <a:lstStyle>
            <a:lvl1pPr>
              <a:defRPr/>
            </a:lvl1pPr>
          </a:lstStyle>
          <a:p>
            <a:pPr>
              <a:defRPr/>
            </a:pPr>
            <a:fld id="{E4F4B7C2-8CE4-4BAD-9D0C-80765E61DE95}" type="slidenum">
              <a:rPr lang="fr-FR"/>
              <a:pPr>
                <a:defRPr/>
              </a:pPr>
              <a:t>‹N°›</a:t>
            </a:fld>
            <a:endParaRPr lang="fr-FR"/>
          </a:p>
        </p:txBody>
      </p:sp>
    </p:spTree>
    <p:extLst>
      <p:ext uri="{BB962C8B-B14F-4D97-AF65-F5344CB8AC3E}">
        <p14:creationId xmlns:p14="http://schemas.microsoft.com/office/powerpoint/2010/main" val="20289895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686802" y="609603"/>
            <a:ext cx="2588684" cy="5484813"/>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914400" y="609603"/>
            <a:ext cx="7569200" cy="5484813"/>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3"/>
          <p:cNvSpPr>
            <a:spLocks noGrp="1" noChangeArrowheads="1"/>
          </p:cNvSpPr>
          <p:nvPr>
            <p:ph type="dt" idx="10"/>
          </p:nvPr>
        </p:nvSpPr>
        <p:spPr>
          <a:ln/>
        </p:spPr>
        <p:txBody>
          <a:bodyPr/>
          <a:lstStyle>
            <a:lvl1pPr>
              <a:defRPr/>
            </a:lvl1pPr>
          </a:lstStyle>
          <a:p>
            <a:pPr>
              <a:defRPr/>
            </a:pPr>
            <a:fld id="{C4BB1012-3A3D-4B91-A754-A02A28E75EEE}" type="datetime1">
              <a:rPr lang="fr-FR" smtClean="0"/>
              <a:t>11/10/2024</a:t>
            </a:fld>
            <a:endParaRPr lang="fr-FR"/>
          </a:p>
        </p:txBody>
      </p:sp>
      <p:sp>
        <p:nvSpPr>
          <p:cNvPr id="5" name="Rectangle 4"/>
          <p:cNvSpPr>
            <a:spLocks noGrp="1" noChangeArrowheads="1"/>
          </p:cNvSpPr>
          <p:nvPr>
            <p:ph type="ftr" idx="11"/>
          </p:nvPr>
        </p:nvSpPr>
        <p:spPr>
          <a:ln/>
        </p:spPr>
        <p:txBody>
          <a:bodyPr/>
          <a:lstStyle>
            <a:lvl1pPr>
              <a:defRPr/>
            </a:lvl1pPr>
          </a:lstStyle>
          <a:p>
            <a:pPr>
              <a:defRPr/>
            </a:pPr>
            <a:endParaRPr lang="fr-FR"/>
          </a:p>
        </p:txBody>
      </p:sp>
      <p:sp>
        <p:nvSpPr>
          <p:cNvPr id="6" name="Rectangle 5"/>
          <p:cNvSpPr>
            <a:spLocks noGrp="1" noChangeArrowheads="1"/>
          </p:cNvSpPr>
          <p:nvPr>
            <p:ph type="sldNum" idx="12"/>
          </p:nvPr>
        </p:nvSpPr>
        <p:spPr>
          <a:ln/>
        </p:spPr>
        <p:txBody>
          <a:bodyPr/>
          <a:lstStyle>
            <a:lvl1pPr>
              <a:defRPr/>
            </a:lvl1pPr>
          </a:lstStyle>
          <a:p>
            <a:pPr>
              <a:defRPr/>
            </a:pPr>
            <a:fld id="{CE99EC31-E3B7-4FC8-BB6A-FBF82360E3C3}" type="slidenum">
              <a:rPr lang="fr-FR"/>
              <a:pPr>
                <a:defRPr/>
              </a:pPr>
              <a:t>‹N°›</a:t>
            </a:fld>
            <a:endParaRPr lang="fr-FR"/>
          </a:p>
        </p:txBody>
      </p:sp>
    </p:spTree>
    <p:extLst>
      <p:ext uri="{BB962C8B-B14F-4D97-AF65-F5344CB8AC3E}">
        <p14:creationId xmlns:p14="http://schemas.microsoft.com/office/powerpoint/2010/main" val="363934299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a:xfrm>
            <a:off x="914402" y="609603"/>
            <a:ext cx="10361084" cy="1141413"/>
          </a:xfrm>
        </p:spPr>
        <p:txBody>
          <a:bodyPr/>
          <a:lstStyle/>
          <a:p>
            <a:r>
              <a:rPr lang="fr-FR" smtClean="0"/>
              <a:t>Cliquez pour modifier le style du titre</a:t>
            </a:r>
            <a:endParaRPr lang="fr-FR"/>
          </a:p>
        </p:txBody>
      </p:sp>
      <p:sp>
        <p:nvSpPr>
          <p:cNvPr id="3" name="Rectangle 3"/>
          <p:cNvSpPr>
            <a:spLocks noGrp="1" noChangeArrowheads="1"/>
          </p:cNvSpPr>
          <p:nvPr>
            <p:ph type="dt" idx="10"/>
          </p:nvPr>
        </p:nvSpPr>
        <p:spPr>
          <a:ln/>
        </p:spPr>
        <p:txBody>
          <a:bodyPr/>
          <a:lstStyle>
            <a:lvl1pPr>
              <a:defRPr/>
            </a:lvl1pPr>
          </a:lstStyle>
          <a:p>
            <a:pPr>
              <a:defRPr/>
            </a:pPr>
            <a:fld id="{97BA0297-0565-4E69-9C42-831900A170AB}" type="datetime1">
              <a:rPr lang="fr-FR" smtClean="0"/>
              <a:t>11/10/2024</a:t>
            </a:fld>
            <a:endParaRPr lang="fr-FR"/>
          </a:p>
        </p:txBody>
      </p:sp>
      <p:sp>
        <p:nvSpPr>
          <p:cNvPr id="4" name="Rectangle 4"/>
          <p:cNvSpPr>
            <a:spLocks noGrp="1" noChangeArrowheads="1"/>
          </p:cNvSpPr>
          <p:nvPr>
            <p:ph type="ftr" idx="11"/>
          </p:nvPr>
        </p:nvSpPr>
        <p:spPr>
          <a:ln/>
        </p:spPr>
        <p:txBody>
          <a:bodyPr/>
          <a:lstStyle>
            <a:lvl1pPr>
              <a:defRPr/>
            </a:lvl1pPr>
          </a:lstStyle>
          <a:p>
            <a:pPr>
              <a:defRPr/>
            </a:pPr>
            <a:endParaRPr lang="fr-FR"/>
          </a:p>
        </p:txBody>
      </p:sp>
      <p:sp>
        <p:nvSpPr>
          <p:cNvPr id="5" name="Rectangle 5"/>
          <p:cNvSpPr>
            <a:spLocks noGrp="1" noChangeArrowheads="1"/>
          </p:cNvSpPr>
          <p:nvPr>
            <p:ph type="sldNum" idx="12"/>
          </p:nvPr>
        </p:nvSpPr>
        <p:spPr>
          <a:ln/>
        </p:spPr>
        <p:txBody>
          <a:bodyPr/>
          <a:lstStyle>
            <a:lvl1pPr>
              <a:defRPr/>
            </a:lvl1pPr>
          </a:lstStyle>
          <a:p>
            <a:pPr>
              <a:defRPr/>
            </a:pPr>
            <a:fld id="{639E9879-8CFB-4292-8612-256D92E5B285}" type="slidenum">
              <a:rPr lang="fr-FR"/>
              <a:pPr>
                <a:defRPr/>
              </a:pPr>
              <a:t>‹N°›</a:t>
            </a:fld>
            <a:endParaRPr lang="fr-FR"/>
          </a:p>
        </p:txBody>
      </p:sp>
    </p:spTree>
    <p:extLst>
      <p:ext uri="{BB962C8B-B14F-4D97-AF65-F5344CB8AC3E}">
        <p14:creationId xmlns:p14="http://schemas.microsoft.com/office/powerpoint/2010/main" val="371737445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fr-FR" smtClean="0"/>
              <a:t>Cliquez pour modifier le style du titre</a:t>
            </a:r>
            <a:endParaRPr lang="fr-BE"/>
          </a:p>
        </p:txBody>
      </p:sp>
      <p:sp>
        <p:nvSpPr>
          <p:cNvPr id="3" name="Espace réservé du texte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BF9D3C-AC6F-429E-8EA4-013C4366CE2E}" type="datetime1">
              <a:rPr lang="fr-FR" smtClean="0"/>
              <a:t>11/10/2024</a:t>
            </a:fld>
            <a:endParaRPr lang="fr-BE"/>
          </a:p>
        </p:txBody>
      </p:sp>
      <p:sp>
        <p:nvSpPr>
          <p:cNvPr id="5" name="Espace réservé du pied de page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4668DC-857F-487D-BFFA-8C0CA5037977}" type="slidenum">
              <a:rPr lang="fr-BE" smtClean="0"/>
              <a:pPr/>
              <a:t>‹N°›</a:t>
            </a:fld>
            <a:endParaRPr lang="fr-B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tile tx="0" ty="0" sx="100000" sy="100000" flip="none" algn="tl"/>
        </a:blip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914402" y="609603"/>
            <a:ext cx="10361084" cy="1141413"/>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smtClean="0"/>
              <a:t>Cliquez pour éditer le format du texte-titre</a:t>
            </a:r>
          </a:p>
        </p:txBody>
      </p:sp>
      <p:sp>
        <p:nvSpPr>
          <p:cNvPr id="1027" name="Rectangle 2"/>
          <p:cNvSpPr>
            <a:spLocks noGrp="1" noChangeArrowheads="1"/>
          </p:cNvSpPr>
          <p:nvPr>
            <p:ph type="body" idx="1"/>
          </p:nvPr>
        </p:nvSpPr>
        <p:spPr bwMode="auto">
          <a:xfrm>
            <a:off x="914402" y="1981201"/>
            <a:ext cx="10361084" cy="4113213"/>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smtClean="0"/>
              <a:t>Cliquez pour éditer le format du plan de texte</a:t>
            </a:r>
          </a:p>
          <a:p>
            <a:pPr lvl="1"/>
            <a:r>
              <a:rPr lang="en-GB" smtClean="0"/>
              <a:t>Second niveau de plan</a:t>
            </a:r>
          </a:p>
          <a:p>
            <a:pPr lvl="2"/>
            <a:r>
              <a:rPr lang="en-GB" smtClean="0"/>
              <a:t>Troisième niveau de plan</a:t>
            </a:r>
          </a:p>
          <a:p>
            <a:pPr lvl="3"/>
            <a:r>
              <a:rPr lang="en-GB" smtClean="0"/>
              <a:t>Quatrième niveau de plan</a:t>
            </a:r>
          </a:p>
          <a:p>
            <a:pPr lvl="4"/>
            <a:r>
              <a:rPr lang="en-GB" smtClean="0"/>
              <a:t>Cinquième niveau de plan</a:t>
            </a:r>
          </a:p>
          <a:p>
            <a:pPr lvl="4"/>
            <a:r>
              <a:rPr lang="en-GB" smtClean="0"/>
              <a:t>Sixième niveau de plan</a:t>
            </a:r>
          </a:p>
          <a:p>
            <a:pPr lvl="4"/>
            <a:r>
              <a:rPr lang="en-GB" smtClean="0"/>
              <a:t>Septième niveau de plan</a:t>
            </a:r>
          </a:p>
          <a:p>
            <a:pPr lvl="4"/>
            <a:r>
              <a:rPr lang="en-GB" smtClean="0"/>
              <a:t>Huitième niveau de plan</a:t>
            </a:r>
          </a:p>
          <a:p>
            <a:pPr lvl="4"/>
            <a:r>
              <a:rPr lang="en-GB" smtClean="0"/>
              <a:t>Neuvième niveau de plan</a:t>
            </a:r>
          </a:p>
        </p:txBody>
      </p:sp>
      <p:sp>
        <p:nvSpPr>
          <p:cNvPr id="2" name="Rectangle 3"/>
          <p:cNvSpPr>
            <a:spLocks noGrp="1" noChangeArrowheads="1"/>
          </p:cNvSpPr>
          <p:nvPr>
            <p:ph type="dt"/>
          </p:nvPr>
        </p:nvSpPr>
        <p:spPr bwMode="auto">
          <a:xfrm>
            <a:off x="914402" y="6248403"/>
            <a:ext cx="2537884" cy="4556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mtClean="0">
                <a:solidFill>
                  <a:srgbClr val="000000"/>
                </a:solidFill>
                <a:ea typeface="Arial Unicode MS" pitchFamily="34" charset="-128"/>
                <a:cs typeface="Arial Unicode MS" pitchFamily="34" charset="-128"/>
              </a:defRPr>
            </a:lvl1pPr>
          </a:lstStyle>
          <a:p>
            <a:pPr defTabSz="449263" fontAlgn="base">
              <a:spcBef>
                <a:spcPct val="0"/>
              </a:spcBef>
              <a:spcAft>
                <a:spcPct val="0"/>
              </a:spcAft>
              <a:buSzPct val="100000"/>
              <a:defRPr/>
            </a:pPr>
            <a:fld id="{AFBB3673-710D-4D29-AC82-167E94112C65}" type="datetime1">
              <a:rPr lang="fr-FR" sz="2400" smtClean="0"/>
              <a:pPr defTabSz="449263" fontAlgn="base">
                <a:spcBef>
                  <a:spcPct val="0"/>
                </a:spcBef>
                <a:spcAft>
                  <a:spcPct val="0"/>
                </a:spcAft>
                <a:buSzPct val="100000"/>
                <a:defRPr/>
              </a:pPr>
              <a:t>11/10/2024</a:t>
            </a:fld>
            <a:endParaRPr lang="fr-FR" sz="2400"/>
          </a:p>
        </p:txBody>
      </p:sp>
      <p:sp>
        <p:nvSpPr>
          <p:cNvPr id="1028" name="Rectangle 4"/>
          <p:cNvSpPr>
            <a:spLocks noGrp="1" noChangeArrowheads="1"/>
          </p:cNvSpPr>
          <p:nvPr>
            <p:ph type="ftr"/>
          </p:nvPr>
        </p:nvSpPr>
        <p:spPr bwMode="auto">
          <a:xfrm>
            <a:off x="4165602" y="6248403"/>
            <a:ext cx="3858684" cy="4556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ea typeface="Arial Unicode MS" pitchFamily="34" charset="-128"/>
                <a:cs typeface="Arial Unicode MS" pitchFamily="34" charset="-128"/>
              </a:defRPr>
            </a:lvl1pPr>
          </a:lstStyle>
          <a:p>
            <a:pPr defTabSz="449263" fontAlgn="base">
              <a:spcBef>
                <a:spcPct val="0"/>
              </a:spcBef>
              <a:spcAft>
                <a:spcPct val="0"/>
              </a:spcAft>
              <a:buSzPct val="100000"/>
              <a:defRPr/>
            </a:pPr>
            <a:endParaRPr lang="fr-FR" sz="2400"/>
          </a:p>
        </p:txBody>
      </p:sp>
      <p:sp>
        <p:nvSpPr>
          <p:cNvPr id="1029" name="Rectangle 5"/>
          <p:cNvSpPr>
            <a:spLocks noGrp="1" noChangeArrowheads="1"/>
          </p:cNvSpPr>
          <p:nvPr>
            <p:ph type="sldNum"/>
          </p:nvPr>
        </p:nvSpPr>
        <p:spPr bwMode="auto">
          <a:xfrm>
            <a:off x="11277602" y="6629403"/>
            <a:ext cx="2537884" cy="4556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rgbClr val="000000"/>
                </a:solidFill>
                <a:ea typeface="Arial Unicode MS" pitchFamily="34" charset="-128"/>
                <a:cs typeface="Arial Unicode MS" pitchFamily="34" charset="-128"/>
              </a:defRPr>
            </a:lvl1pPr>
          </a:lstStyle>
          <a:p>
            <a:pPr defTabSz="449263" fontAlgn="base">
              <a:spcBef>
                <a:spcPct val="0"/>
              </a:spcBef>
              <a:spcAft>
                <a:spcPct val="0"/>
              </a:spcAft>
              <a:buSzPct val="100000"/>
              <a:defRPr/>
            </a:pPr>
            <a:fld id="{7FD84E5A-625F-47DD-A5B9-EA1D8EC3DB43}" type="slidenum">
              <a:rPr lang="fr-FR" smtClean="0"/>
              <a:pPr defTabSz="449263" fontAlgn="base">
                <a:spcBef>
                  <a:spcPct val="0"/>
                </a:spcBef>
                <a:spcAft>
                  <a:spcPct val="0"/>
                </a:spcAft>
                <a:buSzPct val="100000"/>
                <a:defRPr/>
              </a:pPr>
              <a:t>‹N°›</a:t>
            </a:fld>
            <a:endParaRPr lang="fr-FR"/>
          </a:p>
        </p:txBody>
      </p:sp>
      <p:pic>
        <p:nvPicPr>
          <p:cNvPr id="1031" name="Picture 6"/>
          <p:cNvPicPr>
            <a:picLocks noChangeAspect="1" noChangeArrowheads="1"/>
          </p:cNvPicPr>
          <p:nvPr/>
        </p:nvPicPr>
        <p:blipFill>
          <a:blip r:embed="rId15" cstate="print"/>
          <a:srcRect/>
          <a:stretch>
            <a:fillRect/>
          </a:stretch>
        </p:blipFill>
        <p:spPr bwMode="auto">
          <a:xfrm>
            <a:off x="0" y="0"/>
            <a:ext cx="12192000" cy="1295400"/>
          </a:xfrm>
          <a:prstGeom prst="rect">
            <a:avLst/>
          </a:prstGeom>
          <a:noFill/>
          <a:ln w="9525">
            <a:noFill/>
            <a:round/>
            <a:headEnd/>
            <a:tailEnd/>
          </a:ln>
        </p:spPr>
      </p:pic>
    </p:spTree>
    <p:extLst>
      <p:ext uri="{BB962C8B-B14F-4D97-AF65-F5344CB8AC3E}">
        <p14:creationId xmlns:p14="http://schemas.microsoft.com/office/powerpoint/2010/main" val="5467449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hf sldNum="0" hdr="0" ftr="0"/>
  <p:txStyles>
    <p:titleStyle>
      <a:lvl1pPr algn="ctr"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mj-lt"/>
          <a:ea typeface="+mj-ea"/>
          <a:cs typeface="+mj-cs"/>
        </a:defRPr>
      </a:lvl1pPr>
      <a:lvl2pPr algn="ctr"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2pPr>
      <a:lvl3pPr algn="ctr"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3pPr>
      <a:lvl4pPr algn="ctr"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4pPr>
      <a:lvl5pPr algn="ctr"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5pPr>
      <a:lvl6pPr marL="2514600" indent="-228600" algn="ctr" defTabSz="449263" rtl="0" fontAlgn="base">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6pPr>
      <a:lvl7pPr marL="2971800" indent="-228600" algn="ctr" defTabSz="449263" rtl="0" fontAlgn="base">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7pPr>
      <a:lvl8pPr marL="3429000" indent="-228600" algn="ctr" defTabSz="449263" rtl="0" fontAlgn="base">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8pPr>
      <a:lvl9pPr marL="3886200" indent="-228600" algn="ctr" defTabSz="449263" rtl="0" fontAlgn="base">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9pPr>
    </p:titleStyle>
    <p:bodyStyle>
      <a:lvl1pPr marL="342900" indent="-342900" algn="l" defTabSz="449263" rtl="0" eaLnBrk="0" fontAlgn="base" hangingPunct="0">
        <a:spcBef>
          <a:spcPts val="800"/>
        </a:spcBef>
        <a:spcAft>
          <a:spcPct val="0"/>
        </a:spcAft>
        <a:buClr>
          <a:srgbClr val="000000"/>
        </a:buClr>
        <a:buSzPct val="100000"/>
        <a:buFont typeface="Times New Roman" pitchFamily="18" charset="0"/>
        <a:buChar char="•"/>
        <a:defRPr sz="3200">
          <a:solidFill>
            <a:srgbClr val="000000"/>
          </a:solidFill>
          <a:latin typeface="+mn-lt"/>
          <a:ea typeface="+mn-ea"/>
          <a:cs typeface="+mn-cs"/>
        </a:defRPr>
      </a:lvl1pPr>
      <a:lvl2pPr marL="742950" indent="-285750" algn="l" defTabSz="449263" rtl="0" eaLnBrk="0" fontAlgn="base" hangingPunct="0">
        <a:spcBef>
          <a:spcPts val="700"/>
        </a:spcBef>
        <a:spcAft>
          <a:spcPct val="0"/>
        </a:spcAft>
        <a:buClr>
          <a:srgbClr val="000000"/>
        </a:buClr>
        <a:buSzPct val="100000"/>
        <a:buFont typeface="Times New Roman" pitchFamily="18" charset="0"/>
        <a:buChar char="–"/>
        <a:defRPr sz="2800">
          <a:solidFill>
            <a:srgbClr val="000000"/>
          </a:solidFill>
          <a:latin typeface="+mn-lt"/>
          <a:ea typeface="+mn-ea"/>
        </a:defRPr>
      </a:lvl2pPr>
      <a:lvl3pPr marL="1143000" indent="-228600" algn="l" defTabSz="449263" rtl="0" eaLnBrk="0" fontAlgn="base" hangingPunct="0">
        <a:spcBef>
          <a:spcPts val="600"/>
        </a:spcBef>
        <a:spcAft>
          <a:spcPct val="0"/>
        </a:spcAft>
        <a:buClr>
          <a:srgbClr val="000000"/>
        </a:buClr>
        <a:buSzPct val="100000"/>
        <a:buFont typeface="Times New Roman" pitchFamily="18" charset="0"/>
        <a:buChar char="•"/>
        <a:defRPr sz="2400">
          <a:solidFill>
            <a:srgbClr val="000000"/>
          </a:solidFill>
          <a:latin typeface="+mn-lt"/>
          <a:ea typeface="+mn-ea"/>
        </a:defRPr>
      </a:lvl3pPr>
      <a:lvl4pPr marL="1600200" indent="-228600" algn="l" defTabSz="449263" rtl="0" eaLnBrk="0" fontAlgn="base" hangingPunct="0">
        <a:spcBef>
          <a:spcPts val="500"/>
        </a:spcBef>
        <a:spcAft>
          <a:spcPct val="0"/>
        </a:spcAft>
        <a:buClr>
          <a:srgbClr val="000000"/>
        </a:buClr>
        <a:buSzPct val="100000"/>
        <a:buFont typeface="Times New Roman" pitchFamily="18" charset="0"/>
        <a:buChar char="–"/>
        <a:defRPr sz="2000">
          <a:solidFill>
            <a:srgbClr val="000000"/>
          </a:solidFill>
          <a:latin typeface="+mn-lt"/>
          <a:ea typeface="+mn-ea"/>
        </a:defRPr>
      </a:lvl4pPr>
      <a:lvl5pPr marL="2057400" indent="-228600" algn="l" defTabSz="449263" rtl="0" eaLnBrk="0" fontAlgn="base" hangingPunct="0">
        <a:spcBef>
          <a:spcPts val="500"/>
        </a:spcBef>
        <a:spcAft>
          <a:spcPct val="0"/>
        </a:spcAft>
        <a:buClr>
          <a:srgbClr val="000000"/>
        </a:buClr>
        <a:buSzPct val="100000"/>
        <a:buFont typeface="Times New Roman" pitchFamily="18" charset="0"/>
        <a:buChar char="»"/>
        <a:defRPr sz="2000">
          <a:solidFill>
            <a:srgbClr val="000000"/>
          </a:solidFill>
          <a:latin typeface="+mn-lt"/>
          <a:ea typeface="+mn-ea"/>
        </a:defRPr>
      </a:lvl5pPr>
      <a:lvl6pPr marL="2514600" indent="-228600" algn="l" defTabSz="449263" rtl="0" fontAlgn="base">
        <a:spcBef>
          <a:spcPts val="500"/>
        </a:spcBef>
        <a:spcAft>
          <a:spcPct val="0"/>
        </a:spcAft>
        <a:buClr>
          <a:srgbClr val="000000"/>
        </a:buClr>
        <a:buSzPct val="100000"/>
        <a:buFont typeface="Times New Roman" pitchFamily="18" charset="0"/>
        <a:defRPr sz="2000">
          <a:solidFill>
            <a:srgbClr val="000000"/>
          </a:solidFill>
          <a:latin typeface="+mn-lt"/>
          <a:ea typeface="+mn-ea"/>
        </a:defRPr>
      </a:lvl6pPr>
      <a:lvl7pPr marL="2971800" indent="-228600" algn="l" defTabSz="449263" rtl="0" fontAlgn="base">
        <a:spcBef>
          <a:spcPts val="500"/>
        </a:spcBef>
        <a:spcAft>
          <a:spcPct val="0"/>
        </a:spcAft>
        <a:buClr>
          <a:srgbClr val="000000"/>
        </a:buClr>
        <a:buSzPct val="100000"/>
        <a:buFont typeface="Times New Roman" pitchFamily="18" charset="0"/>
        <a:defRPr sz="2000">
          <a:solidFill>
            <a:srgbClr val="000000"/>
          </a:solidFill>
          <a:latin typeface="+mn-lt"/>
          <a:ea typeface="+mn-ea"/>
        </a:defRPr>
      </a:lvl7pPr>
      <a:lvl8pPr marL="3429000" indent="-228600" algn="l" defTabSz="449263" rtl="0" fontAlgn="base">
        <a:spcBef>
          <a:spcPts val="500"/>
        </a:spcBef>
        <a:spcAft>
          <a:spcPct val="0"/>
        </a:spcAft>
        <a:buClr>
          <a:srgbClr val="000000"/>
        </a:buClr>
        <a:buSzPct val="100000"/>
        <a:buFont typeface="Times New Roman" pitchFamily="18" charset="0"/>
        <a:defRPr sz="2000">
          <a:solidFill>
            <a:srgbClr val="000000"/>
          </a:solidFill>
          <a:latin typeface="+mn-lt"/>
          <a:ea typeface="+mn-ea"/>
        </a:defRPr>
      </a:lvl8pPr>
      <a:lvl9pPr marL="3886200" indent="-228600" algn="l" defTabSz="449263" rtl="0" fontAlgn="base">
        <a:spcBef>
          <a:spcPts val="500"/>
        </a:spcBef>
        <a:spcAft>
          <a:spcPct val="0"/>
        </a:spcAft>
        <a:buClr>
          <a:srgbClr val="000000"/>
        </a:buClr>
        <a:buSzPct val="100000"/>
        <a:buFont typeface="Times New Roman" pitchFamily="18" charset="0"/>
        <a:defRPr sz="2000">
          <a:solidFill>
            <a:srgbClr val="000000"/>
          </a:solidFill>
          <a:latin typeface="+mn-lt"/>
          <a:ea typeface="+mn-ea"/>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à coins arrondis 8"/>
          <p:cNvSpPr/>
          <p:nvPr/>
        </p:nvSpPr>
        <p:spPr bwMode="auto">
          <a:xfrm>
            <a:off x="10668000" y="2786058"/>
            <a:ext cx="7143800" cy="78581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49263" fontAlgn="base">
              <a:spcBef>
                <a:spcPct val="0"/>
              </a:spcBef>
              <a:spcAft>
                <a:spcPct val="0"/>
              </a:spcAft>
              <a:buClr>
                <a:srgbClr val="000000"/>
              </a:buClr>
              <a:buSzPct val="100000"/>
            </a:pPr>
            <a:endParaRPr lang="fr-FR" sz="2400" dirty="0">
              <a:solidFill>
                <a:prstClr val="white"/>
              </a:solidFill>
            </a:endParaRPr>
          </a:p>
        </p:txBody>
      </p:sp>
      <p:pic>
        <p:nvPicPr>
          <p:cNvPr id="2054" name="Picture 7" descr="algeria_flags_3dclipart_www"/>
          <p:cNvPicPr>
            <a:picLocks noChangeAspect="1" noChangeArrowheads="1" noCrop="1"/>
          </p:cNvPicPr>
          <p:nvPr/>
        </p:nvPicPr>
        <p:blipFill>
          <a:blip r:embed="rId3" cstate="print"/>
          <a:srcRect/>
          <a:stretch>
            <a:fillRect/>
          </a:stretch>
        </p:blipFill>
        <p:spPr bwMode="auto">
          <a:xfrm>
            <a:off x="10416480" y="-71462"/>
            <a:ext cx="1728787" cy="1223963"/>
          </a:xfrm>
          <a:prstGeom prst="rect">
            <a:avLst/>
          </a:prstGeom>
          <a:noFill/>
          <a:ln w="9525">
            <a:noFill/>
            <a:miter lim="800000"/>
            <a:headEnd/>
            <a:tailEnd/>
          </a:ln>
        </p:spPr>
      </p:pic>
      <p:pic>
        <p:nvPicPr>
          <p:cNvPr id="2055" name="Picture 7" descr="algeria_flags_3dclipart_www"/>
          <p:cNvPicPr>
            <a:picLocks noChangeAspect="1" noChangeArrowheads="1" noCrop="1"/>
          </p:cNvPicPr>
          <p:nvPr/>
        </p:nvPicPr>
        <p:blipFill>
          <a:blip r:embed="rId3" cstate="print"/>
          <a:srcRect/>
          <a:stretch>
            <a:fillRect/>
          </a:stretch>
        </p:blipFill>
        <p:spPr bwMode="auto">
          <a:xfrm>
            <a:off x="46732" y="0"/>
            <a:ext cx="1728788" cy="1223962"/>
          </a:xfrm>
          <a:prstGeom prst="rect">
            <a:avLst/>
          </a:prstGeom>
          <a:noFill/>
          <a:ln w="9525">
            <a:noFill/>
            <a:miter lim="800000"/>
            <a:headEnd/>
            <a:tailEnd/>
          </a:ln>
        </p:spPr>
      </p:pic>
      <p:sp>
        <p:nvSpPr>
          <p:cNvPr id="2" name="Espace réservé de la date 1"/>
          <p:cNvSpPr>
            <a:spLocks noGrp="1"/>
          </p:cNvSpPr>
          <p:nvPr>
            <p:ph type="dt" idx="10"/>
          </p:nvPr>
        </p:nvSpPr>
        <p:spPr/>
        <p:txBody>
          <a:bodyPr/>
          <a:lstStyle/>
          <a:p>
            <a:pPr>
              <a:defRPr/>
            </a:pPr>
            <a:fld id="{B4B70AF9-3FB6-400F-9757-12747EE37EB3}" type="datetime1">
              <a:rPr lang="fr-FR" smtClean="0"/>
              <a:t>11/10/2024</a:t>
            </a:fld>
            <a:endParaRPr lang="fr-FR" dirty="0"/>
          </a:p>
        </p:txBody>
      </p:sp>
      <p:sp>
        <p:nvSpPr>
          <p:cNvPr id="6" name="Rectangle à coins arrondis 5"/>
          <p:cNvSpPr/>
          <p:nvPr/>
        </p:nvSpPr>
        <p:spPr>
          <a:xfrm>
            <a:off x="1127448" y="2030870"/>
            <a:ext cx="9793088" cy="3456385"/>
          </a:xfrm>
          <a:prstGeom prst="roundRect">
            <a:avLst>
              <a:gd name="adj" fmla="val 26762"/>
            </a:avLst>
          </a:prstGeom>
          <a:ln/>
        </p:spPr>
        <p:style>
          <a:lnRef idx="1">
            <a:schemeClr val="accent2"/>
          </a:lnRef>
          <a:fillRef idx="2">
            <a:schemeClr val="accent2"/>
          </a:fillRef>
          <a:effectRef idx="1">
            <a:schemeClr val="accent2"/>
          </a:effectRef>
          <a:fontRef idx="minor">
            <a:schemeClr val="dk1"/>
          </a:fontRef>
        </p:style>
        <p:txBody>
          <a:bodyPr rtlCol="0" anchor="ctr"/>
          <a:lstStyle/>
          <a:p>
            <a:pPr lvl="0" algn="ctr" defTabSz="1009650" eaLnBrk="0" fontAlgn="base" hangingPunct="0">
              <a:lnSpc>
                <a:spcPct val="200000"/>
              </a:lnSpc>
              <a:spcBef>
                <a:spcPct val="0"/>
              </a:spcBef>
              <a:spcAft>
                <a:spcPct val="0"/>
              </a:spcAft>
            </a:pPr>
            <a:r>
              <a:rPr lang="ar-DZ" altLang="zh-CN" sz="6000" b="1" u="sng" dirty="0" smtClean="0">
                <a:ln w="0"/>
                <a:solidFill>
                  <a:schemeClr val="tx1"/>
                </a:solidFill>
                <a:effectLst>
                  <a:outerShdw blurRad="38100" dist="19050" dir="2700000" algn="tl" rotWithShape="0">
                    <a:schemeClr val="dk1">
                      <a:alpha val="40000"/>
                    </a:schemeClr>
                  </a:outerShdw>
                </a:effectLst>
                <a:latin typeface="Times New Roman" pitchFamily="18" charset="0"/>
              </a:rPr>
              <a:t>ثــانــويــة أسـي يــوسـف بــوغــنـي</a:t>
            </a:r>
            <a:r>
              <a:rPr lang="ar-DZ" altLang="zh-CN" sz="6000" b="1" dirty="0" smtClean="0">
                <a:ln w="0"/>
                <a:solidFill>
                  <a:schemeClr val="tx1"/>
                </a:solidFill>
                <a:effectLst>
                  <a:outerShdw blurRad="38100" dist="19050" dir="2700000" algn="tl" rotWithShape="0">
                    <a:schemeClr val="dk1">
                      <a:alpha val="40000"/>
                    </a:schemeClr>
                  </a:outerShdw>
                </a:effectLst>
                <a:latin typeface="Times New Roman" pitchFamily="18" charset="0"/>
              </a:rPr>
              <a:t> </a:t>
            </a:r>
          </a:p>
          <a:p>
            <a:pPr lvl="0" algn="ctr" defTabSz="1009650" eaLnBrk="0" fontAlgn="base" hangingPunct="0">
              <a:spcBef>
                <a:spcPct val="0"/>
              </a:spcBef>
              <a:spcAft>
                <a:spcPct val="0"/>
              </a:spcAft>
            </a:pPr>
            <a:r>
              <a:rPr lang="ar-DZ" altLang="zh-CN" sz="6000" b="1" u="sng" dirty="0" smtClean="0">
                <a:ln w="0"/>
                <a:solidFill>
                  <a:schemeClr val="tx1"/>
                </a:solidFill>
                <a:effectLst>
                  <a:outerShdw blurRad="38100" dist="19050" dir="2700000" algn="tl" rotWithShape="0">
                    <a:schemeClr val="dk1">
                      <a:alpha val="40000"/>
                    </a:schemeClr>
                  </a:outerShdw>
                </a:effectLst>
                <a:latin typeface="Times New Roman" pitchFamily="18" charset="0"/>
                <a:cs typeface="+mj-cs"/>
              </a:rPr>
              <a:t>الـمــــادة : الـمــعـــلـــومــــاتـــيـــة</a:t>
            </a:r>
            <a:r>
              <a:rPr lang="ar-DZ" altLang="zh-CN" sz="6000" b="1" dirty="0" smtClean="0">
                <a:ln w="0"/>
                <a:solidFill>
                  <a:schemeClr val="tx1"/>
                </a:solidFill>
                <a:effectLst>
                  <a:outerShdw blurRad="38100" dist="19050" dir="2700000" algn="tl" rotWithShape="0">
                    <a:schemeClr val="dk1">
                      <a:alpha val="40000"/>
                    </a:schemeClr>
                  </a:outerShdw>
                </a:effectLst>
                <a:latin typeface="Times New Roman" pitchFamily="18" charset="0"/>
                <a:cs typeface="+mj-cs"/>
              </a:rPr>
              <a:t> </a:t>
            </a:r>
            <a:endParaRPr lang="ar-SA" altLang="zh-CN" sz="6000" b="1" dirty="0" smtClean="0">
              <a:ln w="0"/>
              <a:solidFill>
                <a:schemeClr val="tx1"/>
              </a:solidFill>
              <a:effectLst>
                <a:outerShdw blurRad="38100" dist="19050" dir="2700000" algn="tl" rotWithShape="0">
                  <a:schemeClr val="dk1">
                    <a:alpha val="40000"/>
                  </a:schemeClr>
                </a:outerShdw>
              </a:effectLst>
              <a:latin typeface="Arial" pitchFamily="34" charset="0"/>
              <a:cs typeface="+mj-cs"/>
            </a:endParaRPr>
          </a:p>
          <a:p>
            <a:pPr algn="ctr">
              <a:lnSpc>
                <a:spcPct val="150000"/>
              </a:lnSpc>
            </a:pPr>
            <a:endParaRPr lang="fr-FR" sz="5000" b="1"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762344071"/>
      </p:ext>
    </p:extLst>
  </p:cSld>
  <p:clrMapOvr>
    <a:masterClrMapping/>
  </p:clrMapOvr>
  <mc:AlternateContent xmlns:mc="http://schemas.openxmlformats.org/markup-compatibility/2006" xmlns:p14="http://schemas.microsoft.com/office/powerpoint/2010/main">
    <mc:Choice Requires="p14">
      <p:transition spd="slow" p14:dur="125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4"/>
          <p:cNvSpPr/>
          <p:nvPr/>
        </p:nvSpPr>
        <p:spPr>
          <a:xfrm>
            <a:off x="587388" y="3645024"/>
            <a:ext cx="10693188" cy="230425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algn="r" rtl="1"/>
            <a:r>
              <a:rPr lang="ar-SA" altLang="zh-CN" sz="4000" b="1" u="sng" dirty="0">
                <a:solidFill>
                  <a:srgbClr val="00B050"/>
                </a:solidFill>
                <a:latin typeface="Times New Roman" pitchFamily="18" charset="0"/>
                <a:ea typeface="Times New Roman" pitchFamily="18" charset="0"/>
                <a:cs typeface="Times New Roman" pitchFamily="18" charset="0"/>
              </a:rPr>
              <a:t>ال</a:t>
            </a:r>
            <a:r>
              <a:rPr lang="ar-DZ" altLang="zh-CN" sz="4000" b="1" u="sng" dirty="0" smtClean="0">
                <a:solidFill>
                  <a:srgbClr val="00B050"/>
                </a:solidFill>
                <a:latin typeface="Times New Roman" pitchFamily="18" charset="0"/>
                <a:ea typeface="Times New Roman" pitchFamily="18" charset="0"/>
                <a:cs typeface="Times New Roman" pitchFamily="18" charset="0"/>
              </a:rPr>
              <a:t>ـ</a:t>
            </a:r>
            <a:r>
              <a:rPr lang="ar-SA" altLang="zh-CN" sz="4000" b="1" u="sng" dirty="0" smtClean="0">
                <a:solidFill>
                  <a:srgbClr val="00B050"/>
                </a:solidFill>
                <a:latin typeface="Times New Roman" pitchFamily="18" charset="0"/>
                <a:ea typeface="Times New Roman" pitchFamily="18" charset="0"/>
                <a:cs typeface="Times New Roman" pitchFamily="18" charset="0"/>
              </a:rPr>
              <a:t>وح</a:t>
            </a:r>
            <a:r>
              <a:rPr lang="ar-DZ" altLang="zh-CN" sz="4000" b="1" u="sng" dirty="0" smtClean="0">
                <a:solidFill>
                  <a:srgbClr val="00B050"/>
                </a:solidFill>
                <a:latin typeface="Times New Roman" pitchFamily="18" charset="0"/>
                <a:ea typeface="Times New Roman" pitchFamily="18" charset="0"/>
                <a:cs typeface="Times New Roman" pitchFamily="18" charset="0"/>
              </a:rPr>
              <a:t>ــ</a:t>
            </a:r>
            <a:r>
              <a:rPr lang="ar-SA" altLang="zh-CN" sz="4000" b="1" u="sng" dirty="0" err="1">
                <a:solidFill>
                  <a:srgbClr val="00B050"/>
                </a:solidFill>
                <a:latin typeface="Times New Roman" pitchFamily="18" charset="0"/>
                <a:ea typeface="Times New Roman" pitchFamily="18" charset="0"/>
                <a:cs typeface="Times New Roman" pitchFamily="18" charset="0"/>
              </a:rPr>
              <a:t>دة</a:t>
            </a:r>
            <a:r>
              <a:rPr lang="ar-SA" altLang="zh-CN" sz="4000" b="1" u="sng" dirty="0">
                <a:solidFill>
                  <a:srgbClr val="00B050"/>
                </a:solidFill>
                <a:latin typeface="Times New Roman" pitchFamily="18" charset="0"/>
                <a:ea typeface="Times New Roman" pitchFamily="18" charset="0"/>
                <a:cs typeface="Times New Roman" pitchFamily="18" charset="0"/>
              </a:rPr>
              <a:t> </a:t>
            </a:r>
            <a:r>
              <a:rPr lang="ar-SA" altLang="zh-CN" sz="4000" b="1" u="sng" dirty="0" smtClean="0">
                <a:solidFill>
                  <a:srgbClr val="00B050"/>
                </a:solidFill>
                <a:latin typeface="Times New Roman" pitchFamily="18" charset="0"/>
                <a:ea typeface="Times New Roman" pitchFamily="18" charset="0"/>
                <a:cs typeface="Times New Roman" pitchFamily="18" charset="0"/>
              </a:rPr>
              <a:t>ال</a:t>
            </a:r>
            <a:r>
              <a:rPr lang="ar-DZ" altLang="zh-CN" sz="4000" b="1" u="sng" dirty="0" smtClean="0">
                <a:solidFill>
                  <a:srgbClr val="00B050"/>
                </a:solidFill>
                <a:latin typeface="Times New Roman" pitchFamily="18" charset="0"/>
                <a:ea typeface="Times New Roman" pitchFamily="18" charset="0"/>
                <a:cs typeface="Times New Roman" pitchFamily="18" charset="0"/>
              </a:rPr>
              <a:t>ـ</a:t>
            </a:r>
            <a:r>
              <a:rPr lang="ar-SA" altLang="zh-CN" sz="4000" b="1" u="sng" dirty="0">
                <a:solidFill>
                  <a:srgbClr val="00B050"/>
                </a:solidFill>
                <a:latin typeface="Times New Roman" pitchFamily="18" charset="0"/>
                <a:ea typeface="Times New Roman" pitchFamily="18" charset="0"/>
                <a:cs typeface="Times New Roman" pitchFamily="18" charset="0"/>
              </a:rPr>
              <a:t>ت</a:t>
            </a:r>
            <a:r>
              <a:rPr lang="ar-DZ" altLang="zh-CN" sz="4000" b="1" u="sng" dirty="0" smtClean="0">
                <a:solidFill>
                  <a:srgbClr val="00B050"/>
                </a:solidFill>
                <a:latin typeface="Times New Roman" pitchFamily="18" charset="0"/>
                <a:ea typeface="Times New Roman" pitchFamily="18" charset="0"/>
                <a:cs typeface="Times New Roman" pitchFamily="18" charset="0"/>
              </a:rPr>
              <a:t>ـ</a:t>
            </a:r>
            <a:r>
              <a:rPr lang="ar-SA" altLang="zh-CN" sz="4000" b="1" u="sng" dirty="0" smtClean="0">
                <a:solidFill>
                  <a:srgbClr val="00B050"/>
                </a:solidFill>
                <a:latin typeface="Times New Roman" pitchFamily="18" charset="0"/>
                <a:ea typeface="Times New Roman" pitchFamily="18" charset="0"/>
                <a:cs typeface="Times New Roman" pitchFamily="18" charset="0"/>
              </a:rPr>
              <a:t>ع</a:t>
            </a:r>
            <a:r>
              <a:rPr lang="ar-DZ" altLang="zh-CN" sz="4000" b="1" u="sng" dirty="0" smtClean="0">
                <a:solidFill>
                  <a:srgbClr val="00B050"/>
                </a:solidFill>
                <a:latin typeface="Times New Roman" pitchFamily="18" charset="0"/>
                <a:ea typeface="Times New Roman" pitchFamily="18" charset="0"/>
                <a:cs typeface="Times New Roman" pitchFamily="18" charset="0"/>
              </a:rPr>
              <a:t>ــ</a:t>
            </a:r>
            <a:r>
              <a:rPr lang="ar-SA" altLang="zh-CN" sz="4000" b="1" u="sng" dirty="0" smtClean="0">
                <a:solidFill>
                  <a:srgbClr val="00B050"/>
                </a:solidFill>
                <a:latin typeface="Times New Roman" pitchFamily="18" charset="0"/>
                <a:ea typeface="Times New Roman" pitchFamily="18" charset="0"/>
                <a:cs typeface="Times New Roman" pitchFamily="18" charset="0"/>
              </a:rPr>
              <a:t>ل</a:t>
            </a:r>
            <a:r>
              <a:rPr lang="ar-DZ" altLang="zh-CN" sz="4000" b="1" u="sng" dirty="0" smtClean="0">
                <a:solidFill>
                  <a:srgbClr val="00B050"/>
                </a:solidFill>
                <a:latin typeface="Times New Roman" pitchFamily="18" charset="0"/>
                <a:ea typeface="Times New Roman" pitchFamily="18" charset="0"/>
                <a:cs typeface="Times New Roman" pitchFamily="18" charset="0"/>
              </a:rPr>
              <a:t>ـ</a:t>
            </a:r>
            <a:r>
              <a:rPr lang="ar-SA" altLang="zh-CN" sz="4000" b="1" u="sng" dirty="0" smtClean="0">
                <a:solidFill>
                  <a:srgbClr val="00B050"/>
                </a:solidFill>
                <a:latin typeface="Times New Roman" pitchFamily="18" charset="0"/>
                <a:ea typeface="Times New Roman" pitchFamily="18" charset="0"/>
                <a:cs typeface="Times New Roman" pitchFamily="18" charset="0"/>
              </a:rPr>
              <a:t>ي</a:t>
            </a:r>
            <a:r>
              <a:rPr lang="ar-DZ" altLang="zh-CN" sz="4000" b="1" u="sng" dirty="0" smtClean="0">
                <a:solidFill>
                  <a:srgbClr val="00B050"/>
                </a:solidFill>
                <a:latin typeface="Times New Roman" pitchFamily="18" charset="0"/>
                <a:ea typeface="Times New Roman" pitchFamily="18" charset="0"/>
                <a:cs typeface="Times New Roman" pitchFamily="18" charset="0"/>
              </a:rPr>
              <a:t>ــ</a:t>
            </a:r>
            <a:r>
              <a:rPr lang="ar-SA" altLang="zh-CN" sz="4000" b="1" u="sng" dirty="0" smtClean="0">
                <a:solidFill>
                  <a:srgbClr val="00B050"/>
                </a:solidFill>
                <a:latin typeface="Times New Roman" pitchFamily="18" charset="0"/>
                <a:ea typeface="Times New Roman" pitchFamily="18" charset="0"/>
                <a:cs typeface="Times New Roman" pitchFamily="18" charset="0"/>
              </a:rPr>
              <a:t>م</a:t>
            </a:r>
            <a:r>
              <a:rPr lang="ar-DZ" altLang="zh-CN" sz="4000" b="1" u="sng" dirty="0" smtClean="0">
                <a:solidFill>
                  <a:srgbClr val="00B050"/>
                </a:solidFill>
                <a:latin typeface="Times New Roman" pitchFamily="18" charset="0"/>
                <a:ea typeface="Times New Roman" pitchFamily="18" charset="0"/>
                <a:cs typeface="Times New Roman" pitchFamily="18" charset="0"/>
              </a:rPr>
              <a:t>ـ</a:t>
            </a:r>
            <a:r>
              <a:rPr lang="ar-SA" altLang="zh-CN" sz="4000" b="1" u="sng" dirty="0" smtClean="0">
                <a:solidFill>
                  <a:srgbClr val="00B050"/>
                </a:solidFill>
                <a:latin typeface="Times New Roman" pitchFamily="18" charset="0"/>
                <a:ea typeface="Times New Roman" pitchFamily="18" charset="0"/>
                <a:cs typeface="Times New Roman" pitchFamily="18" charset="0"/>
              </a:rPr>
              <a:t>ي</a:t>
            </a:r>
            <a:r>
              <a:rPr lang="ar-DZ" altLang="zh-CN" sz="4000" b="1" u="sng" dirty="0" smtClean="0">
                <a:solidFill>
                  <a:srgbClr val="00B050"/>
                </a:solidFill>
                <a:latin typeface="Times New Roman" pitchFamily="18" charset="0"/>
                <a:ea typeface="Times New Roman" pitchFamily="18" charset="0"/>
                <a:cs typeface="Times New Roman" pitchFamily="18" charset="0"/>
              </a:rPr>
              <a:t>ـ</a:t>
            </a:r>
            <a:r>
              <a:rPr lang="ar-SA" altLang="zh-CN" sz="4000" b="1" u="sng" dirty="0">
                <a:solidFill>
                  <a:srgbClr val="00B050"/>
                </a:solidFill>
                <a:latin typeface="Times New Roman" pitchFamily="18" charset="0"/>
                <a:ea typeface="Times New Roman" pitchFamily="18" charset="0"/>
                <a:cs typeface="Times New Roman" pitchFamily="18" charset="0"/>
              </a:rPr>
              <a:t>ة</a:t>
            </a:r>
            <a:r>
              <a:rPr lang="ar-SA" altLang="zh-CN" sz="4000" b="1" dirty="0">
                <a:solidFill>
                  <a:srgbClr val="00B050"/>
                </a:solidFill>
                <a:latin typeface="Times New Roman" pitchFamily="18" charset="0"/>
                <a:ea typeface="Times New Roman" pitchFamily="18" charset="0"/>
                <a:cs typeface="Times New Roman" pitchFamily="18" charset="0"/>
              </a:rPr>
              <a:t> :</a:t>
            </a:r>
            <a:r>
              <a:rPr lang="ar-DZ" altLang="zh-CN" sz="4000" b="1" dirty="0">
                <a:solidFill>
                  <a:srgbClr val="00B050"/>
                </a:solidFill>
                <a:latin typeface="Times New Roman" pitchFamily="18" charset="0"/>
                <a:ea typeface="Times New Roman" pitchFamily="18" charset="0"/>
                <a:cs typeface="Times New Roman" pitchFamily="18" charset="0"/>
              </a:rPr>
              <a:t> </a:t>
            </a:r>
            <a:endParaRPr lang="ar-SA" altLang="zh-CN" sz="4000" b="1" dirty="0">
              <a:solidFill>
                <a:srgbClr val="00B050"/>
              </a:solidFill>
              <a:latin typeface="Times New Roman" pitchFamily="18" charset="0"/>
              <a:ea typeface="Times New Roman" pitchFamily="18" charset="0"/>
              <a:cs typeface="Times New Roman" pitchFamily="18" charset="0"/>
            </a:endParaRPr>
          </a:p>
        </p:txBody>
      </p:sp>
      <p:sp>
        <p:nvSpPr>
          <p:cNvPr id="6" name="Rectangle à coins arrondis 5"/>
          <p:cNvSpPr/>
          <p:nvPr/>
        </p:nvSpPr>
        <p:spPr>
          <a:xfrm>
            <a:off x="587388" y="950541"/>
            <a:ext cx="10801200" cy="2448272"/>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rtl="1">
              <a:lnSpc>
                <a:spcPct val="135000"/>
              </a:lnSpc>
            </a:pPr>
            <a:r>
              <a:rPr lang="ar-DZ" altLang="zh-CN" sz="4000" b="1" u="sng" dirty="0">
                <a:solidFill>
                  <a:srgbClr val="FF0000"/>
                </a:solidFill>
                <a:latin typeface="Times New Roman" pitchFamily="18" charset="0"/>
                <a:ea typeface="Droid Sans Fallback"/>
                <a:cs typeface="Times New Roman" pitchFamily="18" charset="0"/>
              </a:rPr>
              <a:t>الـمـجــال </a:t>
            </a:r>
            <a:r>
              <a:rPr lang="ar-DZ" altLang="zh-CN" sz="4000" b="1" u="sng" dirty="0" err="1">
                <a:solidFill>
                  <a:srgbClr val="FF0000"/>
                </a:solidFill>
                <a:latin typeface="Times New Roman" pitchFamily="18" charset="0"/>
                <a:ea typeface="Droid Sans Fallback"/>
                <a:cs typeface="Times New Roman" pitchFamily="18" charset="0"/>
              </a:rPr>
              <a:t>الـتَــعَـــلُــمِــي</a:t>
            </a:r>
            <a:r>
              <a:rPr lang="ar-DZ" altLang="zh-CN" sz="4000" b="1" u="sng" dirty="0">
                <a:solidFill>
                  <a:srgbClr val="FF0000"/>
                </a:solidFill>
                <a:latin typeface="Times New Roman" pitchFamily="18" charset="0"/>
                <a:ea typeface="Droid Sans Fallback"/>
                <a:cs typeface="Times New Roman" pitchFamily="18" charset="0"/>
              </a:rPr>
              <a:t> : </a:t>
            </a:r>
            <a:r>
              <a:rPr lang="ar-DZ" altLang="zh-CN" sz="4000" b="1" u="sng" dirty="0" smtClean="0">
                <a:solidFill>
                  <a:srgbClr val="FF0000"/>
                </a:solidFill>
                <a:latin typeface="Times New Roman" pitchFamily="18" charset="0"/>
                <a:ea typeface="Droid Sans Fallback"/>
                <a:cs typeface="Times New Roman" pitchFamily="18" charset="0"/>
              </a:rPr>
              <a:t>بــيــئـة الـتــعــامـل مـع الــحـاســـوب</a:t>
            </a:r>
            <a:endParaRPr lang="fr-FR" sz="4000" u="sng" dirty="0">
              <a:solidFill>
                <a:srgbClr val="FF0000"/>
              </a:solidFill>
            </a:endParaRPr>
          </a:p>
        </p:txBody>
      </p:sp>
      <p:sp>
        <p:nvSpPr>
          <p:cNvPr id="4" name="Espace réservé de la date 6"/>
          <p:cNvSpPr>
            <a:spLocks noGrp="1"/>
          </p:cNvSpPr>
          <p:nvPr>
            <p:ph type="dt" sz="half" idx="10"/>
          </p:nvPr>
        </p:nvSpPr>
        <p:spPr>
          <a:xfrm>
            <a:off x="587388" y="188640"/>
            <a:ext cx="2016224" cy="576064"/>
          </a:xfrm>
        </p:spPr>
        <p:style>
          <a:lnRef idx="1">
            <a:schemeClr val="accent3"/>
          </a:lnRef>
          <a:fillRef idx="2">
            <a:schemeClr val="accent3"/>
          </a:fillRef>
          <a:effectRef idx="1">
            <a:schemeClr val="accent3"/>
          </a:effectRef>
          <a:fontRef idx="minor">
            <a:schemeClr val="dk1"/>
          </a:fontRef>
        </p:style>
        <p:txBody>
          <a:bodyPr/>
          <a:lstStyle/>
          <a:p>
            <a:fld id="{2901635A-126F-4D9B-99FC-E41D53661A20}" type="datetime1">
              <a:rPr lang="fr-FR" sz="2400" b="1" u="sng"/>
              <a:t>11/10/2024</a:t>
            </a:fld>
            <a:endParaRPr lang="fr-BE" sz="2400" b="1" u="sng" dirty="0"/>
          </a:p>
        </p:txBody>
      </p:sp>
    </p:spTree>
    <p:extLst>
      <p:ext uri="{BB962C8B-B14F-4D97-AF65-F5344CB8AC3E}">
        <p14:creationId xmlns:p14="http://schemas.microsoft.com/office/powerpoint/2010/main" val="419290886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750" fill="hold"/>
                                        <p:tgtEl>
                                          <p:spTgt spid="6"/>
                                        </p:tgtEl>
                                        <p:attrNameLst>
                                          <p:attrName>ppt_w</p:attrName>
                                        </p:attrNameLst>
                                      </p:cBhvr>
                                      <p:tavLst>
                                        <p:tav tm="0">
                                          <p:val>
                                            <p:fltVal val="0"/>
                                          </p:val>
                                        </p:tav>
                                        <p:tav tm="100000">
                                          <p:val>
                                            <p:strVal val="#ppt_w"/>
                                          </p:val>
                                        </p:tav>
                                      </p:tavLst>
                                    </p:anim>
                                    <p:anim calcmode="lin" valueType="num">
                                      <p:cBhvr>
                                        <p:cTn id="8" dur="750" fill="hold"/>
                                        <p:tgtEl>
                                          <p:spTgt spid="6"/>
                                        </p:tgtEl>
                                        <p:attrNameLst>
                                          <p:attrName>ppt_h</p:attrName>
                                        </p:attrNameLst>
                                      </p:cBhvr>
                                      <p:tavLst>
                                        <p:tav tm="0">
                                          <p:val>
                                            <p:fltVal val="0"/>
                                          </p:val>
                                        </p:tav>
                                        <p:tav tm="100000">
                                          <p:val>
                                            <p:strVal val="#ppt_h"/>
                                          </p:val>
                                        </p:tav>
                                      </p:tavLst>
                                    </p:anim>
                                    <p:anim calcmode="lin" valueType="num">
                                      <p:cBhvr>
                                        <p:cTn id="9" dur="750" fill="hold"/>
                                        <p:tgtEl>
                                          <p:spTgt spid="6"/>
                                        </p:tgtEl>
                                        <p:attrNameLst>
                                          <p:attrName>style.rotation</p:attrName>
                                        </p:attrNameLst>
                                      </p:cBhvr>
                                      <p:tavLst>
                                        <p:tav tm="0">
                                          <p:val>
                                            <p:fltVal val="90"/>
                                          </p:val>
                                        </p:tav>
                                        <p:tav tm="100000">
                                          <p:val>
                                            <p:fltVal val="0"/>
                                          </p:val>
                                        </p:tav>
                                      </p:tavLst>
                                    </p:anim>
                                    <p:animEffect transition="in" filter="fade">
                                      <p:cBhvr>
                                        <p:cTn id="10" dur="75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750" fill="hold"/>
                                        <p:tgtEl>
                                          <p:spTgt spid="5"/>
                                        </p:tgtEl>
                                        <p:attrNameLst>
                                          <p:attrName>ppt_w</p:attrName>
                                        </p:attrNameLst>
                                      </p:cBhvr>
                                      <p:tavLst>
                                        <p:tav tm="0">
                                          <p:val>
                                            <p:fltVal val="0"/>
                                          </p:val>
                                        </p:tav>
                                        <p:tav tm="100000">
                                          <p:val>
                                            <p:strVal val="#ppt_w"/>
                                          </p:val>
                                        </p:tav>
                                      </p:tavLst>
                                    </p:anim>
                                    <p:anim calcmode="lin" valueType="num">
                                      <p:cBhvr>
                                        <p:cTn id="16" dur="750" fill="hold"/>
                                        <p:tgtEl>
                                          <p:spTgt spid="5"/>
                                        </p:tgtEl>
                                        <p:attrNameLst>
                                          <p:attrName>ppt_h</p:attrName>
                                        </p:attrNameLst>
                                      </p:cBhvr>
                                      <p:tavLst>
                                        <p:tav tm="0">
                                          <p:val>
                                            <p:fltVal val="0"/>
                                          </p:val>
                                        </p:tav>
                                        <p:tav tm="100000">
                                          <p:val>
                                            <p:strVal val="#ppt_h"/>
                                          </p:val>
                                        </p:tav>
                                      </p:tavLst>
                                    </p:anim>
                                    <p:anim calcmode="lin" valueType="num">
                                      <p:cBhvr>
                                        <p:cTn id="17" dur="750" fill="hold"/>
                                        <p:tgtEl>
                                          <p:spTgt spid="5"/>
                                        </p:tgtEl>
                                        <p:attrNameLst>
                                          <p:attrName>style.rotation</p:attrName>
                                        </p:attrNameLst>
                                      </p:cBhvr>
                                      <p:tavLst>
                                        <p:tav tm="0">
                                          <p:val>
                                            <p:fltVal val="90"/>
                                          </p:val>
                                        </p:tav>
                                        <p:tav tm="100000">
                                          <p:val>
                                            <p:fltVal val="0"/>
                                          </p:val>
                                        </p:tav>
                                      </p:tavLst>
                                    </p:anim>
                                    <p:animEffect transition="in" filter="fade">
                                      <p:cBhvr>
                                        <p:cTn id="18"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6000" b="1" u="sng" dirty="0" smtClean="0">
                <a:solidFill>
                  <a:srgbClr val="FF0000"/>
                </a:solidFill>
                <a:cs typeface="+mj-cs"/>
              </a:rPr>
              <a:t>الإشــكــالــيــة</a:t>
            </a:r>
            <a:r>
              <a:rPr lang="ar-DZ" sz="6000" b="1" dirty="0" smtClean="0">
                <a:solidFill>
                  <a:srgbClr val="FF0000"/>
                </a:solidFill>
                <a:cs typeface="+mj-cs"/>
              </a:rPr>
              <a:t> :</a:t>
            </a:r>
            <a:endParaRPr lang="fr-FR" sz="6000" i="1" dirty="0">
              <a:solidFill>
                <a:srgbClr val="FF0000"/>
              </a:solidFill>
              <a:cs typeface="+mj-cs"/>
            </a:endParaRPr>
          </a:p>
        </p:txBody>
      </p:sp>
      <p:sp>
        <p:nvSpPr>
          <p:cNvPr id="3" name="Espace réservé du contenu 2"/>
          <p:cNvSpPr>
            <a:spLocks noGrp="1"/>
          </p:cNvSpPr>
          <p:nvPr>
            <p:ph idx="1"/>
          </p:nvPr>
        </p:nvSpPr>
        <p:spPr>
          <a:xfrm>
            <a:off x="609600" y="1295188"/>
            <a:ext cx="10814992" cy="5061165"/>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30000"/>
              </a:lnSpc>
              <a:buNone/>
            </a:pPr>
            <a:endParaRPr lang="fr-FR" sz="600" b="1" dirty="0" smtClean="0">
              <a:cs typeface="+mj-cs"/>
            </a:endParaRPr>
          </a:p>
          <a:p>
            <a:pPr marL="0" indent="0" algn="just" rtl="1">
              <a:lnSpc>
                <a:spcPct val="130000"/>
              </a:lnSpc>
              <a:buNone/>
            </a:pPr>
            <a:r>
              <a:rPr lang="ar-DZ" sz="4400" b="1" dirty="0"/>
              <a:t>فـي كُـلِّ اتـصـالٍ لابُــدَّ مـن لـغـة مـشـتـركـة بـيـن الـمُــرْسِــل والـمُـسْـتَـقْـبِـل لـضـمـان الـتـفــاعــل بـيـنـهــمـا، أو عـلـى الأقــل وجــود وســيـط بـيـنـهــمـا عــنــد اخــتـلاف الـلُّـغـة، فـكـيـف نـتـواصـل ونـتـفـاعــل مـع الـحــاســوب ونـحـن لا نـفـهـم لــغــة الآلــة الّـتي لا يَـشْـتَـغِـلُ </a:t>
            </a:r>
            <a:r>
              <a:rPr lang="ar-DZ" sz="4800" b="1" dirty="0"/>
              <a:t>إلاّ بـهـا </a:t>
            </a:r>
            <a:r>
              <a:rPr lang="ar-DZ" sz="4800" b="1" dirty="0" smtClean="0">
                <a:cs typeface="+mj-cs"/>
              </a:rPr>
              <a:t>؟</a:t>
            </a:r>
            <a:endParaRPr lang="fr-FR" sz="48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9255" y="1231771"/>
            <a:ext cx="4837506" cy="2867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230471" y="1434942"/>
            <a:ext cx="4320480"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أمـريـكـي يـتـكـلـم فـقـط الـلـغـة الإنـجـلـيـزيـة</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9" name="Rectangle 8"/>
          <p:cNvSpPr/>
          <p:nvPr/>
        </p:nvSpPr>
        <p:spPr>
          <a:xfrm>
            <a:off x="7752184" y="1411816"/>
            <a:ext cx="4176464"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قـبـائـلي يـتـكـلـم فـقـط الـلـغـة الأمـازيـغـيـة </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AutoShape 10" descr="Résultat de recherche d'images pour &quot;ordinateur portable&quot;"/>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9" name="Rectangle 18"/>
          <p:cNvSpPr/>
          <p:nvPr/>
        </p:nvSpPr>
        <p:spPr>
          <a:xfrm>
            <a:off x="2848602" y="4573523"/>
            <a:ext cx="5770136" cy="646331"/>
          </a:xfrm>
          <a:prstGeom prst="rect">
            <a:avLst/>
          </a:prstGeom>
          <a:noFill/>
        </p:spPr>
        <p:txBody>
          <a:bodyPr wrap="square" lIns="91440" tIns="45720" rIns="91440" bIns="45720">
            <a:spAutoFit/>
          </a:bodyPr>
          <a:lstStyle/>
          <a:p>
            <a:pPr algn="ctr"/>
            <a:r>
              <a:rPr lang="ar-DZ" sz="3600" b="1" dirty="0" smtClean="0">
                <a:ln w="10541" cmpd="sng">
                  <a:solidFill>
                    <a:schemeClr val="accent1">
                      <a:shade val="88000"/>
                      <a:satMod val="110000"/>
                    </a:schemeClr>
                  </a:solidFill>
                  <a:prstDash val="solid"/>
                </a:ln>
                <a:solidFill>
                  <a:srgbClr val="FF0000"/>
                </a:solidFill>
              </a:rPr>
              <a:t>فـمـا هـو الـحـل للـتـواصـل بـيـنـهـمـا ؟</a:t>
            </a:r>
            <a:endParaRPr lang="fr-FR" sz="3600" b="1" dirty="0">
              <a:ln w="10541" cmpd="sng">
                <a:solidFill>
                  <a:schemeClr val="accent1">
                    <a:shade val="88000"/>
                    <a:satMod val="110000"/>
                  </a:schemeClr>
                </a:solidFill>
                <a:prstDash val="solid"/>
              </a:ln>
              <a:solidFill>
                <a:srgbClr val="FF0000"/>
              </a:solidFill>
            </a:endParaRPr>
          </a:p>
        </p:txBody>
      </p:sp>
      <p:sp>
        <p:nvSpPr>
          <p:cNvPr id="21" name="Rectangle 20"/>
          <p:cNvSpPr/>
          <p:nvPr/>
        </p:nvSpPr>
        <p:spPr>
          <a:xfrm>
            <a:off x="2637326" y="5611887"/>
            <a:ext cx="6192687" cy="769441"/>
          </a:xfrm>
          <a:prstGeom prst="rect">
            <a:avLst/>
          </a:prstGeom>
          <a:noFill/>
        </p:spPr>
        <p:txBody>
          <a:bodyPr wrap="square" lIns="91440" tIns="45720" rIns="91440" bIns="45720">
            <a:spAutoFit/>
          </a:bodyPr>
          <a:lstStyle/>
          <a:p>
            <a:pPr algn="ctr"/>
            <a:r>
              <a:rPr lang="ar-DZ" sz="4400" b="1" dirty="0" smtClean="0">
                <a:ln w="1905"/>
                <a:solidFill>
                  <a:srgbClr val="00B050"/>
                </a:solidFill>
                <a:effectLst>
                  <a:innerShdw blurRad="69850" dist="43180" dir="5400000">
                    <a:srgbClr val="000000">
                      <a:alpha val="65000"/>
                    </a:srgbClr>
                  </a:innerShdw>
                </a:effectLst>
                <a:cs typeface="+mj-cs"/>
              </a:rPr>
              <a:t>...................................</a:t>
            </a:r>
            <a:endParaRPr lang="fr-FR" sz="4800" b="1" dirty="0">
              <a:ln w="1905"/>
              <a:solidFill>
                <a:srgbClr val="00B050"/>
              </a:solidFill>
              <a:effectLst>
                <a:innerShdw blurRad="69850" dist="43180" dir="5400000">
                  <a:srgbClr val="000000">
                    <a:alpha val="65000"/>
                  </a:srgbClr>
                </a:innerShdw>
              </a:effectLst>
              <a:cs typeface="+mj-cs"/>
            </a:endParaRPr>
          </a:p>
        </p:txBody>
      </p:sp>
    </p:spTree>
    <p:extLst>
      <p:ext uri="{BB962C8B-B14F-4D97-AF65-F5344CB8AC3E}">
        <p14:creationId xmlns:p14="http://schemas.microsoft.com/office/powerpoint/2010/main" val="280812542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ppt_w</p:attrName>
                                        </p:attrNameLst>
                                      </p:cBhvr>
                                      <p:tavLst>
                                        <p:tav tm="0">
                                          <p:val>
                                            <p:fltVal val="0"/>
                                          </p:val>
                                        </p:tav>
                                        <p:tav tm="100000">
                                          <p:val>
                                            <p:strVal val="#ppt_w"/>
                                          </p:val>
                                        </p:tav>
                                      </p:tavLst>
                                    </p:anim>
                                    <p:anim calcmode="lin" valueType="num">
                                      <p:cBhvr>
                                        <p:cTn id="8" dur="1000" fill="hold"/>
                                        <p:tgtEl>
                                          <p:spTgt spid="1026"/>
                                        </p:tgtEl>
                                        <p:attrNameLst>
                                          <p:attrName>ppt_h</p:attrName>
                                        </p:attrNameLst>
                                      </p:cBhvr>
                                      <p:tavLst>
                                        <p:tav tm="0">
                                          <p:val>
                                            <p:fltVal val="0"/>
                                          </p:val>
                                        </p:tav>
                                        <p:tav tm="100000">
                                          <p:val>
                                            <p:strVal val="#ppt_h"/>
                                          </p:val>
                                        </p:tav>
                                      </p:tavLst>
                                    </p:anim>
                                    <p:anim calcmode="lin" valueType="num">
                                      <p:cBhvr>
                                        <p:cTn id="9" dur="1000" fill="hold"/>
                                        <p:tgtEl>
                                          <p:spTgt spid="1026"/>
                                        </p:tgtEl>
                                        <p:attrNameLst>
                                          <p:attrName>style.rotation</p:attrName>
                                        </p:attrNameLst>
                                      </p:cBhvr>
                                      <p:tavLst>
                                        <p:tav tm="0">
                                          <p:val>
                                            <p:fltVal val="90"/>
                                          </p:val>
                                        </p:tav>
                                        <p:tav tm="100000">
                                          <p:val>
                                            <p:fltVal val="0"/>
                                          </p:val>
                                        </p:tav>
                                      </p:tavLst>
                                    </p:anim>
                                    <p:animEffect transition="in" filter="fade">
                                      <p:cBhvr>
                                        <p:cTn id="10" dur="1000"/>
                                        <p:tgtEl>
                                          <p:spTgt spid="1026"/>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1000" fill="hold"/>
                                        <p:tgtEl>
                                          <p:spTgt spid="8"/>
                                        </p:tgtEl>
                                        <p:attrNameLst>
                                          <p:attrName>ppt_w</p:attrName>
                                        </p:attrNameLst>
                                      </p:cBhvr>
                                      <p:tavLst>
                                        <p:tav tm="0">
                                          <p:val>
                                            <p:fltVal val="0"/>
                                          </p:val>
                                        </p:tav>
                                        <p:tav tm="100000">
                                          <p:val>
                                            <p:strVal val="#ppt_w"/>
                                          </p:val>
                                        </p:tav>
                                      </p:tavLst>
                                    </p:anim>
                                    <p:anim calcmode="lin" valueType="num">
                                      <p:cBhvr>
                                        <p:cTn id="14" dur="1000" fill="hold"/>
                                        <p:tgtEl>
                                          <p:spTgt spid="8"/>
                                        </p:tgtEl>
                                        <p:attrNameLst>
                                          <p:attrName>ppt_h</p:attrName>
                                        </p:attrNameLst>
                                      </p:cBhvr>
                                      <p:tavLst>
                                        <p:tav tm="0">
                                          <p:val>
                                            <p:fltVal val="0"/>
                                          </p:val>
                                        </p:tav>
                                        <p:tav tm="100000">
                                          <p:val>
                                            <p:strVal val="#ppt_h"/>
                                          </p:val>
                                        </p:tav>
                                      </p:tavLst>
                                    </p:anim>
                                    <p:anim calcmode="lin" valueType="num">
                                      <p:cBhvr>
                                        <p:cTn id="15" dur="1000" fill="hold"/>
                                        <p:tgtEl>
                                          <p:spTgt spid="8"/>
                                        </p:tgtEl>
                                        <p:attrNameLst>
                                          <p:attrName>style.rotation</p:attrName>
                                        </p:attrNameLst>
                                      </p:cBhvr>
                                      <p:tavLst>
                                        <p:tav tm="0">
                                          <p:val>
                                            <p:fltVal val="90"/>
                                          </p:val>
                                        </p:tav>
                                        <p:tav tm="100000">
                                          <p:val>
                                            <p:fltVal val="0"/>
                                          </p:val>
                                        </p:tav>
                                      </p:tavLst>
                                    </p:anim>
                                    <p:animEffect transition="in" filter="fade">
                                      <p:cBhvr>
                                        <p:cTn id="16" dur="1000"/>
                                        <p:tgtEl>
                                          <p:spTgt spid="8"/>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1000" fill="hold"/>
                                        <p:tgtEl>
                                          <p:spTgt spid="9"/>
                                        </p:tgtEl>
                                        <p:attrNameLst>
                                          <p:attrName>ppt_w</p:attrName>
                                        </p:attrNameLst>
                                      </p:cBhvr>
                                      <p:tavLst>
                                        <p:tav tm="0">
                                          <p:val>
                                            <p:fltVal val="0"/>
                                          </p:val>
                                        </p:tav>
                                        <p:tav tm="100000">
                                          <p:val>
                                            <p:strVal val="#ppt_w"/>
                                          </p:val>
                                        </p:tav>
                                      </p:tavLst>
                                    </p:anim>
                                    <p:anim calcmode="lin" valueType="num">
                                      <p:cBhvr>
                                        <p:cTn id="20" dur="1000" fill="hold"/>
                                        <p:tgtEl>
                                          <p:spTgt spid="9"/>
                                        </p:tgtEl>
                                        <p:attrNameLst>
                                          <p:attrName>ppt_h</p:attrName>
                                        </p:attrNameLst>
                                      </p:cBhvr>
                                      <p:tavLst>
                                        <p:tav tm="0">
                                          <p:val>
                                            <p:fltVal val="0"/>
                                          </p:val>
                                        </p:tav>
                                        <p:tav tm="100000">
                                          <p:val>
                                            <p:strVal val="#ppt_h"/>
                                          </p:val>
                                        </p:tav>
                                      </p:tavLst>
                                    </p:anim>
                                    <p:anim calcmode="lin" valueType="num">
                                      <p:cBhvr>
                                        <p:cTn id="21" dur="1000" fill="hold"/>
                                        <p:tgtEl>
                                          <p:spTgt spid="9"/>
                                        </p:tgtEl>
                                        <p:attrNameLst>
                                          <p:attrName>style.rotation</p:attrName>
                                        </p:attrNameLst>
                                      </p:cBhvr>
                                      <p:tavLst>
                                        <p:tav tm="0">
                                          <p:val>
                                            <p:fltVal val="90"/>
                                          </p:val>
                                        </p:tav>
                                        <p:tav tm="100000">
                                          <p:val>
                                            <p:fltVal val="0"/>
                                          </p:val>
                                        </p:tav>
                                      </p:tavLst>
                                    </p:anim>
                                    <p:animEffect transition="in" filter="fade">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1000" fill="hold"/>
                                        <p:tgtEl>
                                          <p:spTgt spid="19"/>
                                        </p:tgtEl>
                                        <p:attrNameLst>
                                          <p:attrName>ppt_w</p:attrName>
                                        </p:attrNameLst>
                                      </p:cBhvr>
                                      <p:tavLst>
                                        <p:tav tm="0">
                                          <p:val>
                                            <p:fltVal val="0"/>
                                          </p:val>
                                        </p:tav>
                                        <p:tav tm="100000">
                                          <p:val>
                                            <p:strVal val="#ppt_w"/>
                                          </p:val>
                                        </p:tav>
                                      </p:tavLst>
                                    </p:anim>
                                    <p:anim calcmode="lin" valueType="num">
                                      <p:cBhvr>
                                        <p:cTn id="28" dur="1000" fill="hold"/>
                                        <p:tgtEl>
                                          <p:spTgt spid="19"/>
                                        </p:tgtEl>
                                        <p:attrNameLst>
                                          <p:attrName>ppt_h</p:attrName>
                                        </p:attrNameLst>
                                      </p:cBhvr>
                                      <p:tavLst>
                                        <p:tav tm="0">
                                          <p:val>
                                            <p:fltVal val="0"/>
                                          </p:val>
                                        </p:tav>
                                        <p:tav tm="100000">
                                          <p:val>
                                            <p:strVal val="#ppt_h"/>
                                          </p:val>
                                        </p:tav>
                                      </p:tavLst>
                                    </p:anim>
                                    <p:anim calcmode="lin" valueType="num">
                                      <p:cBhvr>
                                        <p:cTn id="29" dur="1000" fill="hold"/>
                                        <p:tgtEl>
                                          <p:spTgt spid="19"/>
                                        </p:tgtEl>
                                        <p:attrNameLst>
                                          <p:attrName>style.rotation</p:attrName>
                                        </p:attrNameLst>
                                      </p:cBhvr>
                                      <p:tavLst>
                                        <p:tav tm="0">
                                          <p:val>
                                            <p:fltVal val="90"/>
                                          </p:val>
                                        </p:tav>
                                        <p:tav tm="100000">
                                          <p:val>
                                            <p:fltVal val="0"/>
                                          </p:val>
                                        </p:tav>
                                      </p:tavLst>
                                    </p:anim>
                                    <p:animEffect transition="in" filter="fade">
                                      <p:cBhvr>
                                        <p:cTn id="30" dur="10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p:cTn id="35" dur="1000" fill="hold"/>
                                        <p:tgtEl>
                                          <p:spTgt spid="21"/>
                                        </p:tgtEl>
                                        <p:attrNameLst>
                                          <p:attrName>ppt_w</p:attrName>
                                        </p:attrNameLst>
                                      </p:cBhvr>
                                      <p:tavLst>
                                        <p:tav tm="0">
                                          <p:val>
                                            <p:fltVal val="0"/>
                                          </p:val>
                                        </p:tav>
                                        <p:tav tm="100000">
                                          <p:val>
                                            <p:strVal val="#ppt_w"/>
                                          </p:val>
                                        </p:tav>
                                      </p:tavLst>
                                    </p:anim>
                                    <p:anim calcmode="lin" valueType="num">
                                      <p:cBhvr>
                                        <p:cTn id="36" dur="1000" fill="hold"/>
                                        <p:tgtEl>
                                          <p:spTgt spid="21"/>
                                        </p:tgtEl>
                                        <p:attrNameLst>
                                          <p:attrName>ppt_h</p:attrName>
                                        </p:attrNameLst>
                                      </p:cBhvr>
                                      <p:tavLst>
                                        <p:tav tm="0">
                                          <p:val>
                                            <p:fltVal val="0"/>
                                          </p:val>
                                        </p:tav>
                                        <p:tav tm="100000">
                                          <p:val>
                                            <p:strVal val="#ppt_h"/>
                                          </p:val>
                                        </p:tav>
                                      </p:tavLst>
                                    </p:anim>
                                    <p:anim calcmode="lin" valueType="num">
                                      <p:cBhvr>
                                        <p:cTn id="37" dur="1000" fill="hold"/>
                                        <p:tgtEl>
                                          <p:spTgt spid="21"/>
                                        </p:tgtEl>
                                        <p:attrNameLst>
                                          <p:attrName>style.rotation</p:attrName>
                                        </p:attrNameLst>
                                      </p:cBhvr>
                                      <p:tavLst>
                                        <p:tav tm="0">
                                          <p:val>
                                            <p:fltVal val="90"/>
                                          </p:val>
                                        </p:tav>
                                        <p:tav tm="100000">
                                          <p:val>
                                            <p:fltVal val="0"/>
                                          </p:val>
                                        </p:tav>
                                      </p:tavLst>
                                    </p:anim>
                                    <p:animEffect transition="in" filter="fade">
                                      <p:cBhvr>
                                        <p:cTn id="38"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9"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9255" y="1231771"/>
            <a:ext cx="4837506" cy="2867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230471" y="1434942"/>
            <a:ext cx="4320480"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أمـريـكـي يـتـكـلـم فـقـط الـلـغـة الإنـجـلـيـزيـة</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9" name="Rectangle 8"/>
          <p:cNvSpPr/>
          <p:nvPr/>
        </p:nvSpPr>
        <p:spPr>
          <a:xfrm>
            <a:off x="7752184" y="1411816"/>
            <a:ext cx="4176464"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قـبـائـلي يـتـكـلـم فـقـط الـلـغـة الأمـازيـغـيـة </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AutoShape 10" descr="Résultat de recherche d'images pour &quot;ordinateur portable&quot;"/>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9" name="Rectangle 18"/>
          <p:cNvSpPr/>
          <p:nvPr/>
        </p:nvSpPr>
        <p:spPr>
          <a:xfrm>
            <a:off x="2848602" y="4573523"/>
            <a:ext cx="5770136" cy="646331"/>
          </a:xfrm>
          <a:prstGeom prst="rect">
            <a:avLst/>
          </a:prstGeom>
          <a:noFill/>
        </p:spPr>
        <p:txBody>
          <a:bodyPr wrap="square" lIns="91440" tIns="45720" rIns="91440" bIns="45720">
            <a:spAutoFit/>
          </a:bodyPr>
          <a:lstStyle/>
          <a:p>
            <a:pPr algn="ctr"/>
            <a:r>
              <a:rPr lang="ar-DZ" sz="3600" b="1" dirty="0" smtClean="0">
                <a:ln w="10541" cmpd="sng">
                  <a:solidFill>
                    <a:schemeClr val="accent1">
                      <a:shade val="88000"/>
                      <a:satMod val="110000"/>
                    </a:schemeClr>
                  </a:solidFill>
                  <a:prstDash val="solid"/>
                </a:ln>
                <a:solidFill>
                  <a:srgbClr val="FF0000"/>
                </a:solidFill>
              </a:rPr>
              <a:t>فـمـا هـو الـحـل للـتـواصـل بـيـنـهـمـا ؟</a:t>
            </a:r>
            <a:endParaRPr lang="fr-FR" sz="3600" b="1" dirty="0">
              <a:ln w="10541" cmpd="sng">
                <a:solidFill>
                  <a:schemeClr val="accent1">
                    <a:shade val="88000"/>
                    <a:satMod val="110000"/>
                  </a:schemeClr>
                </a:solidFill>
                <a:prstDash val="solid"/>
              </a:ln>
              <a:solidFill>
                <a:srgbClr val="FF0000"/>
              </a:solidFill>
            </a:endParaRPr>
          </a:p>
        </p:txBody>
      </p:sp>
      <p:sp>
        <p:nvSpPr>
          <p:cNvPr id="5" name="Rectangle 4"/>
          <p:cNvSpPr/>
          <p:nvPr/>
        </p:nvSpPr>
        <p:spPr>
          <a:xfrm>
            <a:off x="3353501" y="5323855"/>
            <a:ext cx="4760335" cy="769441"/>
          </a:xfrm>
          <a:prstGeom prst="rect">
            <a:avLst/>
          </a:prstGeom>
          <a:noFill/>
        </p:spPr>
        <p:txBody>
          <a:bodyPr wrap="square" lIns="91440" tIns="45720" rIns="91440" bIns="45720">
            <a:spAutoFit/>
          </a:bodyPr>
          <a:lstStyle/>
          <a:p>
            <a:pPr algn="ctr"/>
            <a:r>
              <a:rPr lang="ar-DZ" sz="4400" b="1" dirty="0" smtClean="0">
                <a:ln w="1905"/>
                <a:solidFill>
                  <a:srgbClr val="00B050"/>
                </a:solidFill>
                <a:effectLst>
                  <a:innerShdw blurRad="69850" dist="43180" dir="5400000">
                    <a:srgbClr val="000000">
                      <a:alpha val="65000"/>
                    </a:srgbClr>
                  </a:innerShdw>
                </a:effectLst>
                <a:cs typeface="+mj-cs"/>
              </a:rPr>
              <a:t>وسـيـط ( مـتـرجـم </a:t>
            </a:r>
            <a:r>
              <a:rPr lang="ar-DZ" sz="4400" b="1" dirty="0">
                <a:ln w="1905"/>
                <a:solidFill>
                  <a:srgbClr val="00B050"/>
                </a:solidFill>
                <a:effectLst>
                  <a:innerShdw blurRad="69850" dist="43180" dir="5400000">
                    <a:srgbClr val="000000">
                      <a:alpha val="65000"/>
                    </a:srgbClr>
                  </a:innerShdw>
                </a:effectLst>
                <a:cs typeface="+mj-cs"/>
              </a:rPr>
              <a:t>)</a:t>
            </a:r>
            <a:endParaRPr lang="fr-FR" sz="4400" b="1" dirty="0">
              <a:ln w="1905"/>
              <a:solidFill>
                <a:srgbClr val="00B050"/>
              </a:solidFill>
              <a:effectLst>
                <a:innerShdw blurRad="69850" dist="43180" dir="5400000">
                  <a:srgbClr val="000000">
                    <a:alpha val="65000"/>
                  </a:srgbClr>
                </a:innerShdw>
              </a:effectLst>
              <a:cs typeface="+mj-cs"/>
            </a:endParaRPr>
          </a:p>
        </p:txBody>
      </p:sp>
      <p:sp>
        <p:nvSpPr>
          <p:cNvPr id="21" name="Rectangle 20"/>
          <p:cNvSpPr/>
          <p:nvPr/>
        </p:nvSpPr>
        <p:spPr>
          <a:xfrm>
            <a:off x="2637326" y="5611887"/>
            <a:ext cx="6192687" cy="769441"/>
          </a:xfrm>
          <a:prstGeom prst="rect">
            <a:avLst/>
          </a:prstGeom>
          <a:noFill/>
        </p:spPr>
        <p:txBody>
          <a:bodyPr wrap="square" lIns="91440" tIns="45720" rIns="91440" bIns="45720">
            <a:spAutoFit/>
          </a:bodyPr>
          <a:lstStyle/>
          <a:p>
            <a:pPr algn="ctr"/>
            <a:r>
              <a:rPr lang="ar-DZ" sz="4400" b="1" dirty="0" smtClean="0">
                <a:ln w="1905"/>
                <a:solidFill>
                  <a:srgbClr val="00B050"/>
                </a:solidFill>
                <a:effectLst>
                  <a:innerShdw blurRad="69850" dist="43180" dir="5400000">
                    <a:srgbClr val="000000">
                      <a:alpha val="65000"/>
                    </a:srgbClr>
                  </a:innerShdw>
                </a:effectLst>
                <a:cs typeface="+mj-cs"/>
              </a:rPr>
              <a:t>...................................</a:t>
            </a:r>
            <a:endParaRPr lang="fr-FR" sz="4800" b="1" dirty="0">
              <a:ln w="1905"/>
              <a:solidFill>
                <a:srgbClr val="00B050"/>
              </a:solidFill>
              <a:effectLst>
                <a:innerShdw blurRad="69850" dist="43180" dir="5400000">
                  <a:srgbClr val="000000">
                    <a:alpha val="65000"/>
                  </a:srgbClr>
                </a:innerShdw>
              </a:effectLst>
              <a:cs typeface="+mj-cs"/>
            </a:endParaRPr>
          </a:p>
        </p:txBody>
      </p:sp>
    </p:spTree>
    <p:extLst>
      <p:ext uri="{BB962C8B-B14F-4D97-AF65-F5344CB8AC3E}">
        <p14:creationId xmlns:p14="http://schemas.microsoft.com/office/powerpoint/2010/main" val="353672301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ppt_w</p:attrName>
                                        </p:attrNameLst>
                                      </p:cBhvr>
                                      <p:tavLst>
                                        <p:tav tm="0">
                                          <p:val>
                                            <p:fltVal val="0"/>
                                          </p:val>
                                        </p:tav>
                                        <p:tav tm="100000">
                                          <p:val>
                                            <p:strVal val="#ppt_w"/>
                                          </p:val>
                                        </p:tav>
                                      </p:tavLst>
                                    </p:anim>
                                    <p:anim calcmode="lin" valueType="num">
                                      <p:cBhvr>
                                        <p:cTn id="8" dur="1000" fill="hold"/>
                                        <p:tgtEl>
                                          <p:spTgt spid="1026"/>
                                        </p:tgtEl>
                                        <p:attrNameLst>
                                          <p:attrName>ppt_h</p:attrName>
                                        </p:attrNameLst>
                                      </p:cBhvr>
                                      <p:tavLst>
                                        <p:tav tm="0">
                                          <p:val>
                                            <p:fltVal val="0"/>
                                          </p:val>
                                        </p:tav>
                                        <p:tav tm="100000">
                                          <p:val>
                                            <p:strVal val="#ppt_h"/>
                                          </p:val>
                                        </p:tav>
                                      </p:tavLst>
                                    </p:anim>
                                    <p:anim calcmode="lin" valueType="num">
                                      <p:cBhvr>
                                        <p:cTn id="9" dur="1000" fill="hold"/>
                                        <p:tgtEl>
                                          <p:spTgt spid="1026"/>
                                        </p:tgtEl>
                                        <p:attrNameLst>
                                          <p:attrName>style.rotation</p:attrName>
                                        </p:attrNameLst>
                                      </p:cBhvr>
                                      <p:tavLst>
                                        <p:tav tm="0">
                                          <p:val>
                                            <p:fltVal val="90"/>
                                          </p:val>
                                        </p:tav>
                                        <p:tav tm="100000">
                                          <p:val>
                                            <p:fltVal val="0"/>
                                          </p:val>
                                        </p:tav>
                                      </p:tavLst>
                                    </p:anim>
                                    <p:animEffect transition="in" filter="fade">
                                      <p:cBhvr>
                                        <p:cTn id="10" dur="1000"/>
                                        <p:tgtEl>
                                          <p:spTgt spid="1026"/>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1000" fill="hold"/>
                                        <p:tgtEl>
                                          <p:spTgt spid="8"/>
                                        </p:tgtEl>
                                        <p:attrNameLst>
                                          <p:attrName>ppt_w</p:attrName>
                                        </p:attrNameLst>
                                      </p:cBhvr>
                                      <p:tavLst>
                                        <p:tav tm="0">
                                          <p:val>
                                            <p:fltVal val="0"/>
                                          </p:val>
                                        </p:tav>
                                        <p:tav tm="100000">
                                          <p:val>
                                            <p:strVal val="#ppt_w"/>
                                          </p:val>
                                        </p:tav>
                                      </p:tavLst>
                                    </p:anim>
                                    <p:anim calcmode="lin" valueType="num">
                                      <p:cBhvr>
                                        <p:cTn id="14" dur="1000" fill="hold"/>
                                        <p:tgtEl>
                                          <p:spTgt spid="8"/>
                                        </p:tgtEl>
                                        <p:attrNameLst>
                                          <p:attrName>ppt_h</p:attrName>
                                        </p:attrNameLst>
                                      </p:cBhvr>
                                      <p:tavLst>
                                        <p:tav tm="0">
                                          <p:val>
                                            <p:fltVal val="0"/>
                                          </p:val>
                                        </p:tav>
                                        <p:tav tm="100000">
                                          <p:val>
                                            <p:strVal val="#ppt_h"/>
                                          </p:val>
                                        </p:tav>
                                      </p:tavLst>
                                    </p:anim>
                                    <p:anim calcmode="lin" valueType="num">
                                      <p:cBhvr>
                                        <p:cTn id="15" dur="1000" fill="hold"/>
                                        <p:tgtEl>
                                          <p:spTgt spid="8"/>
                                        </p:tgtEl>
                                        <p:attrNameLst>
                                          <p:attrName>style.rotation</p:attrName>
                                        </p:attrNameLst>
                                      </p:cBhvr>
                                      <p:tavLst>
                                        <p:tav tm="0">
                                          <p:val>
                                            <p:fltVal val="90"/>
                                          </p:val>
                                        </p:tav>
                                        <p:tav tm="100000">
                                          <p:val>
                                            <p:fltVal val="0"/>
                                          </p:val>
                                        </p:tav>
                                      </p:tavLst>
                                    </p:anim>
                                    <p:animEffect transition="in" filter="fade">
                                      <p:cBhvr>
                                        <p:cTn id="16" dur="1000"/>
                                        <p:tgtEl>
                                          <p:spTgt spid="8"/>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1000" fill="hold"/>
                                        <p:tgtEl>
                                          <p:spTgt spid="9"/>
                                        </p:tgtEl>
                                        <p:attrNameLst>
                                          <p:attrName>ppt_w</p:attrName>
                                        </p:attrNameLst>
                                      </p:cBhvr>
                                      <p:tavLst>
                                        <p:tav tm="0">
                                          <p:val>
                                            <p:fltVal val="0"/>
                                          </p:val>
                                        </p:tav>
                                        <p:tav tm="100000">
                                          <p:val>
                                            <p:strVal val="#ppt_w"/>
                                          </p:val>
                                        </p:tav>
                                      </p:tavLst>
                                    </p:anim>
                                    <p:anim calcmode="lin" valueType="num">
                                      <p:cBhvr>
                                        <p:cTn id="20" dur="1000" fill="hold"/>
                                        <p:tgtEl>
                                          <p:spTgt spid="9"/>
                                        </p:tgtEl>
                                        <p:attrNameLst>
                                          <p:attrName>ppt_h</p:attrName>
                                        </p:attrNameLst>
                                      </p:cBhvr>
                                      <p:tavLst>
                                        <p:tav tm="0">
                                          <p:val>
                                            <p:fltVal val="0"/>
                                          </p:val>
                                        </p:tav>
                                        <p:tav tm="100000">
                                          <p:val>
                                            <p:strVal val="#ppt_h"/>
                                          </p:val>
                                        </p:tav>
                                      </p:tavLst>
                                    </p:anim>
                                    <p:anim calcmode="lin" valueType="num">
                                      <p:cBhvr>
                                        <p:cTn id="21" dur="1000" fill="hold"/>
                                        <p:tgtEl>
                                          <p:spTgt spid="9"/>
                                        </p:tgtEl>
                                        <p:attrNameLst>
                                          <p:attrName>style.rotation</p:attrName>
                                        </p:attrNameLst>
                                      </p:cBhvr>
                                      <p:tavLst>
                                        <p:tav tm="0">
                                          <p:val>
                                            <p:fltVal val="90"/>
                                          </p:val>
                                        </p:tav>
                                        <p:tav tm="100000">
                                          <p:val>
                                            <p:fltVal val="0"/>
                                          </p:val>
                                        </p:tav>
                                      </p:tavLst>
                                    </p:anim>
                                    <p:animEffect transition="in" filter="fade">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p:cTn id="27" dur="1000" fill="hold"/>
                                        <p:tgtEl>
                                          <p:spTgt spid="5"/>
                                        </p:tgtEl>
                                        <p:attrNameLst>
                                          <p:attrName>ppt_w</p:attrName>
                                        </p:attrNameLst>
                                      </p:cBhvr>
                                      <p:tavLst>
                                        <p:tav tm="0">
                                          <p:val>
                                            <p:fltVal val="0"/>
                                          </p:val>
                                        </p:tav>
                                        <p:tav tm="100000">
                                          <p:val>
                                            <p:strVal val="#ppt_w"/>
                                          </p:val>
                                        </p:tav>
                                      </p:tavLst>
                                    </p:anim>
                                    <p:anim calcmode="lin" valueType="num">
                                      <p:cBhvr>
                                        <p:cTn id="28" dur="1000" fill="hold"/>
                                        <p:tgtEl>
                                          <p:spTgt spid="5"/>
                                        </p:tgtEl>
                                        <p:attrNameLst>
                                          <p:attrName>ppt_h</p:attrName>
                                        </p:attrNameLst>
                                      </p:cBhvr>
                                      <p:tavLst>
                                        <p:tav tm="0">
                                          <p:val>
                                            <p:fltVal val="0"/>
                                          </p:val>
                                        </p:tav>
                                        <p:tav tm="100000">
                                          <p:val>
                                            <p:strVal val="#ppt_h"/>
                                          </p:val>
                                        </p:tav>
                                      </p:tavLst>
                                    </p:anim>
                                    <p:anim calcmode="lin" valueType="num">
                                      <p:cBhvr>
                                        <p:cTn id="29" dur="1000" fill="hold"/>
                                        <p:tgtEl>
                                          <p:spTgt spid="5"/>
                                        </p:tgtEl>
                                        <p:attrNameLst>
                                          <p:attrName>style.rotation</p:attrName>
                                        </p:attrNameLst>
                                      </p:cBhvr>
                                      <p:tavLst>
                                        <p:tav tm="0">
                                          <p:val>
                                            <p:fltVal val="90"/>
                                          </p:val>
                                        </p:tav>
                                        <p:tav tm="100000">
                                          <p:val>
                                            <p:fltVal val="0"/>
                                          </p:val>
                                        </p:tav>
                                      </p:tavLst>
                                    </p:anim>
                                    <p:animEffect transition="in" filter="fade">
                                      <p:cBhvr>
                                        <p:cTn id="30" dur="10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p:cTn id="35" dur="1000" fill="hold"/>
                                        <p:tgtEl>
                                          <p:spTgt spid="19"/>
                                        </p:tgtEl>
                                        <p:attrNameLst>
                                          <p:attrName>ppt_w</p:attrName>
                                        </p:attrNameLst>
                                      </p:cBhvr>
                                      <p:tavLst>
                                        <p:tav tm="0">
                                          <p:val>
                                            <p:fltVal val="0"/>
                                          </p:val>
                                        </p:tav>
                                        <p:tav tm="100000">
                                          <p:val>
                                            <p:strVal val="#ppt_w"/>
                                          </p:val>
                                        </p:tav>
                                      </p:tavLst>
                                    </p:anim>
                                    <p:anim calcmode="lin" valueType="num">
                                      <p:cBhvr>
                                        <p:cTn id="36" dur="1000" fill="hold"/>
                                        <p:tgtEl>
                                          <p:spTgt spid="19"/>
                                        </p:tgtEl>
                                        <p:attrNameLst>
                                          <p:attrName>ppt_h</p:attrName>
                                        </p:attrNameLst>
                                      </p:cBhvr>
                                      <p:tavLst>
                                        <p:tav tm="0">
                                          <p:val>
                                            <p:fltVal val="0"/>
                                          </p:val>
                                        </p:tav>
                                        <p:tav tm="100000">
                                          <p:val>
                                            <p:strVal val="#ppt_h"/>
                                          </p:val>
                                        </p:tav>
                                      </p:tavLst>
                                    </p:anim>
                                    <p:anim calcmode="lin" valueType="num">
                                      <p:cBhvr>
                                        <p:cTn id="37" dur="1000" fill="hold"/>
                                        <p:tgtEl>
                                          <p:spTgt spid="19"/>
                                        </p:tgtEl>
                                        <p:attrNameLst>
                                          <p:attrName>style.rotation</p:attrName>
                                        </p:attrNameLst>
                                      </p:cBhvr>
                                      <p:tavLst>
                                        <p:tav tm="0">
                                          <p:val>
                                            <p:fltVal val="90"/>
                                          </p:val>
                                        </p:tav>
                                        <p:tav tm="100000">
                                          <p:val>
                                            <p:fltVal val="0"/>
                                          </p:val>
                                        </p:tav>
                                      </p:tavLst>
                                    </p:anim>
                                    <p:animEffect transition="in" filter="fade">
                                      <p:cBhvr>
                                        <p:cTn id="38" dur="10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p:cTn id="43" dur="1000" fill="hold"/>
                                        <p:tgtEl>
                                          <p:spTgt spid="21"/>
                                        </p:tgtEl>
                                        <p:attrNameLst>
                                          <p:attrName>ppt_w</p:attrName>
                                        </p:attrNameLst>
                                      </p:cBhvr>
                                      <p:tavLst>
                                        <p:tav tm="0">
                                          <p:val>
                                            <p:fltVal val="0"/>
                                          </p:val>
                                        </p:tav>
                                        <p:tav tm="100000">
                                          <p:val>
                                            <p:strVal val="#ppt_w"/>
                                          </p:val>
                                        </p:tav>
                                      </p:tavLst>
                                    </p:anim>
                                    <p:anim calcmode="lin" valueType="num">
                                      <p:cBhvr>
                                        <p:cTn id="44" dur="1000" fill="hold"/>
                                        <p:tgtEl>
                                          <p:spTgt spid="21"/>
                                        </p:tgtEl>
                                        <p:attrNameLst>
                                          <p:attrName>ppt_h</p:attrName>
                                        </p:attrNameLst>
                                      </p:cBhvr>
                                      <p:tavLst>
                                        <p:tav tm="0">
                                          <p:val>
                                            <p:fltVal val="0"/>
                                          </p:val>
                                        </p:tav>
                                        <p:tav tm="100000">
                                          <p:val>
                                            <p:strVal val="#ppt_h"/>
                                          </p:val>
                                        </p:tav>
                                      </p:tavLst>
                                    </p:anim>
                                    <p:anim calcmode="lin" valueType="num">
                                      <p:cBhvr>
                                        <p:cTn id="45" dur="1000" fill="hold"/>
                                        <p:tgtEl>
                                          <p:spTgt spid="21"/>
                                        </p:tgtEl>
                                        <p:attrNameLst>
                                          <p:attrName>style.rotation</p:attrName>
                                        </p:attrNameLst>
                                      </p:cBhvr>
                                      <p:tavLst>
                                        <p:tav tm="0">
                                          <p:val>
                                            <p:fltVal val="90"/>
                                          </p:val>
                                        </p:tav>
                                        <p:tav tm="100000">
                                          <p:val>
                                            <p:fltVal val="0"/>
                                          </p:val>
                                        </p:tav>
                                      </p:tavLst>
                                    </p:anim>
                                    <p:animEffect transition="in" filter="fade">
                                      <p:cBhvr>
                                        <p:cTn id="46"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9" grpId="0"/>
      <p:bldP spid="5"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9255" y="778696"/>
            <a:ext cx="4837506" cy="2867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230471" y="981867"/>
            <a:ext cx="4320480"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أمـريـكـي يـتـكـلـم فـقـط الـلـغـة الإنـجـلـيـزيـة</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9" name="Rectangle 8"/>
          <p:cNvSpPr/>
          <p:nvPr/>
        </p:nvSpPr>
        <p:spPr>
          <a:xfrm>
            <a:off x="7752184" y="958741"/>
            <a:ext cx="4176464"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قـبـائـلي يـتـكـلـم فـقـط الـلـغـة الأمـازيـغـيـة </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2948" y="4070325"/>
            <a:ext cx="1728192"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946130" y="3362439"/>
            <a:ext cx="2167467" cy="707886"/>
          </a:xfrm>
          <a:prstGeom prst="rect">
            <a:avLst/>
          </a:prstGeom>
          <a:noFill/>
        </p:spPr>
        <p:txBody>
          <a:bodyPr wrap="square" lIns="91440" tIns="45720" rIns="91440" bIns="45720">
            <a:spAutoFit/>
          </a:bodyPr>
          <a:lstStyle/>
          <a:p>
            <a:pPr algn="ctr" rtl="1"/>
            <a:r>
              <a:rPr lang="ar-DZ" sz="4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مـسـتـخـدم</a:t>
            </a:r>
            <a:endParaRPr lang="fr-FR"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4" name="Rectangle 13"/>
          <p:cNvSpPr/>
          <p:nvPr/>
        </p:nvSpPr>
        <p:spPr>
          <a:xfrm>
            <a:off x="8707520" y="3306649"/>
            <a:ext cx="2167467" cy="707886"/>
          </a:xfrm>
          <a:prstGeom prst="rect">
            <a:avLst/>
          </a:prstGeom>
          <a:noFill/>
        </p:spPr>
        <p:txBody>
          <a:bodyPr wrap="square" lIns="91440" tIns="45720" rIns="91440" bIns="45720">
            <a:spAutoFit/>
          </a:bodyPr>
          <a:lstStyle/>
          <a:p>
            <a:pPr algn="ctr"/>
            <a:r>
              <a:rPr lang="ar-DZ" sz="4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حـاسـوب</a:t>
            </a:r>
            <a:endParaRPr lang="fr-FR"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AutoShape 10" descr="Résultat de recherche d'images pour &quot;ordinateur portable&quot;"/>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035"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9590" y="4014535"/>
            <a:ext cx="2356479" cy="2216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Rectangle 18"/>
          <p:cNvSpPr/>
          <p:nvPr/>
        </p:nvSpPr>
        <p:spPr>
          <a:xfrm>
            <a:off x="2848602" y="4214577"/>
            <a:ext cx="5770136" cy="646331"/>
          </a:xfrm>
          <a:prstGeom prst="rect">
            <a:avLst/>
          </a:prstGeom>
          <a:noFill/>
        </p:spPr>
        <p:txBody>
          <a:bodyPr wrap="square" lIns="91440" tIns="45720" rIns="91440" bIns="45720">
            <a:spAutoFit/>
          </a:bodyPr>
          <a:lstStyle/>
          <a:p>
            <a:pPr algn="ctr"/>
            <a:r>
              <a:rPr lang="ar-DZ" sz="3600" b="1" dirty="0" smtClean="0">
                <a:ln w="10541" cmpd="sng">
                  <a:solidFill>
                    <a:schemeClr val="accent1">
                      <a:shade val="88000"/>
                      <a:satMod val="110000"/>
                    </a:schemeClr>
                  </a:solidFill>
                  <a:prstDash val="solid"/>
                </a:ln>
                <a:solidFill>
                  <a:srgbClr val="FF0000"/>
                </a:solidFill>
              </a:rPr>
              <a:t>فـمـا هـو الـحـل للـتـواصـل بـيـنـهـمـا ؟</a:t>
            </a:r>
            <a:endParaRPr lang="fr-FR" sz="3600" b="1" dirty="0">
              <a:ln w="10541" cmpd="sng">
                <a:solidFill>
                  <a:schemeClr val="accent1">
                    <a:shade val="88000"/>
                    <a:satMod val="110000"/>
                  </a:schemeClr>
                </a:solidFill>
                <a:prstDash val="solid"/>
              </a:ln>
              <a:solidFill>
                <a:srgbClr val="FF0000"/>
              </a:solidFill>
            </a:endParaRPr>
          </a:p>
        </p:txBody>
      </p:sp>
      <p:sp>
        <p:nvSpPr>
          <p:cNvPr id="5" name="Rectangle 4"/>
          <p:cNvSpPr/>
          <p:nvPr/>
        </p:nvSpPr>
        <p:spPr>
          <a:xfrm>
            <a:off x="3829255" y="3245094"/>
            <a:ext cx="4760335" cy="769441"/>
          </a:xfrm>
          <a:prstGeom prst="rect">
            <a:avLst/>
          </a:prstGeom>
          <a:noFill/>
        </p:spPr>
        <p:txBody>
          <a:bodyPr wrap="square" lIns="91440" tIns="45720" rIns="91440" bIns="45720">
            <a:spAutoFit/>
          </a:bodyPr>
          <a:lstStyle/>
          <a:p>
            <a:pPr algn="ctr"/>
            <a:r>
              <a:rPr lang="ar-DZ" sz="4400" b="1" dirty="0" smtClean="0">
                <a:ln w="1905"/>
                <a:solidFill>
                  <a:srgbClr val="00B050"/>
                </a:solidFill>
                <a:effectLst>
                  <a:innerShdw blurRad="69850" dist="43180" dir="5400000">
                    <a:srgbClr val="000000">
                      <a:alpha val="65000"/>
                    </a:srgbClr>
                  </a:innerShdw>
                </a:effectLst>
                <a:cs typeface="+mj-cs"/>
              </a:rPr>
              <a:t>وسـيـط ( مـتـرجـم </a:t>
            </a:r>
            <a:r>
              <a:rPr lang="ar-DZ" sz="4400" b="1" dirty="0">
                <a:ln w="1905"/>
                <a:solidFill>
                  <a:srgbClr val="00B050"/>
                </a:solidFill>
                <a:effectLst>
                  <a:innerShdw blurRad="69850" dist="43180" dir="5400000">
                    <a:srgbClr val="000000">
                      <a:alpha val="65000"/>
                    </a:srgbClr>
                  </a:innerShdw>
                </a:effectLst>
                <a:cs typeface="+mj-cs"/>
              </a:rPr>
              <a:t>)</a:t>
            </a:r>
            <a:endParaRPr lang="fr-FR" sz="4400" b="1" dirty="0">
              <a:ln w="1905"/>
              <a:solidFill>
                <a:srgbClr val="00B050"/>
              </a:solidFill>
              <a:effectLst>
                <a:innerShdw blurRad="69850" dist="43180" dir="5400000">
                  <a:srgbClr val="000000">
                    <a:alpha val="65000"/>
                  </a:srgbClr>
                </a:innerShdw>
              </a:effectLst>
              <a:cs typeface="+mj-cs"/>
            </a:endParaRPr>
          </a:p>
        </p:txBody>
      </p:sp>
      <p:sp>
        <p:nvSpPr>
          <p:cNvPr id="15" name="Rectangle 14"/>
          <p:cNvSpPr/>
          <p:nvPr/>
        </p:nvSpPr>
        <p:spPr>
          <a:xfrm>
            <a:off x="3362940" y="199249"/>
            <a:ext cx="5770136" cy="646331"/>
          </a:xfrm>
          <a:prstGeom prst="rect">
            <a:avLst/>
          </a:prstGeom>
          <a:noFill/>
        </p:spPr>
        <p:txBody>
          <a:bodyPr wrap="square" lIns="91440" tIns="45720" rIns="91440" bIns="45720">
            <a:spAutoFit/>
          </a:bodyPr>
          <a:lstStyle/>
          <a:p>
            <a:pPr algn="ctr"/>
            <a:r>
              <a:rPr lang="ar-DZ" sz="3600" b="1" dirty="0" smtClean="0">
                <a:ln w="10541" cmpd="sng">
                  <a:solidFill>
                    <a:schemeClr val="accent1">
                      <a:shade val="88000"/>
                      <a:satMod val="110000"/>
                    </a:schemeClr>
                  </a:solidFill>
                  <a:prstDash val="solid"/>
                </a:ln>
                <a:solidFill>
                  <a:srgbClr val="FF0000"/>
                </a:solidFill>
              </a:rPr>
              <a:t>فـمـا هـو الـحـل للـتـواصـل بـيـنـهـمـا ؟</a:t>
            </a:r>
            <a:endParaRPr lang="fr-FR" sz="3600" b="1" dirty="0">
              <a:ln w="10541" cmpd="sng">
                <a:solidFill>
                  <a:schemeClr val="accent1">
                    <a:shade val="88000"/>
                    <a:satMod val="110000"/>
                  </a:schemeClr>
                </a:solidFill>
                <a:prstDash val="solid"/>
              </a:ln>
              <a:solidFill>
                <a:srgbClr val="FF0000"/>
              </a:solidFill>
            </a:endParaRPr>
          </a:p>
        </p:txBody>
      </p:sp>
      <p:sp>
        <p:nvSpPr>
          <p:cNvPr id="16" name="Rectangle 15"/>
          <p:cNvSpPr/>
          <p:nvPr/>
        </p:nvSpPr>
        <p:spPr>
          <a:xfrm>
            <a:off x="8760296" y="6122792"/>
            <a:ext cx="2167467" cy="707886"/>
          </a:xfrm>
          <a:prstGeom prst="rect">
            <a:avLst/>
          </a:prstGeom>
          <a:noFill/>
        </p:spPr>
        <p:txBody>
          <a:bodyPr wrap="square" lIns="91440" tIns="45720" rIns="91440" bIns="45720">
            <a:spAutoFit/>
          </a:bodyPr>
          <a:lstStyle/>
          <a:p>
            <a:pPr algn="ctr"/>
            <a:r>
              <a:rPr lang="ar-DZ" sz="4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لـغـة الآلــة</a:t>
            </a:r>
            <a:endParaRPr lang="fr-FR"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7" name="Rectangle 16"/>
          <p:cNvSpPr/>
          <p:nvPr/>
        </p:nvSpPr>
        <p:spPr>
          <a:xfrm>
            <a:off x="2762346" y="5276315"/>
            <a:ext cx="6192687" cy="769441"/>
          </a:xfrm>
          <a:prstGeom prst="rect">
            <a:avLst/>
          </a:prstGeom>
          <a:noFill/>
        </p:spPr>
        <p:txBody>
          <a:bodyPr wrap="square" lIns="91440" tIns="45720" rIns="91440" bIns="45720">
            <a:spAutoFit/>
          </a:bodyPr>
          <a:lstStyle/>
          <a:p>
            <a:pPr algn="ctr"/>
            <a:r>
              <a:rPr lang="ar-DZ" sz="4400" b="1" dirty="0" smtClean="0">
                <a:ln w="1905"/>
                <a:solidFill>
                  <a:srgbClr val="00B050"/>
                </a:solidFill>
                <a:effectLst>
                  <a:innerShdw blurRad="69850" dist="43180" dir="5400000">
                    <a:srgbClr val="000000">
                      <a:alpha val="65000"/>
                    </a:srgbClr>
                  </a:innerShdw>
                </a:effectLst>
                <a:cs typeface="+mj-cs"/>
              </a:rPr>
              <a:t>...................................</a:t>
            </a:r>
            <a:endParaRPr lang="fr-FR" sz="4800" b="1" dirty="0">
              <a:ln w="1905"/>
              <a:solidFill>
                <a:srgbClr val="00B050"/>
              </a:solidFill>
              <a:effectLst>
                <a:innerShdw blurRad="69850" dist="43180" dir="5400000">
                  <a:srgbClr val="000000">
                    <a:alpha val="65000"/>
                  </a:srgbClr>
                </a:innerShdw>
              </a:effectLst>
              <a:cs typeface="+mj-cs"/>
            </a:endParaRPr>
          </a:p>
        </p:txBody>
      </p:sp>
    </p:spTree>
    <p:extLst>
      <p:ext uri="{BB962C8B-B14F-4D97-AF65-F5344CB8AC3E}">
        <p14:creationId xmlns:p14="http://schemas.microsoft.com/office/powerpoint/2010/main" val="68428952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ppt_w</p:attrName>
                                        </p:attrNameLst>
                                      </p:cBhvr>
                                      <p:tavLst>
                                        <p:tav tm="0">
                                          <p:val>
                                            <p:fltVal val="0"/>
                                          </p:val>
                                        </p:tav>
                                        <p:tav tm="100000">
                                          <p:val>
                                            <p:strVal val="#ppt_w"/>
                                          </p:val>
                                        </p:tav>
                                      </p:tavLst>
                                    </p:anim>
                                    <p:anim calcmode="lin" valueType="num">
                                      <p:cBhvr>
                                        <p:cTn id="8" dur="1000" fill="hold"/>
                                        <p:tgtEl>
                                          <p:spTgt spid="1026"/>
                                        </p:tgtEl>
                                        <p:attrNameLst>
                                          <p:attrName>ppt_h</p:attrName>
                                        </p:attrNameLst>
                                      </p:cBhvr>
                                      <p:tavLst>
                                        <p:tav tm="0">
                                          <p:val>
                                            <p:fltVal val="0"/>
                                          </p:val>
                                        </p:tav>
                                        <p:tav tm="100000">
                                          <p:val>
                                            <p:strVal val="#ppt_h"/>
                                          </p:val>
                                        </p:tav>
                                      </p:tavLst>
                                    </p:anim>
                                    <p:anim calcmode="lin" valueType="num">
                                      <p:cBhvr>
                                        <p:cTn id="9" dur="1000" fill="hold"/>
                                        <p:tgtEl>
                                          <p:spTgt spid="1026"/>
                                        </p:tgtEl>
                                        <p:attrNameLst>
                                          <p:attrName>style.rotation</p:attrName>
                                        </p:attrNameLst>
                                      </p:cBhvr>
                                      <p:tavLst>
                                        <p:tav tm="0">
                                          <p:val>
                                            <p:fltVal val="90"/>
                                          </p:val>
                                        </p:tav>
                                        <p:tav tm="100000">
                                          <p:val>
                                            <p:fltVal val="0"/>
                                          </p:val>
                                        </p:tav>
                                      </p:tavLst>
                                    </p:anim>
                                    <p:animEffect transition="in" filter="fade">
                                      <p:cBhvr>
                                        <p:cTn id="10" dur="1000"/>
                                        <p:tgtEl>
                                          <p:spTgt spid="1026"/>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1000" fill="hold"/>
                                        <p:tgtEl>
                                          <p:spTgt spid="8"/>
                                        </p:tgtEl>
                                        <p:attrNameLst>
                                          <p:attrName>ppt_w</p:attrName>
                                        </p:attrNameLst>
                                      </p:cBhvr>
                                      <p:tavLst>
                                        <p:tav tm="0">
                                          <p:val>
                                            <p:fltVal val="0"/>
                                          </p:val>
                                        </p:tav>
                                        <p:tav tm="100000">
                                          <p:val>
                                            <p:strVal val="#ppt_w"/>
                                          </p:val>
                                        </p:tav>
                                      </p:tavLst>
                                    </p:anim>
                                    <p:anim calcmode="lin" valueType="num">
                                      <p:cBhvr>
                                        <p:cTn id="14" dur="1000" fill="hold"/>
                                        <p:tgtEl>
                                          <p:spTgt spid="8"/>
                                        </p:tgtEl>
                                        <p:attrNameLst>
                                          <p:attrName>ppt_h</p:attrName>
                                        </p:attrNameLst>
                                      </p:cBhvr>
                                      <p:tavLst>
                                        <p:tav tm="0">
                                          <p:val>
                                            <p:fltVal val="0"/>
                                          </p:val>
                                        </p:tav>
                                        <p:tav tm="100000">
                                          <p:val>
                                            <p:strVal val="#ppt_h"/>
                                          </p:val>
                                        </p:tav>
                                      </p:tavLst>
                                    </p:anim>
                                    <p:anim calcmode="lin" valueType="num">
                                      <p:cBhvr>
                                        <p:cTn id="15" dur="1000" fill="hold"/>
                                        <p:tgtEl>
                                          <p:spTgt spid="8"/>
                                        </p:tgtEl>
                                        <p:attrNameLst>
                                          <p:attrName>style.rotation</p:attrName>
                                        </p:attrNameLst>
                                      </p:cBhvr>
                                      <p:tavLst>
                                        <p:tav tm="0">
                                          <p:val>
                                            <p:fltVal val="90"/>
                                          </p:val>
                                        </p:tav>
                                        <p:tav tm="100000">
                                          <p:val>
                                            <p:fltVal val="0"/>
                                          </p:val>
                                        </p:tav>
                                      </p:tavLst>
                                    </p:anim>
                                    <p:animEffect transition="in" filter="fade">
                                      <p:cBhvr>
                                        <p:cTn id="16" dur="1000"/>
                                        <p:tgtEl>
                                          <p:spTgt spid="8"/>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1000" fill="hold"/>
                                        <p:tgtEl>
                                          <p:spTgt spid="9"/>
                                        </p:tgtEl>
                                        <p:attrNameLst>
                                          <p:attrName>ppt_w</p:attrName>
                                        </p:attrNameLst>
                                      </p:cBhvr>
                                      <p:tavLst>
                                        <p:tav tm="0">
                                          <p:val>
                                            <p:fltVal val="0"/>
                                          </p:val>
                                        </p:tav>
                                        <p:tav tm="100000">
                                          <p:val>
                                            <p:strVal val="#ppt_w"/>
                                          </p:val>
                                        </p:tav>
                                      </p:tavLst>
                                    </p:anim>
                                    <p:anim calcmode="lin" valueType="num">
                                      <p:cBhvr>
                                        <p:cTn id="20" dur="1000" fill="hold"/>
                                        <p:tgtEl>
                                          <p:spTgt spid="9"/>
                                        </p:tgtEl>
                                        <p:attrNameLst>
                                          <p:attrName>ppt_h</p:attrName>
                                        </p:attrNameLst>
                                      </p:cBhvr>
                                      <p:tavLst>
                                        <p:tav tm="0">
                                          <p:val>
                                            <p:fltVal val="0"/>
                                          </p:val>
                                        </p:tav>
                                        <p:tav tm="100000">
                                          <p:val>
                                            <p:strVal val="#ppt_h"/>
                                          </p:val>
                                        </p:tav>
                                      </p:tavLst>
                                    </p:anim>
                                    <p:anim calcmode="lin" valueType="num">
                                      <p:cBhvr>
                                        <p:cTn id="21" dur="1000" fill="hold"/>
                                        <p:tgtEl>
                                          <p:spTgt spid="9"/>
                                        </p:tgtEl>
                                        <p:attrNameLst>
                                          <p:attrName>style.rotation</p:attrName>
                                        </p:attrNameLst>
                                      </p:cBhvr>
                                      <p:tavLst>
                                        <p:tav tm="0">
                                          <p:val>
                                            <p:fltVal val="90"/>
                                          </p:val>
                                        </p:tav>
                                        <p:tav tm="100000">
                                          <p:val>
                                            <p:fltVal val="0"/>
                                          </p:val>
                                        </p:tav>
                                      </p:tavLst>
                                    </p:anim>
                                    <p:animEffect transition="in" filter="fade">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p:cTn id="27" dur="1000" fill="hold"/>
                                        <p:tgtEl>
                                          <p:spTgt spid="15"/>
                                        </p:tgtEl>
                                        <p:attrNameLst>
                                          <p:attrName>ppt_w</p:attrName>
                                        </p:attrNameLst>
                                      </p:cBhvr>
                                      <p:tavLst>
                                        <p:tav tm="0">
                                          <p:val>
                                            <p:fltVal val="0"/>
                                          </p:val>
                                        </p:tav>
                                        <p:tav tm="100000">
                                          <p:val>
                                            <p:strVal val="#ppt_w"/>
                                          </p:val>
                                        </p:tav>
                                      </p:tavLst>
                                    </p:anim>
                                    <p:anim calcmode="lin" valueType="num">
                                      <p:cBhvr>
                                        <p:cTn id="28" dur="1000" fill="hold"/>
                                        <p:tgtEl>
                                          <p:spTgt spid="15"/>
                                        </p:tgtEl>
                                        <p:attrNameLst>
                                          <p:attrName>ppt_h</p:attrName>
                                        </p:attrNameLst>
                                      </p:cBhvr>
                                      <p:tavLst>
                                        <p:tav tm="0">
                                          <p:val>
                                            <p:fltVal val="0"/>
                                          </p:val>
                                        </p:tav>
                                        <p:tav tm="100000">
                                          <p:val>
                                            <p:strVal val="#ppt_h"/>
                                          </p:val>
                                        </p:tav>
                                      </p:tavLst>
                                    </p:anim>
                                    <p:anim calcmode="lin" valueType="num">
                                      <p:cBhvr>
                                        <p:cTn id="29" dur="1000" fill="hold"/>
                                        <p:tgtEl>
                                          <p:spTgt spid="15"/>
                                        </p:tgtEl>
                                        <p:attrNameLst>
                                          <p:attrName>style.rotation</p:attrName>
                                        </p:attrNameLst>
                                      </p:cBhvr>
                                      <p:tavLst>
                                        <p:tav tm="0">
                                          <p:val>
                                            <p:fltVal val="90"/>
                                          </p:val>
                                        </p:tav>
                                        <p:tav tm="100000">
                                          <p:val>
                                            <p:fltVal val="0"/>
                                          </p:val>
                                        </p:tav>
                                      </p:tavLst>
                                    </p:anim>
                                    <p:animEffect transition="in" filter="fade">
                                      <p:cBhvr>
                                        <p:cTn id="30" dur="10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1000" fill="hold"/>
                                        <p:tgtEl>
                                          <p:spTgt spid="5"/>
                                        </p:tgtEl>
                                        <p:attrNameLst>
                                          <p:attrName>ppt_w</p:attrName>
                                        </p:attrNameLst>
                                      </p:cBhvr>
                                      <p:tavLst>
                                        <p:tav tm="0">
                                          <p:val>
                                            <p:fltVal val="0"/>
                                          </p:val>
                                        </p:tav>
                                        <p:tav tm="100000">
                                          <p:val>
                                            <p:strVal val="#ppt_w"/>
                                          </p:val>
                                        </p:tav>
                                      </p:tavLst>
                                    </p:anim>
                                    <p:anim calcmode="lin" valueType="num">
                                      <p:cBhvr>
                                        <p:cTn id="36" dur="1000" fill="hold"/>
                                        <p:tgtEl>
                                          <p:spTgt spid="5"/>
                                        </p:tgtEl>
                                        <p:attrNameLst>
                                          <p:attrName>ppt_h</p:attrName>
                                        </p:attrNameLst>
                                      </p:cBhvr>
                                      <p:tavLst>
                                        <p:tav tm="0">
                                          <p:val>
                                            <p:fltVal val="0"/>
                                          </p:val>
                                        </p:tav>
                                        <p:tav tm="100000">
                                          <p:val>
                                            <p:strVal val="#ppt_h"/>
                                          </p:val>
                                        </p:tav>
                                      </p:tavLst>
                                    </p:anim>
                                    <p:anim calcmode="lin" valueType="num">
                                      <p:cBhvr>
                                        <p:cTn id="37" dur="1000" fill="hold"/>
                                        <p:tgtEl>
                                          <p:spTgt spid="5"/>
                                        </p:tgtEl>
                                        <p:attrNameLst>
                                          <p:attrName>style.rotation</p:attrName>
                                        </p:attrNameLst>
                                      </p:cBhvr>
                                      <p:tavLst>
                                        <p:tav tm="0">
                                          <p:val>
                                            <p:fltVal val="90"/>
                                          </p:val>
                                        </p:tav>
                                        <p:tav tm="100000">
                                          <p:val>
                                            <p:fltVal val="0"/>
                                          </p:val>
                                        </p:tav>
                                      </p:tavLst>
                                    </p:anim>
                                    <p:animEffect transition="in" filter="fade">
                                      <p:cBhvr>
                                        <p:cTn id="38" dur="10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nodeType="clickEffect">
                                  <p:stCondLst>
                                    <p:cond delay="0"/>
                                  </p:stCondLst>
                                  <p:childTnLst>
                                    <p:set>
                                      <p:cBhvr>
                                        <p:cTn id="42" dur="1" fill="hold">
                                          <p:stCondLst>
                                            <p:cond delay="0"/>
                                          </p:stCondLst>
                                        </p:cTn>
                                        <p:tgtEl>
                                          <p:spTgt spid="1030"/>
                                        </p:tgtEl>
                                        <p:attrNameLst>
                                          <p:attrName>style.visibility</p:attrName>
                                        </p:attrNameLst>
                                      </p:cBhvr>
                                      <p:to>
                                        <p:strVal val="visible"/>
                                      </p:to>
                                    </p:set>
                                    <p:anim calcmode="lin" valueType="num">
                                      <p:cBhvr>
                                        <p:cTn id="43" dur="1000" fill="hold"/>
                                        <p:tgtEl>
                                          <p:spTgt spid="1030"/>
                                        </p:tgtEl>
                                        <p:attrNameLst>
                                          <p:attrName>ppt_w</p:attrName>
                                        </p:attrNameLst>
                                      </p:cBhvr>
                                      <p:tavLst>
                                        <p:tav tm="0">
                                          <p:val>
                                            <p:fltVal val="0"/>
                                          </p:val>
                                        </p:tav>
                                        <p:tav tm="100000">
                                          <p:val>
                                            <p:strVal val="#ppt_w"/>
                                          </p:val>
                                        </p:tav>
                                      </p:tavLst>
                                    </p:anim>
                                    <p:anim calcmode="lin" valueType="num">
                                      <p:cBhvr>
                                        <p:cTn id="44" dur="1000" fill="hold"/>
                                        <p:tgtEl>
                                          <p:spTgt spid="1030"/>
                                        </p:tgtEl>
                                        <p:attrNameLst>
                                          <p:attrName>ppt_h</p:attrName>
                                        </p:attrNameLst>
                                      </p:cBhvr>
                                      <p:tavLst>
                                        <p:tav tm="0">
                                          <p:val>
                                            <p:fltVal val="0"/>
                                          </p:val>
                                        </p:tav>
                                        <p:tav tm="100000">
                                          <p:val>
                                            <p:strVal val="#ppt_h"/>
                                          </p:val>
                                        </p:tav>
                                      </p:tavLst>
                                    </p:anim>
                                    <p:anim calcmode="lin" valueType="num">
                                      <p:cBhvr>
                                        <p:cTn id="45" dur="1000" fill="hold"/>
                                        <p:tgtEl>
                                          <p:spTgt spid="1030"/>
                                        </p:tgtEl>
                                        <p:attrNameLst>
                                          <p:attrName>style.rotation</p:attrName>
                                        </p:attrNameLst>
                                      </p:cBhvr>
                                      <p:tavLst>
                                        <p:tav tm="0">
                                          <p:val>
                                            <p:fltVal val="90"/>
                                          </p:val>
                                        </p:tav>
                                        <p:tav tm="100000">
                                          <p:val>
                                            <p:fltVal val="0"/>
                                          </p:val>
                                        </p:tav>
                                      </p:tavLst>
                                    </p:anim>
                                    <p:animEffect transition="in" filter="fade">
                                      <p:cBhvr>
                                        <p:cTn id="46" dur="1000"/>
                                        <p:tgtEl>
                                          <p:spTgt spid="1030"/>
                                        </p:tgtEl>
                                      </p:cBhvr>
                                    </p:animEffect>
                                  </p:childTnLst>
                                </p:cTn>
                              </p:par>
                              <p:par>
                                <p:cTn id="47" presetID="3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1000" fill="hold"/>
                                        <p:tgtEl>
                                          <p:spTgt spid="13"/>
                                        </p:tgtEl>
                                        <p:attrNameLst>
                                          <p:attrName>ppt_w</p:attrName>
                                        </p:attrNameLst>
                                      </p:cBhvr>
                                      <p:tavLst>
                                        <p:tav tm="0">
                                          <p:val>
                                            <p:fltVal val="0"/>
                                          </p:val>
                                        </p:tav>
                                        <p:tav tm="100000">
                                          <p:val>
                                            <p:strVal val="#ppt_w"/>
                                          </p:val>
                                        </p:tav>
                                      </p:tavLst>
                                    </p:anim>
                                    <p:anim calcmode="lin" valueType="num">
                                      <p:cBhvr>
                                        <p:cTn id="50" dur="1000" fill="hold"/>
                                        <p:tgtEl>
                                          <p:spTgt spid="13"/>
                                        </p:tgtEl>
                                        <p:attrNameLst>
                                          <p:attrName>ppt_h</p:attrName>
                                        </p:attrNameLst>
                                      </p:cBhvr>
                                      <p:tavLst>
                                        <p:tav tm="0">
                                          <p:val>
                                            <p:fltVal val="0"/>
                                          </p:val>
                                        </p:tav>
                                        <p:tav tm="100000">
                                          <p:val>
                                            <p:strVal val="#ppt_h"/>
                                          </p:val>
                                        </p:tav>
                                      </p:tavLst>
                                    </p:anim>
                                    <p:anim calcmode="lin" valueType="num">
                                      <p:cBhvr>
                                        <p:cTn id="51" dur="1000" fill="hold"/>
                                        <p:tgtEl>
                                          <p:spTgt spid="13"/>
                                        </p:tgtEl>
                                        <p:attrNameLst>
                                          <p:attrName>style.rotation</p:attrName>
                                        </p:attrNameLst>
                                      </p:cBhvr>
                                      <p:tavLst>
                                        <p:tav tm="0">
                                          <p:val>
                                            <p:fltVal val="90"/>
                                          </p:val>
                                        </p:tav>
                                        <p:tav tm="100000">
                                          <p:val>
                                            <p:fltVal val="0"/>
                                          </p:val>
                                        </p:tav>
                                      </p:tavLst>
                                    </p:anim>
                                    <p:animEffect transition="in" filter="fade">
                                      <p:cBhvr>
                                        <p:cTn id="52" dur="1000"/>
                                        <p:tgtEl>
                                          <p:spTgt spid="13"/>
                                        </p:tgtEl>
                                      </p:cBhvr>
                                    </p:animEffect>
                                  </p:childTnLst>
                                </p:cTn>
                              </p:par>
                              <p:par>
                                <p:cTn id="53" presetID="31" presetClass="entr" presetSubtype="0" fill="hold" nodeType="withEffect">
                                  <p:stCondLst>
                                    <p:cond delay="0"/>
                                  </p:stCondLst>
                                  <p:childTnLst>
                                    <p:set>
                                      <p:cBhvr>
                                        <p:cTn id="54" dur="1" fill="hold">
                                          <p:stCondLst>
                                            <p:cond delay="0"/>
                                          </p:stCondLst>
                                        </p:cTn>
                                        <p:tgtEl>
                                          <p:spTgt spid="1035"/>
                                        </p:tgtEl>
                                        <p:attrNameLst>
                                          <p:attrName>style.visibility</p:attrName>
                                        </p:attrNameLst>
                                      </p:cBhvr>
                                      <p:to>
                                        <p:strVal val="visible"/>
                                      </p:to>
                                    </p:set>
                                    <p:anim calcmode="lin" valueType="num">
                                      <p:cBhvr>
                                        <p:cTn id="55" dur="1000" fill="hold"/>
                                        <p:tgtEl>
                                          <p:spTgt spid="1035"/>
                                        </p:tgtEl>
                                        <p:attrNameLst>
                                          <p:attrName>ppt_w</p:attrName>
                                        </p:attrNameLst>
                                      </p:cBhvr>
                                      <p:tavLst>
                                        <p:tav tm="0">
                                          <p:val>
                                            <p:fltVal val="0"/>
                                          </p:val>
                                        </p:tav>
                                        <p:tav tm="100000">
                                          <p:val>
                                            <p:strVal val="#ppt_w"/>
                                          </p:val>
                                        </p:tav>
                                      </p:tavLst>
                                    </p:anim>
                                    <p:anim calcmode="lin" valueType="num">
                                      <p:cBhvr>
                                        <p:cTn id="56" dur="1000" fill="hold"/>
                                        <p:tgtEl>
                                          <p:spTgt spid="1035"/>
                                        </p:tgtEl>
                                        <p:attrNameLst>
                                          <p:attrName>ppt_h</p:attrName>
                                        </p:attrNameLst>
                                      </p:cBhvr>
                                      <p:tavLst>
                                        <p:tav tm="0">
                                          <p:val>
                                            <p:fltVal val="0"/>
                                          </p:val>
                                        </p:tav>
                                        <p:tav tm="100000">
                                          <p:val>
                                            <p:strVal val="#ppt_h"/>
                                          </p:val>
                                        </p:tav>
                                      </p:tavLst>
                                    </p:anim>
                                    <p:anim calcmode="lin" valueType="num">
                                      <p:cBhvr>
                                        <p:cTn id="57" dur="1000" fill="hold"/>
                                        <p:tgtEl>
                                          <p:spTgt spid="1035"/>
                                        </p:tgtEl>
                                        <p:attrNameLst>
                                          <p:attrName>style.rotation</p:attrName>
                                        </p:attrNameLst>
                                      </p:cBhvr>
                                      <p:tavLst>
                                        <p:tav tm="0">
                                          <p:val>
                                            <p:fltVal val="90"/>
                                          </p:val>
                                        </p:tav>
                                        <p:tav tm="100000">
                                          <p:val>
                                            <p:fltVal val="0"/>
                                          </p:val>
                                        </p:tav>
                                      </p:tavLst>
                                    </p:anim>
                                    <p:animEffect transition="in" filter="fade">
                                      <p:cBhvr>
                                        <p:cTn id="58" dur="1000"/>
                                        <p:tgtEl>
                                          <p:spTgt spid="1035"/>
                                        </p:tgtEl>
                                      </p:cBhvr>
                                    </p:animEffect>
                                  </p:childTnLst>
                                </p:cTn>
                              </p:par>
                              <p:par>
                                <p:cTn id="59" presetID="31"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p:cTn id="61" dur="1000" fill="hold"/>
                                        <p:tgtEl>
                                          <p:spTgt spid="14"/>
                                        </p:tgtEl>
                                        <p:attrNameLst>
                                          <p:attrName>ppt_w</p:attrName>
                                        </p:attrNameLst>
                                      </p:cBhvr>
                                      <p:tavLst>
                                        <p:tav tm="0">
                                          <p:val>
                                            <p:fltVal val="0"/>
                                          </p:val>
                                        </p:tav>
                                        <p:tav tm="100000">
                                          <p:val>
                                            <p:strVal val="#ppt_w"/>
                                          </p:val>
                                        </p:tav>
                                      </p:tavLst>
                                    </p:anim>
                                    <p:anim calcmode="lin" valueType="num">
                                      <p:cBhvr>
                                        <p:cTn id="62" dur="1000" fill="hold"/>
                                        <p:tgtEl>
                                          <p:spTgt spid="14"/>
                                        </p:tgtEl>
                                        <p:attrNameLst>
                                          <p:attrName>ppt_h</p:attrName>
                                        </p:attrNameLst>
                                      </p:cBhvr>
                                      <p:tavLst>
                                        <p:tav tm="0">
                                          <p:val>
                                            <p:fltVal val="0"/>
                                          </p:val>
                                        </p:tav>
                                        <p:tav tm="100000">
                                          <p:val>
                                            <p:strVal val="#ppt_h"/>
                                          </p:val>
                                        </p:tav>
                                      </p:tavLst>
                                    </p:anim>
                                    <p:anim calcmode="lin" valueType="num">
                                      <p:cBhvr>
                                        <p:cTn id="63" dur="1000" fill="hold"/>
                                        <p:tgtEl>
                                          <p:spTgt spid="14"/>
                                        </p:tgtEl>
                                        <p:attrNameLst>
                                          <p:attrName>style.rotation</p:attrName>
                                        </p:attrNameLst>
                                      </p:cBhvr>
                                      <p:tavLst>
                                        <p:tav tm="0">
                                          <p:val>
                                            <p:fltVal val="90"/>
                                          </p:val>
                                        </p:tav>
                                        <p:tav tm="100000">
                                          <p:val>
                                            <p:fltVal val="0"/>
                                          </p:val>
                                        </p:tav>
                                      </p:tavLst>
                                    </p:anim>
                                    <p:animEffect transition="in" filter="fade">
                                      <p:cBhvr>
                                        <p:cTn id="64" dur="1000"/>
                                        <p:tgtEl>
                                          <p:spTgt spid="14"/>
                                        </p:tgtEl>
                                      </p:cBhvr>
                                    </p:animEffect>
                                  </p:childTnLst>
                                </p:cTn>
                              </p:par>
                            </p:childTnLst>
                          </p:cTn>
                        </p:par>
                      </p:childTnLst>
                    </p:cTn>
                  </p:par>
                  <p:par>
                    <p:cTn id="65" fill="hold">
                      <p:stCondLst>
                        <p:cond delay="indefinite"/>
                      </p:stCondLst>
                      <p:childTnLst>
                        <p:par>
                          <p:cTn id="66" fill="hold">
                            <p:stCondLst>
                              <p:cond delay="0"/>
                            </p:stCondLst>
                            <p:childTnLst>
                              <p:par>
                                <p:cTn id="67" presetID="31" presetClass="entr" presetSubtype="0" fill="hold" grpId="0" nodeType="clickEffect">
                                  <p:stCondLst>
                                    <p:cond delay="0"/>
                                  </p:stCondLst>
                                  <p:childTnLst>
                                    <p:set>
                                      <p:cBhvr>
                                        <p:cTn id="68" dur="1" fill="hold">
                                          <p:stCondLst>
                                            <p:cond delay="0"/>
                                          </p:stCondLst>
                                        </p:cTn>
                                        <p:tgtEl>
                                          <p:spTgt spid="16"/>
                                        </p:tgtEl>
                                        <p:attrNameLst>
                                          <p:attrName>style.visibility</p:attrName>
                                        </p:attrNameLst>
                                      </p:cBhvr>
                                      <p:to>
                                        <p:strVal val="visible"/>
                                      </p:to>
                                    </p:set>
                                    <p:anim calcmode="lin" valueType="num">
                                      <p:cBhvr>
                                        <p:cTn id="69" dur="1000" fill="hold"/>
                                        <p:tgtEl>
                                          <p:spTgt spid="16"/>
                                        </p:tgtEl>
                                        <p:attrNameLst>
                                          <p:attrName>ppt_w</p:attrName>
                                        </p:attrNameLst>
                                      </p:cBhvr>
                                      <p:tavLst>
                                        <p:tav tm="0">
                                          <p:val>
                                            <p:fltVal val="0"/>
                                          </p:val>
                                        </p:tav>
                                        <p:tav tm="100000">
                                          <p:val>
                                            <p:strVal val="#ppt_w"/>
                                          </p:val>
                                        </p:tav>
                                      </p:tavLst>
                                    </p:anim>
                                    <p:anim calcmode="lin" valueType="num">
                                      <p:cBhvr>
                                        <p:cTn id="70" dur="1000" fill="hold"/>
                                        <p:tgtEl>
                                          <p:spTgt spid="16"/>
                                        </p:tgtEl>
                                        <p:attrNameLst>
                                          <p:attrName>ppt_h</p:attrName>
                                        </p:attrNameLst>
                                      </p:cBhvr>
                                      <p:tavLst>
                                        <p:tav tm="0">
                                          <p:val>
                                            <p:fltVal val="0"/>
                                          </p:val>
                                        </p:tav>
                                        <p:tav tm="100000">
                                          <p:val>
                                            <p:strVal val="#ppt_h"/>
                                          </p:val>
                                        </p:tav>
                                      </p:tavLst>
                                    </p:anim>
                                    <p:anim calcmode="lin" valueType="num">
                                      <p:cBhvr>
                                        <p:cTn id="71" dur="1000" fill="hold"/>
                                        <p:tgtEl>
                                          <p:spTgt spid="16"/>
                                        </p:tgtEl>
                                        <p:attrNameLst>
                                          <p:attrName>style.rotation</p:attrName>
                                        </p:attrNameLst>
                                      </p:cBhvr>
                                      <p:tavLst>
                                        <p:tav tm="0">
                                          <p:val>
                                            <p:fltVal val="90"/>
                                          </p:val>
                                        </p:tav>
                                        <p:tav tm="100000">
                                          <p:val>
                                            <p:fltVal val="0"/>
                                          </p:val>
                                        </p:tav>
                                      </p:tavLst>
                                    </p:anim>
                                    <p:animEffect transition="in" filter="fade">
                                      <p:cBhvr>
                                        <p:cTn id="72" dur="1000"/>
                                        <p:tgtEl>
                                          <p:spTgt spid="16"/>
                                        </p:tgtEl>
                                      </p:cBhvr>
                                    </p:animEffect>
                                  </p:childTnLst>
                                </p:cTn>
                              </p:par>
                            </p:childTnLst>
                          </p:cTn>
                        </p:par>
                      </p:childTnLst>
                    </p:cTn>
                  </p:par>
                  <p:par>
                    <p:cTn id="73" fill="hold">
                      <p:stCondLst>
                        <p:cond delay="indefinite"/>
                      </p:stCondLst>
                      <p:childTnLst>
                        <p:par>
                          <p:cTn id="74" fill="hold">
                            <p:stCondLst>
                              <p:cond delay="0"/>
                            </p:stCondLst>
                            <p:childTnLst>
                              <p:par>
                                <p:cTn id="75" presetID="31"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p:cTn id="77" dur="1000" fill="hold"/>
                                        <p:tgtEl>
                                          <p:spTgt spid="19"/>
                                        </p:tgtEl>
                                        <p:attrNameLst>
                                          <p:attrName>ppt_w</p:attrName>
                                        </p:attrNameLst>
                                      </p:cBhvr>
                                      <p:tavLst>
                                        <p:tav tm="0">
                                          <p:val>
                                            <p:fltVal val="0"/>
                                          </p:val>
                                        </p:tav>
                                        <p:tav tm="100000">
                                          <p:val>
                                            <p:strVal val="#ppt_w"/>
                                          </p:val>
                                        </p:tav>
                                      </p:tavLst>
                                    </p:anim>
                                    <p:anim calcmode="lin" valueType="num">
                                      <p:cBhvr>
                                        <p:cTn id="78" dur="1000" fill="hold"/>
                                        <p:tgtEl>
                                          <p:spTgt spid="19"/>
                                        </p:tgtEl>
                                        <p:attrNameLst>
                                          <p:attrName>ppt_h</p:attrName>
                                        </p:attrNameLst>
                                      </p:cBhvr>
                                      <p:tavLst>
                                        <p:tav tm="0">
                                          <p:val>
                                            <p:fltVal val="0"/>
                                          </p:val>
                                        </p:tav>
                                        <p:tav tm="100000">
                                          <p:val>
                                            <p:strVal val="#ppt_h"/>
                                          </p:val>
                                        </p:tav>
                                      </p:tavLst>
                                    </p:anim>
                                    <p:anim calcmode="lin" valueType="num">
                                      <p:cBhvr>
                                        <p:cTn id="79" dur="1000" fill="hold"/>
                                        <p:tgtEl>
                                          <p:spTgt spid="19"/>
                                        </p:tgtEl>
                                        <p:attrNameLst>
                                          <p:attrName>style.rotation</p:attrName>
                                        </p:attrNameLst>
                                      </p:cBhvr>
                                      <p:tavLst>
                                        <p:tav tm="0">
                                          <p:val>
                                            <p:fltVal val="90"/>
                                          </p:val>
                                        </p:tav>
                                        <p:tav tm="100000">
                                          <p:val>
                                            <p:fltVal val="0"/>
                                          </p:val>
                                        </p:tav>
                                      </p:tavLst>
                                    </p:anim>
                                    <p:animEffect transition="in" filter="fade">
                                      <p:cBhvr>
                                        <p:cTn id="80" dur="1000"/>
                                        <p:tgtEl>
                                          <p:spTgt spid="19"/>
                                        </p:tgtEl>
                                      </p:cBhvr>
                                    </p:animEffect>
                                  </p:childTnLst>
                                </p:cTn>
                              </p:par>
                            </p:childTnLst>
                          </p:cTn>
                        </p:par>
                      </p:childTnLst>
                    </p:cTn>
                  </p:par>
                  <p:par>
                    <p:cTn id="81" fill="hold">
                      <p:stCondLst>
                        <p:cond delay="indefinite"/>
                      </p:stCondLst>
                      <p:childTnLst>
                        <p:par>
                          <p:cTn id="82" fill="hold">
                            <p:stCondLst>
                              <p:cond delay="0"/>
                            </p:stCondLst>
                            <p:childTnLst>
                              <p:par>
                                <p:cTn id="83" presetID="31" presetClass="entr" presetSubtype="0" fill="hold" grpId="0" nodeType="clickEffect">
                                  <p:stCondLst>
                                    <p:cond delay="0"/>
                                  </p:stCondLst>
                                  <p:childTnLst>
                                    <p:set>
                                      <p:cBhvr>
                                        <p:cTn id="84" dur="1" fill="hold">
                                          <p:stCondLst>
                                            <p:cond delay="0"/>
                                          </p:stCondLst>
                                        </p:cTn>
                                        <p:tgtEl>
                                          <p:spTgt spid="17"/>
                                        </p:tgtEl>
                                        <p:attrNameLst>
                                          <p:attrName>style.visibility</p:attrName>
                                        </p:attrNameLst>
                                      </p:cBhvr>
                                      <p:to>
                                        <p:strVal val="visible"/>
                                      </p:to>
                                    </p:set>
                                    <p:anim calcmode="lin" valueType="num">
                                      <p:cBhvr>
                                        <p:cTn id="85" dur="1000" fill="hold"/>
                                        <p:tgtEl>
                                          <p:spTgt spid="17"/>
                                        </p:tgtEl>
                                        <p:attrNameLst>
                                          <p:attrName>ppt_w</p:attrName>
                                        </p:attrNameLst>
                                      </p:cBhvr>
                                      <p:tavLst>
                                        <p:tav tm="0">
                                          <p:val>
                                            <p:fltVal val="0"/>
                                          </p:val>
                                        </p:tav>
                                        <p:tav tm="100000">
                                          <p:val>
                                            <p:strVal val="#ppt_w"/>
                                          </p:val>
                                        </p:tav>
                                      </p:tavLst>
                                    </p:anim>
                                    <p:anim calcmode="lin" valueType="num">
                                      <p:cBhvr>
                                        <p:cTn id="86" dur="1000" fill="hold"/>
                                        <p:tgtEl>
                                          <p:spTgt spid="17"/>
                                        </p:tgtEl>
                                        <p:attrNameLst>
                                          <p:attrName>ppt_h</p:attrName>
                                        </p:attrNameLst>
                                      </p:cBhvr>
                                      <p:tavLst>
                                        <p:tav tm="0">
                                          <p:val>
                                            <p:fltVal val="0"/>
                                          </p:val>
                                        </p:tav>
                                        <p:tav tm="100000">
                                          <p:val>
                                            <p:strVal val="#ppt_h"/>
                                          </p:val>
                                        </p:tav>
                                      </p:tavLst>
                                    </p:anim>
                                    <p:anim calcmode="lin" valueType="num">
                                      <p:cBhvr>
                                        <p:cTn id="87" dur="1000" fill="hold"/>
                                        <p:tgtEl>
                                          <p:spTgt spid="17"/>
                                        </p:tgtEl>
                                        <p:attrNameLst>
                                          <p:attrName>style.rotation</p:attrName>
                                        </p:attrNameLst>
                                      </p:cBhvr>
                                      <p:tavLst>
                                        <p:tav tm="0">
                                          <p:val>
                                            <p:fltVal val="90"/>
                                          </p:val>
                                        </p:tav>
                                        <p:tav tm="100000">
                                          <p:val>
                                            <p:fltVal val="0"/>
                                          </p:val>
                                        </p:tav>
                                      </p:tavLst>
                                    </p:anim>
                                    <p:animEffect transition="in" filter="fade">
                                      <p:cBhvr>
                                        <p:cTn id="88"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14" grpId="0"/>
      <p:bldP spid="19" grpId="0"/>
      <p:bldP spid="5"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9255" y="778696"/>
            <a:ext cx="4837506" cy="2867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230471" y="981867"/>
            <a:ext cx="4320480"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أمـريـكـي يـتـكـلـم فـقـط الـلـغـة الإنـجـلـيـزيـة</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9" name="Rectangle 8"/>
          <p:cNvSpPr/>
          <p:nvPr/>
        </p:nvSpPr>
        <p:spPr>
          <a:xfrm>
            <a:off x="7752184" y="958741"/>
            <a:ext cx="4176464"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قـبـائـلي يـتـكـلـم فـقـط الـلـغـة الأمـازيـغـيـة </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2948" y="4070325"/>
            <a:ext cx="1728192"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946130" y="3362439"/>
            <a:ext cx="2167467" cy="707886"/>
          </a:xfrm>
          <a:prstGeom prst="rect">
            <a:avLst/>
          </a:prstGeom>
          <a:noFill/>
        </p:spPr>
        <p:txBody>
          <a:bodyPr wrap="square" lIns="91440" tIns="45720" rIns="91440" bIns="45720">
            <a:spAutoFit/>
          </a:bodyPr>
          <a:lstStyle/>
          <a:p>
            <a:pPr algn="ctr" rtl="1"/>
            <a:r>
              <a:rPr lang="ar-DZ" sz="4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مـسـتـخـدم</a:t>
            </a:r>
            <a:endParaRPr lang="fr-FR"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4" name="Rectangle 13"/>
          <p:cNvSpPr/>
          <p:nvPr/>
        </p:nvSpPr>
        <p:spPr>
          <a:xfrm>
            <a:off x="8707520" y="3306649"/>
            <a:ext cx="2167467" cy="707886"/>
          </a:xfrm>
          <a:prstGeom prst="rect">
            <a:avLst/>
          </a:prstGeom>
          <a:noFill/>
        </p:spPr>
        <p:txBody>
          <a:bodyPr wrap="square" lIns="91440" tIns="45720" rIns="91440" bIns="45720">
            <a:spAutoFit/>
          </a:bodyPr>
          <a:lstStyle/>
          <a:p>
            <a:pPr algn="ctr"/>
            <a:r>
              <a:rPr lang="ar-DZ" sz="4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حـاسـوب</a:t>
            </a:r>
            <a:endParaRPr lang="fr-FR"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AutoShape 10" descr="Résultat de recherche d'images pour &quot;ordinateur portable&quot;"/>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035"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9590" y="4014535"/>
            <a:ext cx="2356479" cy="2216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Rectangle 18"/>
          <p:cNvSpPr/>
          <p:nvPr/>
        </p:nvSpPr>
        <p:spPr>
          <a:xfrm>
            <a:off x="2848602" y="4214577"/>
            <a:ext cx="5770136" cy="646331"/>
          </a:xfrm>
          <a:prstGeom prst="rect">
            <a:avLst/>
          </a:prstGeom>
          <a:noFill/>
        </p:spPr>
        <p:txBody>
          <a:bodyPr wrap="square" lIns="91440" tIns="45720" rIns="91440" bIns="45720">
            <a:spAutoFit/>
          </a:bodyPr>
          <a:lstStyle/>
          <a:p>
            <a:pPr algn="ctr"/>
            <a:r>
              <a:rPr lang="ar-DZ" sz="3600" b="1" dirty="0" smtClean="0">
                <a:ln w="10541" cmpd="sng">
                  <a:solidFill>
                    <a:schemeClr val="accent1">
                      <a:shade val="88000"/>
                      <a:satMod val="110000"/>
                    </a:schemeClr>
                  </a:solidFill>
                  <a:prstDash val="solid"/>
                </a:ln>
                <a:solidFill>
                  <a:srgbClr val="FF0000"/>
                </a:solidFill>
              </a:rPr>
              <a:t>فـمـا هـو الـحـل للـتـواصـل بـيـنـهـمـا ؟</a:t>
            </a:r>
            <a:endParaRPr lang="fr-FR" sz="3600" b="1" dirty="0">
              <a:ln w="10541" cmpd="sng">
                <a:solidFill>
                  <a:schemeClr val="accent1">
                    <a:shade val="88000"/>
                    <a:satMod val="110000"/>
                  </a:schemeClr>
                </a:solidFill>
                <a:prstDash val="solid"/>
              </a:ln>
              <a:solidFill>
                <a:srgbClr val="FF0000"/>
              </a:solidFill>
            </a:endParaRPr>
          </a:p>
        </p:txBody>
      </p:sp>
      <p:sp>
        <p:nvSpPr>
          <p:cNvPr id="5" name="Rectangle 4"/>
          <p:cNvSpPr/>
          <p:nvPr/>
        </p:nvSpPr>
        <p:spPr>
          <a:xfrm>
            <a:off x="3829255" y="3245094"/>
            <a:ext cx="4760335" cy="769441"/>
          </a:xfrm>
          <a:prstGeom prst="rect">
            <a:avLst/>
          </a:prstGeom>
          <a:noFill/>
        </p:spPr>
        <p:txBody>
          <a:bodyPr wrap="square" lIns="91440" tIns="45720" rIns="91440" bIns="45720">
            <a:spAutoFit/>
          </a:bodyPr>
          <a:lstStyle/>
          <a:p>
            <a:pPr algn="ctr"/>
            <a:r>
              <a:rPr lang="ar-DZ" sz="4400" b="1" dirty="0" smtClean="0">
                <a:ln w="1905"/>
                <a:solidFill>
                  <a:srgbClr val="00B050"/>
                </a:solidFill>
                <a:effectLst>
                  <a:innerShdw blurRad="69850" dist="43180" dir="5400000">
                    <a:srgbClr val="000000">
                      <a:alpha val="65000"/>
                    </a:srgbClr>
                  </a:innerShdw>
                </a:effectLst>
                <a:cs typeface="+mj-cs"/>
              </a:rPr>
              <a:t>وسـيـط ( مـتـرجـم </a:t>
            </a:r>
            <a:r>
              <a:rPr lang="ar-DZ" sz="4400" b="1" dirty="0">
                <a:ln w="1905"/>
                <a:solidFill>
                  <a:srgbClr val="00B050"/>
                </a:solidFill>
                <a:effectLst>
                  <a:innerShdw blurRad="69850" dist="43180" dir="5400000">
                    <a:srgbClr val="000000">
                      <a:alpha val="65000"/>
                    </a:srgbClr>
                  </a:innerShdw>
                </a:effectLst>
                <a:cs typeface="+mj-cs"/>
              </a:rPr>
              <a:t>)</a:t>
            </a:r>
            <a:endParaRPr lang="fr-FR" sz="4400" b="1" dirty="0">
              <a:ln w="1905"/>
              <a:solidFill>
                <a:srgbClr val="00B050"/>
              </a:solidFill>
              <a:effectLst>
                <a:innerShdw blurRad="69850" dist="43180" dir="5400000">
                  <a:srgbClr val="000000">
                    <a:alpha val="65000"/>
                  </a:srgbClr>
                </a:innerShdw>
              </a:effectLst>
              <a:cs typeface="+mj-cs"/>
            </a:endParaRPr>
          </a:p>
        </p:txBody>
      </p:sp>
      <p:sp>
        <p:nvSpPr>
          <p:cNvPr id="21" name="Rectangle 20"/>
          <p:cNvSpPr/>
          <p:nvPr/>
        </p:nvSpPr>
        <p:spPr>
          <a:xfrm>
            <a:off x="2637326" y="5014796"/>
            <a:ext cx="6192687" cy="1107996"/>
          </a:xfrm>
          <a:prstGeom prst="rect">
            <a:avLst/>
          </a:prstGeom>
          <a:noFill/>
        </p:spPr>
        <p:txBody>
          <a:bodyPr wrap="square" lIns="91440" tIns="45720" rIns="91440" bIns="45720">
            <a:spAutoFit/>
          </a:bodyPr>
          <a:lstStyle/>
          <a:p>
            <a:pPr algn="ctr"/>
            <a:r>
              <a:rPr lang="ar-DZ" sz="6600" b="1" dirty="0" smtClean="0">
                <a:ln w="1905"/>
                <a:solidFill>
                  <a:srgbClr val="00B050"/>
                </a:solidFill>
                <a:effectLst>
                  <a:innerShdw blurRad="69850" dist="43180" dir="5400000">
                    <a:srgbClr val="000000">
                      <a:alpha val="65000"/>
                    </a:srgbClr>
                  </a:innerShdw>
                </a:effectLst>
                <a:cs typeface="+mj-cs"/>
              </a:rPr>
              <a:t>نـظـام الـتـشـغـيـل</a:t>
            </a:r>
            <a:endParaRPr lang="fr-FR" sz="6600" b="1" dirty="0">
              <a:ln w="1905"/>
              <a:solidFill>
                <a:srgbClr val="00B050"/>
              </a:solidFill>
              <a:effectLst>
                <a:innerShdw blurRad="69850" dist="43180" dir="5400000">
                  <a:srgbClr val="000000">
                    <a:alpha val="65000"/>
                  </a:srgbClr>
                </a:innerShdw>
              </a:effectLst>
              <a:cs typeface="+mj-cs"/>
            </a:endParaRPr>
          </a:p>
        </p:txBody>
      </p:sp>
      <p:sp>
        <p:nvSpPr>
          <p:cNvPr id="15" name="Rectangle 14"/>
          <p:cNvSpPr/>
          <p:nvPr/>
        </p:nvSpPr>
        <p:spPr>
          <a:xfrm>
            <a:off x="3362940" y="199249"/>
            <a:ext cx="5770136" cy="646331"/>
          </a:xfrm>
          <a:prstGeom prst="rect">
            <a:avLst/>
          </a:prstGeom>
          <a:noFill/>
        </p:spPr>
        <p:txBody>
          <a:bodyPr wrap="square" lIns="91440" tIns="45720" rIns="91440" bIns="45720">
            <a:spAutoFit/>
          </a:bodyPr>
          <a:lstStyle/>
          <a:p>
            <a:pPr algn="ctr"/>
            <a:r>
              <a:rPr lang="ar-DZ" sz="3600" b="1" dirty="0" smtClean="0">
                <a:ln w="10541" cmpd="sng">
                  <a:solidFill>
                    <a:schemeClr val="accent1">
                      <a:shade val="88000"/>
                      <a:satMod val="110000"/>
                    </a:schemeClr>
                  </a:solidFill>
                  <a:prstDash val="solid"/>
                </a:ln>
                <a:solidFill>
                  <a:srgbClr val="FF0000"/>
                </a:solidFill>
              </a:rPr>
              <a:t>فـمـا هـو الـحـل للـتـواصـل بـيـنـهـمـا ؟</a:t>
            </a:r>
            <a:endParaRPr lang="fr-FR" sz="3600" b="1" dirty="0">
              <a:ln w="10541" cmpd="sng">
                <a:solidFill>
                  <a:schemeClr val="accent1">
                    <a:shade val="88000"/>
                    <a:satMod val="110000"/>
                  </a:schemeClr>
                </a:solidFill>
                <a:prstDash val="solid"/>
              </a:ln>
              <a:solidFill>
                <a:srgbClr val="FF0000"/>
              </a:solidFill>
            </a:endParaRPr>
          </a:p>
        </p:txBody>
      </p:sp>
      <p:sp>
        <p:nvSpPr>
          <p:cNvPr id="16" name="Rectangle 15"/>
          <p:cNvSpPr/>
          <p:nvPr/>
        </p:nvSpPr>
        <p:spPr>
          <a:xfrm>
            <a:off x="8760296" y="6122792"/>
            <a:ext cx="2167467" cy="707886"/>
          </a:xfrm>
          <a:prstGeom prst="rect">
            <a:avLst/>
          </a:prstGeom>
          <a:noFill/>
        </p:spPr>
        <p:txBody>
          <a:bodyPr wrap="square" lIns="91440" tIns="45720" rIns="91440" bIns="45720">
            <a:spAutoFit/>
          </a:bodyPr>
          <a:lstStyle/>
          <a:p>
            <a:pPr algn="ctr"/>
            <a:r>
              <a:rPr lang="ar-DZ" sz="4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لـغـة الآلــة</a:t>
            </a:r>
            <a:endParaRPr lang="fr-FR"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7" name="Rectangle 16"/>
          <p:cNvSpPr/>
          <p:nvPr/>
        </p:nvSpPr>
        <p:spPr>
          <a:xfrm>
            <a:off x="2914746" y="5428715"/>
            <a:ext cx="6192687" cy="769441"/>
          </a:xfrm>
          <a:prstGeom prst="rect">
            <a:avLst/>
          </a:prstGeom>
          <a:noFill/>
        </p:spPr>
        <p:txBody>
          <a:bodyPr wrap="square" lIns="91440" tIns="45720" rIns="91440" bIns="45720">
            <a:spAutoFit/>
          </a:bodyPr>
          <a:lstStyle/>
          <a:p>
            <a:pPr algn="ctr"/>
            <a:r>
              <a:rPr lang="ar-DZ" sz="4400" b="1" dirty="0" smtClean="0">
                <a:ln w="1905"/>
                <a:solidFill>
                  <a:srgbClr val="00B050"/>
                </a:solidFill>
                <a:effectLst>
                  <a:innerShdw blurRad="69850" dist="43180" dir="5400000">
                    <a:srgbClr val="000000">
                      <a:alpha val="65000"/>
                    </a:srgbClr>
                  </a:innerShdw>
                </a:effectLst>
                <a:cs typeface="+mj-cs"/>
              </a:rPr>
              <a:t>...................................</a:t>
            </a:r>
            <a:endParaRPr lang="fr-FR" sz="4800" b="1" dirty="0">
              <a:ln w="1905"/>
              <a:solidFill>
                <a:srgbClr val="00B050"/>
              </a:solidFill>
              <a:effectLst>
                <a:innerShdw blurRad="69850" dist="43180" dir="5400000">
                  <a:srgbClr val="000000">
                    <a:alpha val="65000"/>
                  </a:srgbClr>
                </a:innerShdw>
              </a:effectLst>
              <a:cs typeface="+mj-cs"/>
            </a:endParaRPr>
          </a:p>
        </p:txBody>
      </p:sp>
    </p:spTree>
    <p:extLst>
      <p:ext uri="{BB962C8B-B14F-4D97-AF65-F5344CB8AC3E}">
        <p14:creationId xmlns:p14="http://schemas.microsoft.com/office/powerpoint/2010/main" val="361775893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ppt_w</p:attrName>
                                        </p:attrNameLst>
                                      </p:cBhvr>
                                      <p:tavLst>
                                        <p:tav tm="0">
                                          <p:val>
                                            <p:fltVal val="0"/>
                                          </p:val>
                                        </p:tav>
                                        <p:tav tm="100000">
                                          <p:val>
                                            <p:strVal val="#ppt_w"/>
                                          </p:val>
                                        </p:tav>
                                      </p:tavLst>
                                    </p:anim>
                                    <p:anim calcmode="lin" valueType="num">
                                      <p:cBhvr>
                                        <p:cTn id="8" dur="1000" fill="hold"/>
                                        <p:tgtEl>
                                          <p:spTgt spid="1026"/>
                                        </p:tgtEl>
                                        <p:attrNameLst>
                                          <p:attrName>ppt_h</p:attrName>
                                        </p:attrNameLst>
                                      </p:cBhvr>
                                      <p:tavLst>
                                        <p:tav tm="0">
                                          <p:val>
                                            <p:fltVal val="0"/>
                                          </p:val>
                                        </p:tav>
                                        <p:tav tm="100000">
                                          <p:val>
                                            <p:strVal val="#ppt_h"/>
                                          </p:val>
                                        </p:tav>
                                      </p:tavLst>
                                    </p:anim>
                                    <p:anim calcmode="lin" valueType="num">
                                      <p:cBhvr>
                                        <p:cTn id="9" dur="1000" fill="hold"/>
                                        <p:tgtEl>
                                          <p:spTgt spid="1026"/>
                                        </p:tgtEl>
                                        <p:attrNameLst>
                                          <p:attrName>style.rotation</p:attrName>
                                        </p:attrNameLst>
                                      </p:cBhvr>
                                      <p:tavLst>
                                        <p:tav tm="0">
                                          <p:val>
                                            <p:fltVal val="90"/>
                                          </p:val>
                                        </p:tav>
                                        <p:tav tm="100000">
                                          <p:val>
                                            <p:fltVal val="0"/>
                                          </p:val>
                                        </p:tav>
                                      </p:tavLst>
                                    </p:anim>
                                    <p:animEffect transition="in" filter="fade">
                                      <p:cBhvr>
                                        <p:cTn id="10" dur="1000"/>
                                        <p:tgtEl>
                                          <p:spTgt spid="1026"/>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1000" fill="hold"/>
                                        <p:tgtEl>
                                          <p:spTgt spid="8"/>
                                        </p:tgtEl>
                                        <p:attrNameLst>
                                          <p:attrName>ppt_w</p:attrName>
                                        </p:attrNameLst>
                                      </p:cBhvr>
                                      <p:tavLst>
                                        <p:tav tm="0">
                                          <p:val>
                                            <p:fltVal val="0"/>
                                          </p:val>
                                        </p:tav>
                                        <p:tav tm="100000">
                                          <p:val>
                                            <p:strVal val="#ppt_w"/>
                                          </p:val>
                                        </p:tav>
                                      </p:tavLst>
                                    </p:anim>
                                    <p:anim calcmode="lin" valueType="num">
                                      <p:cBhvr>
                                        <p:cTn id="14" dur="1000" fill="hold"/>
                                        <p:tgtEl>
                                          <p:spTgt spid="8"/>
                                        </p:tgtEl>
                                        <p:attrNameLst>
                                          <p:attrName>ppt_h</p:attrName>
                                        </p:attrNameLst>
                                      </p:cBhvr>
                                      <p:tavLst>
                                        <p:tav tm="0">
                                          <p:val>
                                            <p:fltVal val="0"/>
                                          </p:val>
                                        </p:tav>
                                        <p:tav tm="100000">
                                          <p:val>
                                            <p:strVal val="#ppt_h"/>
                                          </p:val>
                                        </p:tav>
                                      </p:tavLst>
                                    </p:anim>
                                    <p:anim calcmode="lin" valueType="num">
                                      <p:cBhvr>
                                        <p:cTn id="15" dur="1000" fill="hold"/>
                                        <p:tgtEl>
                                          <p:spTgt spid="8"/>
                                        </p:tgtEl>
                                        <p:attrNameLst>
                                          <p:attrName>style.rotation</p:attrName>
                                        </p:attrNameLst>
                                      </p:cBhvr>
                                      <p:tavLst>
                                        <p:tav tm="0">
                                          <p:val>
                                            <p:fltVal val="90"/>
                                          </p:val>
                                        </p:tav>
                                        <p:tav tm="100000">
                                          <p:val>
                                            <p:fltVal val="0"/>
                                          </p:val>
                                        </p:tav>
                                      </p:tavLst>
                                    </p:anim>
                                    <p:animEffect transition="in" filter="fade">
                                      <p:cBhvr>
                                        <p:cTn id="16" dur="1000"/>
                                        <p:tgtEl>
                                          <p:spTgt spid="8"/>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1000" fill="hold"/>
                                        <p:tgtEl>
                                          <p:spTgt spid="9"/>
                                        </p:tgtEl>
                                        <p:attrNameLst>
                                          <p:attrName>ppt_w</p:attrName>
                                        </p:attrNameLst>
                                      </p:cBhvr>
                                      <p:tavLst>
                                        <p:tav tm="0">
                                          <p:val>
                                            <p:fltVal val="0"/>
                                          </p:val>
                                        </p:tav>
                                        <p:tav tm="100000">
                                          <p:val>
                                            <p:strVal val="#ppt_w"/>
                                          </p:val>
                                        </p:tav>
                                      </p:tavLst>
                                    </p:anim>
                                    <p:anim calcmode="lin" valueType="num">
                                      <p:cBhvr>
                                        <p:cTn id="20" dur="1000" fill="hold"/>
                                        <p:tgtEl>
                                          <p:spTgt spid="9"/>
                                        </p:tgtEl>
                                        <p:attrNameLst>
                                          <p:attrName>ppt_h</p:attrName>
                                        </p:attrNameLst>
                                      </p:cBhvr>
                                      <p:tavLst>
                                        <p:tav tm="0">
                                          <p:val>
                                            <p:fltVal val="0"/>
                                          </p:val>
                                        </p:tav>
                                        <p:tav tm="100000">
                                          <p:val>
                                            <p:strVal val="#ppt_h"/>
                                          </p:val>
                                        </p:tav>
                                      </p:tavLst>
                                    </p:anim>
                                    <p:anim calcmode="lin" valueType="num">
                                      <p:cBhvr>
                                        <p:cTn id="21" dur="1000" fill="hold"/>
                                        <p:tgtEl>
                                          <p:spTgt spid="9"/>
                                        </p:tgtEl>
                                        <p:attrNameLst>
                                          <p:attrName>style.rotation</p:attrName>
                                        </p:attrNameLst>
                                      </p:cBhvr>
                                      <p:tavLst>
                                        <p:tav tm="0">
                                          <p:val>
                                            <p:fltVal val="90"/>
                                          </p:val>
                                        </p:tav>
                                        <p:tav tm="100000">
                                          <p:val>
                                            <p:fltVal val="0"/>
                                          </p:val>
                                        </p:tav>
                                      </p:tavLst>
                                    </p:anim>
                                    <p:animEffect transition="in" filter="fade">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p:cTn id="27" dur="1000" fill="hold"/>
                                        <p:tgtEl>
                                          <p:spTgt spid="15"/>
                                        </p:tgtEl>
                                        <p:attrNameLst>
                                          <p:attrName>ppt_w</p:attrName>
                                        </p:attrNameLst>
                                      </p:cBhvr>
                                      <p:tavLst>
                                        <p:tav tm="0">
                                          <p:val>
                                            <p:fltVal val="0"/>
                                          </p:val>
                                        </p:tav>
                                        <p:tav tm="100000">
                                          <p:val>
                                            <p:strVal val="#ppt_w"/>
                                          </p:val>
                                        </p:tav>
                                      </p:tavLst>
                                    </p:anim>
                                    <p:anim calcmode="lin" valueType="num">
                                      <p:cBhvr>
                                        <p:cTn id="28" dur="1000" fill="hold"/>
                                        <p:tgtEl>
                                          <p:spTgt spid="15"/>
                                        </p:tgtEl>
                                        <p:attrNameLst>
                                          <p:attrName>ppt_h</p:attrName>
                                        </p:attrNameLst>
                                      </p:cBhvr>
                                      <p:tavLst>
                                        <p:tav tm="0">
                                          <p:val>
                                            <p:fltVal val="0"/>
                                          </p:val>
                                        </p:tav>
                                        <p:tav tm="100000">
                                          <p:val>
                                            <p:strVal val="#ppt_h"/>
                                          </p:val>
                                        </p:tav>
                                      </p:tavLst>
                                    </p:anim>
                                    <p:anim calcmode="lin" valueType="num">
                                      <p:cBhvr>
                                        <p:cTn id="29" dur="1000" fill="hold"/>
                                        <p:tgtEl>
                                          <p:spTgt spid="15"/>
                                        </p:tgtEl>
                                        <p:attrNameLst>
                                          <p:attrName>style.rotation</p:attrName>
                                        </p:attrNameLst>
                                      </p:cBhvr>
                                      <p:tavLst>
                                        <p:tav tm="0">
                                          <p:val>
                                            <p:fltVal val="90"/>
                                          </p:val>
                                        </p:tav>
                                        <p:tav tm="100000">
                                          <p:val>
                                            <p:fltVal val="0"/>
                                          </p:val>
                                        </p:tav>
                                      </p:tavLst>
                                    </p:anim>
                                    <p:animEffect transition="in" filter="fade">
                                      <p:cBhvr>
                                        <p:cTn id="30" dur="10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1000" fill="hold"/>
                                        <p:tgtEl>
                                          <p:spTgt spid="5"/>
                                        </p:tgtEl>
                                        <p:attrNameLst>
                                          <p:attrName>ppt_w</p:attrName>
                                        </p:attrNameLst>
                                      </p:cBhvr>
                                      <p:tavLst>
                                        <p:tav tm="0">
                                          <p:val>
                                            <p:fltVal val="0"/>
                                          </p:val>
                                        </p:tav>
                                        <p:tav tm="100000">
                                          <p:val>
                                            <p:strVal val="#ppt_w"/>
                                          </p:val>
                                        </p:tav>
                                      </p:tavLst>
                                    </p:anim>
                                    <p:anim calcmode="lin" valueType="num">
                                      <p:cBhvr>
                                        <p:cTn id="36" dur="1000" fill="hold"/>
                                        <p:tgtEl>
                                          <p:spTgt spid="5"/>
                                        </p:tgtEl>
                                        <p:attrNameLst>
                                          <p:attrName>ppt_h</p:attrName>
                                        </p:attrNameLst>
                                      </p:cBhvr>
                                      <p:tavLst>
                                        <p:tav tm="0">
                                          <p:val>
                                            <p:fltVal val="0"/>
                                          </p:val>
                                        </p:tav>
                                        <p:tav tm="100000">
                                          <p:val>
                                            <p:strVal val="#ppt_h"/>
                                          </p:val>
                                        </p:tav>
                                      </p:tavLst>
                                    </p:anim>
                                    <p:anim calcmode="lin" valueType="num">
                                      <p:cBhvr>
                                        <p:cTn id="37" dur="1000" fill="hold"/>
                                        <p:tgtEl>
                                          <p:spTgt spid="5"/>
                                        </p:tgtEl>
                                        <p:attrNameLst>
                                          <p:attrName>style.rotation</p:attrName>
                                        </p:attrNameLst>
                                      </p:cBhvr>
                                      <p:tavLst>
                                        <p:tav tm="0">
                                          <p:val>
                                            <p:fltVal val="90"/>
                                          </p:val>
                                        </p:tav>
                                        <p:tav tm="100000">
                                          <p:val>
                                            <p:fltVal val="0"/>
                                          </p:val>
                                        </p:tav>
                                      </p:tavLst>
                                    </p:anim>
                                    <p:animEffect transition="in" filter="fade">
                                      <p:cBhvr>
                                        <p:cTn id="38" dur="10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nodeType="clickEffect">
                                  <p:stCondLst>
                                    <p:cond delay="0"/>
                                  </p:stCondLst>
                                  <p:childTnLst>
                                    <p:set>
                                      <p:cBhvr>
                                        <p:cTn id="42" dur="1" fill="hold">
                                          <p:stCondLst>
                                            <p:cond delay="0"/>
                                          </p:stCondLst>
                                        </p:cTn>
                                        <p:tgtEl>
                                          <p:spTgt spid="1030"/>
                                        </p:tgtEl>
                                        <p:attrNameLst>
                                          <p:attrName>style.visibility</p:attrName>
                                        </p:attrNameLst>
                                      </p:cBhvr>
                                      <p:to>
                                        <p:strVal val="visible"/>
                                      </p:to>
                                    </p:set>
                                    <p:anim calcmode="lin" valueType="num">
                                      <p:cBhvr>
                                        <p:cTn id="43" dur="1000" fill="hold"/>
                                        <p:tgtEl>
                                          <p:spTgt spid="1030"/>
                                        </p:tgtEl>
                                        <p:attrNameLst>
                                          <p:attrName>ppt_w</p:attrName>
                                        </p:attrNameLst>
                                      </p:cBhvr>
                                      <p:tavLst>
                                        <p:tav tm="0">
                                          <p:val>
                                            <p:fltVal val="0"/>
                                          </p:val>
                                        </p:tav>
                                        <p:tav tm="100000">
                                          <p:val>
                                            <p:strVal val="#ppt_w"/>
                                          </p:val>
                                        </p:tav>
                                      </p:tavLst>
                                    </p:anim>
                                    <p:anim calcmode="lin" valueType="num">
                                      <p:cBhvr>
                                        <p:cTn id="44" dur="1000" fill="hold"/>
                                        <p:tgtEl>
                                          <p:spTgt spid="1030"/>
                                        </p:tgtEl>
                                        <p:attrNameLst>
                                          <p:attrName>ppt_h</p:attrName>
                                        </p:attrNameLst>
                                      </p:cBhvr>
                                      <p:tavLst>
                                        <p:tav tm="0">
                                          <p:val>
                                            <p:fltVal val="0"/>
                                          </p:val>
                                        </p:tav>
                                        <p:tav tm="100000">
                                          <p:val>
                                            <p:strVal val="#ppt_h"/>
                                          </p:val>
                                        </p:tav>
                                      </p:tavLst>
                                    </p:anim>
                                    <p:anim calcmode="lin" valueType="num">
                                      <p:cBhvr>
                                        <p:cTn id="45" dur="1000" fill="hold"/>
                                        <p:tgtEl>
                                          <p:spTgt spid="1030"/>
                                        </p:tgtEl>
                                        <p:attrNameLst>
                                          <p:attrName>style.rotation</p:attrName>
                                        </p:attrNameLst>
                                      </p:cBhvr>
                                      <p:tavLst>
                                        <p:tav tm="0">
                                          <p:val>
                                            <p:fltVal val="90"/>
                                          </p:val>
                                        </p:tav>
                                        <p:tav tm="100000">
                                          <p:val>
                                            <p:fltVal val="0"/>
                                          </p:val>
                                        </p:tav>
                                      </p:tavLst>
                                    </p:anim>
                                    <p:animEffect transition="in" filter="fade">
                                      <p:cBhvr>
                                        <p:cTn id="46" dur="1000"/>
                                        <p:tgtEl>
                                          <p:spTgt spid="1030"/>
                                        </p:tgtEl>
                                      </p:cBhvr>
                                    </p:animEffect>
                                  </p:childTnLst>
                                </p:cTn>
                              </p:par>
                              <p:par>
                                <p:cTn id="47" presetID="3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1000" fill="hold"/>
                                        <p:tgtEl>
                                          <p:spTgt spid="13"/>
                                        </p:tgtEl>
                                        <p:attrNameLst>
                                          <p:attrName>ppt_w</p:attrName>
                                        </p:attrNameLst>
                                      </p:cBhvr>
                                      <p:tavLst>
                                        <p:tav tm="0">
                                          <p:val>
                                            <p:fltVal val="0"/>
                                          </p:val>
                                        </p:tav>
                                        <p:tav tm="100000">
                                          <p:val>
                                            <p:strVal val="#ppt_w"/>
                                          </p:val>
                                        </p:tav>
                                      </p:tavLst>
                                    </p:anim>
                                    <p:anim calcmode="lin" valueType="num">
                                      <p:cBhvr>
                                        <p:cTn id="50" dur="1000" fill="hold"/>
                                        <p:tgtEl>
                                          <p:spTgt spid="13"/>
                                        </p:tgtEl>
                                        <p:attrNameLst>
                                          <p:attrName>ppt_h</p:attrName>
                                        </p:attrNameLst>
                                      </p:cBhvr>
                                      <p:tavLst>
                                        <p:tav tm="0">
                                          <p:val>
                                            <p:fltVal val="0"/>
                                          </p:val>
                                        </p:tav>
                                        <p:tav tm="100000">
                                          <p:val>
                                            <p:strVal val="#ppt_h"/>
                                          </p:val>
                                        </p:tav>
                                      </p:tavLst>
                                    </p:anim>
                                    <p:anim calcmode="lin" valueType="num">
                                      <p:cBhvr>
                                        <p:cTn id="51" dur="1000" fill="hold"/>
                                        <p:tgtEl>
                                          <p:spTgt spid="13"/>
                                        </p:tgtEl>
                                        <p:attrNameLst>
                                          <p:attrName>style.rotation</p:attrName>
                                        </p:attrNameLst>
                                      </p:cBhvr>
                                      <p:tavLst>
                                        <p:tav tm="0">
                                          <p:val>
                                            <p:fltVal val="90"/>
                                          </p:val>
                                        </p:tav>
                                        <p:tav tm="100000">
                                          <p:val>
                                            <p:fltVal val="0"/>
                                          </p:val>
                                        </p:tav>
                                      </p:tavLst>
                                    </p:anim>
                                    <p:animEffect transition="in" filter="fade">
                                      <p:cBhvr>
                                        <p:cTn id="52" dur="1000"/>
                                        <p:tgtEl>
                                          <p:spTgt spid="13"/>
                                        </p:tgtEl>
                                      </p:cBhvr>
                                    </p:animEffect>
                                  </p:childTnLst>
                                </p:cTn>
                              </p:par>
                              <p:par>
                                <p:cTn id="53" presetID="31" presetClass="entr" presetSubtype="0" fill="hold" nodeType="withEffect">
                                  <p:stCondLst>
                                    <p:cond delay="0"/>
                                  </p:stCondLst>
                                  <p:childTnLst>
                                    <p:set>
                                      <p:cBhvr>
                                        <p:cTn id="54" dur="1" fill="hold">
                                          <p:stCondLst>
                                            <p:cond delay="0"/>
                                          </p:stCondLst>
                                        </p:cTn>
                                        <p:tgtEl>
                                          <p:spTgt spid="1035"/>
                                        </p:tgtEl>
                                        <p:attrNameLst>
                                          <p:attrName>style.visibility</p:attrName>
                                        </p:attrNameLst>
                                      </p:cBhvr>
                                      <p:to>
                                        <p:strVal val="visible"/>
                                      </p:to>
                                    </p:set>
                                    <p:anim calcmode="lin" valueType="num">
                                      <p:cBhvr>
                                        <p:cTn id="55" dur="1000" fill="hold"/>
                                        <p:tgtEl>
                                          <p:spTgt spid="1035"/>
                                        </p:tgtEl>
                                        <p:attrNameLst>
                                          <p:attrName>ppt_w</p:attrName>
                                        </p:attrNameLst>
                                      </p:cBhvr>
                                      <p:tavLst>
                                        <p:tav tm="0">
                                          <p:val>
                                            <p:fltVal val="0"/>
                                          </p:val>
                                        </p:tav>
                                        <p:tav tm="100000">
                                          <p:val>
                                            <p:strVal val="#ppt_w"/>
                                          </p:val>
                                        </p:tav>
                                      </p:tavLst>
                                    </p:anim>
                                    <p:anim calcmode="lin" valueType="num">
                                      <p:cBhvr>
                                        <p:cTn id="56" dur="1000" fill="hold"/>
                                        <p:tgtEl>
                                          <p:spTgt spid="1035"/>
                                        </p:tgtEl>
                                        <p:attrNameLst>
                                          <p:attrName>ppt_h</p:attrName>
                                        </p:attrNameLst>
                                      </p:cBhvr>
                                      <p:tavLst>
                                        <p:tav tm="0">
                                          <p:val>
                                            <p:fltVal val="0"/>
                                          </p:val>
                                        </p:tav>
                                        <p:tav tm="100000">
                                          <p:val>
                                            <p:strVal val="#ppt_h"/>
                                          </p:val>
                                        </p:tav>
                                      </p:tavLst>
                                    </p:anim>
                                    <p:anim calcmode="lin" valueType="num">
                                      <p:cBhvr>
                                        <p:cTn id="57" dur="1000" fill="hold"/>
                                        <p:tgtEl>
                                          <p:spTgt spid="1035"/>
                                        </p:tgtEl>
                                        <p:attrNameLst>
                                          <p:attrName>style.rotation</p:attrName>
                                        </p:attrNameLst>
                                      </p:cBhvr>
                                      <p:tavLst>
                                        <p:tav tm="0">
                                          <p:val>
                                            <p:fltVal val="90"/>
                                          </p:val>
                                        </p:tav>
                                        <p:tav tm="100000">
                                          <p:val>
                                            <p:fltVal val="0"/>
                                          </p:val>
                                        </p:tav>
                                      </p:tavLst>
                                    </p:anim>
                                    <p:animEffect transition="in" filter="fade">
                                      <p:cBhvr>
                                        <p:cTn id="58" dur="1000"/>
                                        <p:tgtEl>
                                          <p:spTgt spid="1035"/>
                                        </p:tgtEl>
                                      </p:cBhvr>
                                    </p:animEffect>
                                  </p:childTnLst>
                                </p:cTn>
                              </p:par>
                              <p:par>
                                <p:cTn id="59" presetID="31"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p:cTn id="61" dur="1000" fill="hold"/>
                                        <p:tgtEl>
                                          <p:spTgt spid="14"/>
                                        </p:tgtEl>
                                        <p:attrNameLst>
                                          <p:attrName>ppt_w</p:attrName>
                                        </p:attrNameLst>
                                      </p:cBhvr>
                                      <p:tavLst>
                                        <p:tav tm="0">
                                          <p:val>
                                            <p:fltVal val="0"/>
                                          </p:val>
                                        </p:tav>
                                        <p:tav tm="100000">
                                          <p:val>
                                            <p:strVal val="#ppt_w"/>
                                          </p:val>
                                        </p:tav>
                                      </p:tavLst>
                                    </p:anim>
                                    <p:anim calcmode="lin" valueType="num">
                                      <p:cBhvr>
                                        <p:cTn id="62" dur="1000" fill="hold"/>
                                        <p:tgtEl>
                                          <p:spTgt spid="14"/>
                                        </p:tgtEl>
                                        <p:attrNameLst>
                                          <p:attrName>ppt_h</p:attrName>
                                        </p:attrNameLst>
                                      </p:cBhvr>
                                      <p:tavLst>
                                        <p:tav tm="0">
                                          <p:val>
                                            <p:fltVal val="0"/>
                                          </p:val>
                                        </p:tav>
                                        <p:tav tm="100000">
                                          <p:val>
                                            <p:strVal val="#ppt_h"/>
                                          </p:val>
                                        </p:tav>
                                      </p:tavLst>
                                    </p:anim>
                                    <p:anim calcmode="lin" valueType="num">
                                      <p:cBhvr>
                                        <p:cTn id="63" dur="1000" fill="hold"/>
                                        <p:tgtEl>
                                          <p:spTgt spid="14"/>
                                        </p:tgtEl>
                                        <p:attrNameLst>
                                          <p:attrName>style.rotation</p:attrName>
                                        </p:attrNameLst>
                                      </p:cBhvr>
                                      <p:tavLst>
                                        <p:tav tm="0">
                                          <p:val>
                                            <p:fltVal val="90"/>
                                          </p:val>
                                        </p:tav>
                                        <p:tav tm="100000">
                                          <p:val>
                                            <p:fltVal val="0"/>
                                          </p:val>
                                        </p:tav>
                                      </p:tavLst>
                                    </p:anim>
                                    <p:animEffect transition="in" filter="fade">
                                      <p:cBhvr>
                                        <p:cTn id="64" dur="1000"/>
                                        <p:tgtEl>
                                          <p:spTgt spid="14"/>
                                        </p:tgtEl>
                                      </p:cBhvr>
                                    </p:animEffect>
                                  </p:childTnLst>
                                </p:cTn>
                              </p:par>
                            </p:childTnLst>
                          </p:cTn>
                        </p:par>
                      </p:childTnLst>
                    </p:cTn>
                  </p:par>
                  <p:par>
                    <p:cTn id="65" fill="hold">
                      <p:stCondLst>
                        <p:cond delay="indefinite"/>
                      </p:stCondLst>
                      <p:childTnLst>
                        <p:par>
                          <p:cTn id="66" fill="hold">
                            <p:stCondLst>
                              <p:cond delay="0"/>
                            </p:stCondLst>
                            <p:childTnLst>
                              <p:par>
                                <p:cTn id="67" presetID="31" presetClass="entr" presetSubtype="0" fill="hold" grpId="0" nodeType="clickEffect">
                                  <p:stCondLst>
                                    <p:cond delay="0"/>
                                  </p:stCondLst>
                                  <p:childTnLst>
                                    <p:set>
                                      <p:cBhvr>
                                        <p:cTn id="68" dur="1" fill="hold">
                                          <p:stCondLst>
                                            <p:cond delay="0"/>
                                          </p:stCondLst>
                                        </p:cTn>
                                        <p:tgtEl>
                                          <p:spTgt spid="16"/>
                                        </p:tgtEl>
                                        <p:attrNameLst>
                                          <p:attrName>style.visibility</p:attrName>
                                        </p:attrNameLst>
                                      </p:cBhvr>
                                      <p:to>
                                        <p:strVal val="visible"/>
                                      </p:to>
                                    </p:set>
                                    <p:anim calcmode="lin" valueType="num">
                                      <p:cBhvr>
                                        <p:cTn id="69" dur="1000" fill="hold"/>
                                        <p:tgtEl>
                                          <p:spTgt spid="16"/>
                                        </p:tgtEl>
                                        <p:attrNameLst>
                                          <p:attrName>ppt_w</p:attrName>
                                        </p:attrNameLst>
                                      </p:cBhvr>
                                      <p:tavLst>
                                        <p:tav tm="0">
                                          <p:val>
                                            <p:fltVal val="0"/>
                                          </p:val>
                                        </p:tav>
                                        <p:tav tm="100000">
                                          <p:val>
                                            <p:strVal val="#ppt_w"/>
                                          </p:val>
                                        </p:tav>
                                      </p:tavLst>
                                    </p:anim>
                                    <p:anim calcmode="lin" valueType="num">
                                      <p:cBhvr>
                                        <p:cTn id="70" dur="1000" fill="hold"/>
                                        <p:tgtEl>
                                          <p:spTgt spid="16"/>
                                        </p:tgtEl>
                                        <p:attrNameLst>
                                          <p:attrName>ppt_h</p:attrName>
                                        </p:attrNameLst>
                                      </p:cBhvr>
                                      <p:tavLst>
                                        <p:tav tm="0">
                                          <p:val>
                                            <p:fltVal val="0"/>
                                          </p:val>
                                        </p:tav>
                                        <p:tav tm="100000">
                                          <p:val>
                                            <p:strVal val="#ppt_h"/>
                                          </p:val>
                                        </p:tav>
                                      </p:tavLst>
                                    </p:anim>
                                    <p:anim calcmode="lin" valueType="num">
                                      <p:cBhvr>
                                        <p:cTn id="71" dur="1000" fill="hold"/>
                                        <p:tgtEl>
                                          <p:spTgt spid="16"/>
                                        </p:tgtEl>
                                        <p:attrNameLst>
                                          <p:attrName>style.rotation</p:attrName>
                                        </p:attrNameLst>
                                      </p:cBhvr>
                                      <p:tavLst>
                                        <p:tav tm="0">
                                          <p:val>
                                            <p:fltVal val="90"/>
                                          </p:val>
                                        </p:tav>
                                        <p:tav tm="100000">
                                          <p:val>
                                            <p:fltVal val="0"/>
                                          </p:val>
                                        </p:tav>
                                      </p:tavLst>
                                    </p:anim>
                                    <p:animEffect transition="in" filter="fade">
                                      <p:cBhvr>
                                        <p:cTn id="72" dur="1000"/>
                                        <p:tgtEl>
                                          <p:spTgt spid="16"/>
                                        </p:tgtEl>
                                      </p:cBhvr>
                                    </p:animEffect>
                                  </p:childTnLst>
                                </p:cTn>
                              </p:par>
                            </p:childTnLst>
                          </p:cTn>
                        </p:par>
                      </p:childTnLst>
                    </p:cTn>
                  </p:par>
                  <p:par>
                    <p:cTn id="73" fill="hold">
                      <p:stCondLst>
                        <p:cond delay="indefinite"/>
                      </p:stCondLst>
                      <p:childTnLst>
                        <p:par>
                          <p:cTn id="74" fill="hold">
                            <p:stCondLst>
                              <p:cond delay="0"/>
                            </p:stCondLst>
                            <p:childTnLst>
                              <p:par>
                                <p:cTn id="75" presetID="31"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p:cTn id="77" dur="1000" fill="hold"/>
                                        <p:tgtEl>
                                          <p:spTgt spid="19"/>
                                        </p:tgtEl>
                                        <p:attrNameLst>
                                          <p:attrName>ppt_w</p:attrName>
                                        </p:attrNameLst>
                                      </p:cBhvr>
                                      <p:tavLst>
                                        <p:tav tm="0">
                                          <p:val>
                                            <p:fltVal val="0"/>
                                          </p:val>
                                        </p:tav>
                                        <p:tav tm="100000">
                                          <p:val>
                                            <p:strVal val="#ppt_w"/>
                                          </p:val>
                                        </p:tav>
                                      </p:tavLst>
                                    </p:anim>
                                    <p:anim calcmode="lin" valueType="num">
                                      <p:cBhvr>
                                        <p:cTn id="78" dur="1000" fill="hold"/>
                                        <p:tgtEl>
                                          <p:spTgt spid="19"/>
                                        </p:tgtEl>
                                        <p:attrNameLst>
                                          <p:attrName>ppt_h</p:attrName>
                                        </p:attrNameLst>
                                      </p:cBhvr>
                                      <p:tavLst>
                                        <p:tav tm="0">
                                          <p:val>
                                            <p:fltVal val="0"/>
                                          </p:val>
                                        </p:tav>
                                        <p:tav tm="100000">
                                          <p:val>
                                            <p:strVal val="#ppt_h"/>
                                          </p:val>
                                        </p:tav>
                                      </p:tavLst>
                                    </p:anim>
                                    <p:anim calcmode="lin" valueType="num">
                                      <p:cBhvr>
                                        <p:cTn id="79" dur="1000" fill="hold"/>
                                        <p:tgtEl>
                                          <p:spTgt spid="19"/>
                                        </p:tgtEl>
                                        <p:attrNameLst>
                                          <p:attrName>style.rotation</p:attrName>
                                        </p:attrNameLst>
                                      </p:cBhvr>
                                      <p:tavLst>
                                        <p:tav tm="0">
                                          <p:val>
                                            <p:fltVal val="90"/>
                                          </p:val>
                                        </p:tav>
                                        <p:tav tm="100000">
                                          <p:val>
                                            <p:fltVal val="0"/>
                                          </p:val>
                                        </p:tav>
                                      </p:tavLst>
                                    </p:anim>
                                    <p:animEffect transition="in" filter="fade">
                                      <p:cBhvr>
                                        <p:cTn id="80" dur="1000"/>
                                        <p:tgtEl>
                                          <p:spTgt spid="19"/>
                                        </p:tgtEl>
                                      </p:cBhvr>
                                    </p:animEffect>
                                  </p:childTnLst>
                                </p:cTn>
                              </p:par>
                            </p:childTnLst>
                          </p:cTn>
                        </p:par>
                      </p:childTnLst>
                    </p:cTn>
                  </p:par>
                  <p:par>
                    <p:cTn id="81" fill="hold">
                      <p:stCondLst>
                        <p:cond delay="indefinite"/>
                      </p:stCondLst>
                      <p:childTnLst>
                        <p:par>
                          <p:cTn id="82" fill="hold">
                            <p:stCondLst>
                              <p:cond delay="0"/>
                            </p:stCondLst>
                            <p:childTnLst>
                              <p:par>
                                <p:cTn id="83" presetID="31" presetClass="entr" presetSubtype="0" fill="hold" grpId="0" nodeType="clickEffect">
                                  <p:stCondLst>
                                    <p:cond delay="0"/>
                                  </p:stCondLst>
                                  <p:childTnLst>
                                    <p:set>
                                      <p:cBhvr>
                                        <p:cTn id="84" dur="1" fill="hold">
                                          <p:stCondLst>
                                            <p:cond delay="0"/>
                                          </p:stCondLst>
                                        </p:cTn>
                                        <p:tgtEl>
                                          <p:spTgt spid="21"/>
                                        </p:tgtEl>
                                        <p:attrNameLst>
                                          <p:attrName>style.visibility</p:attrName>
                                        </p:attrNameLst>
                                      </p:cBhvr>
                                      <p:to>
                                        <p:strVal val="visible"/>
                                      </p:to>
                                    </p:set>
                                    <p:anim calcmode="lin" valueType="num">
                                      <p:cBhvr>
                                        <p:cTn id="85" dur="1000" fill="hold"/>
                                        <p:tgtEl>
                                          <p:spTgt spid="21"/>
                                        </p:tgtEl>
                                        <p:attrNameLst>
                                          <p:attrName>ppt_w</p:attrName>
                                        </p:attrNameLst>
                                      </p:cBhvr>
                                      <p:tavLst>
                                        <p:tav tm="0">
                                          <p:val>
                                            <p:fltVal val="0"/>
                                          </p:val>
                                        </p:tav>
                                        <p:tav tm="100000">
                                          <p:val>
                                            <p:strVal val="#ppt_w"/>
                                          </p:val>
                                        </p:tav>
                                      </p:tavLst>
                                    </p:anim>
                                    <p:anim calcmode="lin" valueType="num">
                                      <p:cBhvr>
                                        <p:cTn id="86" dur="1000" fill="hold"/>
                                        <p:tgtEl>
                                          <p:spTgt spid="21"/>
                                        </p:tgtEl>
                                        <p:attrNameLst>
                                          <p:attrName>ppt_h</p:attrName>
                                        </p:attrNameLst>
                                      </p:cBhvr>
                                      <p:tavLst>
                                        <p:tav tm="0">
                                          <p:val>
                                            <p:fltVal val="0"/>
                                          </p:val>
                                        </p:tav>
                                        <p:tav tm="100000">
                                          <p:val>
                                            <p:strVal val="#ppt_h"/>
                                          </p:val>
                                        </p:tav>
                                      </p:tavLst>
                                    </p:anim>
                                    <p:anim calcmode="lin" valueType="num">
                                      <p:cBhvr>
                                        <p:cTn id="87" dur="1000" fill="hold"/>
                                        <p:tgtEl>
                                          <p:spTgt spid="21"/>
                                        </p:tgtEl>
                                        <p:attrNameLst>
                                          <p:attrName>style.rotation</p:attrName>
                                        </p:attrNameLst>
                                      </p:cBhvr>
                                      <p:tavLst>
                                        <p:tav tm="0">
                                          <p:val>
                                            <p:fltVal val="90"/>
                                          </p:val>
                                        </p:tav>
                                        <p:tav tm="100000">
                                          <p:val>
                                            <p:fltVal val="0"/>
                                          </p:val>
                                        </p:tav>
                                      </p:tavLst>
                                    </p:anim>
                                    <p:animEffect transition="in" filter="fade">
                                      <p:cBhvr>
                                        <p:cTn id="88" dur="1000"/>
                                        <p:tgtEl>
                                          <p:spTgt spid="21"/>
                                        </p:tgtEl>
                                      </p:cBhvr>
                                    </p:animEffect>
                                  </p:childTnLst>
                                </p:cTn>
                              </p:par>
                            </p:childTnLst>
                          </p:cTn>
                        </p:par>
                      </p:childTnLst>
                    </p:cTn>
                  </p:par>
                  <p:par>
                    <p:cTn id="89" fill="hold">
                      <p:stCondLst>
                        <p:cond delay="indefinite"/>
                      </p:stCondLst>
                      <p:childTnLst>
                        <p:par>
                          <p:cTn id="90" fill="hold">
                            <p:stCondLst>
                              <p:cond delay="0"/>
                            </p:stCondLst>
                            <p:childTnLst>
                              <p:par>
                                <p:cTn id="91" presetID="31" presetClass="entr" presetSubtype="0" fill="hold" grpId="0" nodeType="clickEffect">
                                  <p:stCondLst>
                                    <p:cond delay="0"/>
                                  </p:stCondLst>
                                  <p:childTnLst>
                                    <p:set>
                                      <p:cBhvr>
                                        <p:cTn id="92" dur="1" fill="hold">
                                          <p:stCondLst>
                                            <p:cond delay="0"/>
                                          </p:stCondLst>
                                        </p:cTn>
                                        <p:tgtEl>
                                          <p:spTgt spid="17"/>
                                        </p:tgtEl>
                                        <p:attrNameLst>
                                          <p:attrName>style.visibility</p:attrName>
                                        </p:attrNameLst>
                                      </p:cBhvr>
                                      <p:to>
                                        <p:strVal val="visible"/>
                                      </p:to>
                                    </p:set>
                                    <p:anim calcmode="lin" valueType="num">
                                      <p:cBhvr>
                                        <p:cTn id="93" dur="1000" fill="hold"/>
                                        <p:tgtEl>
                                          <p:spTgt spid="17"/>
                                        </p:tgtEl>
                                        <p:attrNameLst>
                                          <p:attrName>ppt_w</p:attrName>
                                        </p:attrNameLst>
                                      </p:cBhvr>
                                      <p:tavLst>
                                        <p:tav tm="0">
                                          <p:val>
                                            <p:fltVal val="0"/>
                                          </p:val>
                                        </p:tav>
                                        <p:tav tm="100000">
                                          <p:val>
                                            <p:strVal val="#ppt_w"/>
                                          </p:val>
                                        </p:tav>
                                      </p:tavLst>
                                    </p:anim>
                                    <p:anim calcmode="lin" valueType="num">
                                      <p:cBhvr>
                                        <p:cTn id="94" dur="1000" fill="hold"/>
                                        <p:tgtEl>
                                          <p:spTgt spid="17"/>
                                        </p:tgtEl>
                                        <p:attrNameLst>
                                          <p:attrName>ppt_h</p:attrName>
                                        </p:attrNameLst>
                                      </p:cBhvr>
                                      <p:tavLst>
                                        <p:tav tm="0">
                                          <p:val>
                                            <p:fltVal val="0"/>
                                          </p:val>
                                        </p:tav>
                                        <p:tav tm="100000">
                                          <p:val>
                                            <p:strVal val="#ppt_h"/>
                                          </p:val>
                                        </p:tav>
                                      </p:tavLst>
                                    </p:anim>
                                    <p:anim calcmode="lin" valueType="num">
                                      <p:cBhvr>
                                        <p:cTn id="95" dur="1000" fill="hold"/>
                                        <p:tgtEl>
                                          <p:spTgt spid="17"/>
                                        </p:tgtEl>
                                        <p:attrNameLst>
                                          <p:attrName>style.rotation</p:attrName>
                                        </p:attrNameLst>
                                      </p:cBhvr>
                                      <p:tavLst>
                                        <p:tav tm="0">
                                          <p:val>
                                            <p:fltVal val="90"/>
                                          </p:val>
                                        </p:tav>
                                        <p:tav tm="100000">
                                          <p:val>
                                            <p:fltVal val="0"/>
                                          </p:val>
                                        </p:tav>
                                      </p:tavLst>
                                    </p:anim>
                                    <p:animEffect transition="in" filter="fade">
                                      <p:cBhvr>
                                        <p:cTn id="96"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14" grpId="0"/>
      <p:bldP spid="19" grpId="0"/>
      <p:bldP spid="5" grpId="0"/>
      <p:bldP spid="21" grpId="0"/>
      <p:bldP spid="15" grpId="0"/>
      <p:bldP spid="16"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6000" b="1" u="sng" dirty="0">
                <a:solidFill>
                  <a:srgbClr val="FF0000"/>
                </a:solidFill>
                <a:cs typeface="+mj-cs"/>
              </a:rPr>
              <a:t>الإجــابــة</a:t>
            </a:r>
            <a:r>
              <a:rPr lang="ar-DZ" sz="6000" b="1" dirty="0" smtClean="0">
                <a:solidFill>
                  <a:srgbClr val="FF0000"/>
                </a:solidFill>
                <a:cs typeface="+mj-cs"/>
              </a:rPr>
              <a:t> :</a:t>
            </a:r>
            <a:endParaRPr lang="fr-FR" sz="6000" i="1" dirty="0">
              <a:solidFill>
                <a:srgbClr val="FF0000"/>
              </a:solidFill>
              <a:cs typeface="+mj-cs"/>
            </a:endParaRPr>
          </a:p>
        </p:txBody>
      </p:sp>
      <p:sp>
        <p:nvSpPr>
          <p:cNvPr id="3" name="Espace réservé du contenu 2"/>
          <p:cNvSpPr>
            <a:spLocks noGrp="1"/>
          </p:cNvSpPr>
          <p:nvPr>
            <p:ph idx="1"/>
          </p:nvPr>
        </p:nvSpPr>
        <p:spPr>
          <a:xfrm>
            <a:off x="609600" y="1295188"/>
            <a:ext cx="10814992" cy="5061165"/>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30000"/>
              </a:lnSpc>
              <a:buNone/>
            </a:pPr>
            <a:endParaRPr lang="ar-DZ" sz="600" b="1" dirty="0" smtClean="0">
              <a:cs typeface="+mj-cs"/>
            </a:endParaRPr>
          </a:p>
          <a:p>
            <a:pPr marL="0" indent="0" algn="just" rtl="1">
              <a:lnSpc>
                <a:spcPct val="130000"/>
              </a:lnSpc>
              <a:buNone/>
            </a:pPr>
            <a:endParaRPr lang="ar-DZ" sz="600" b="1" dirty="0" smtClean="0">
              <a:cs typeface="+mj-cs"/>
            </a:endParaRPr>
          </a:p>
          <a:p>
            <a:pPr marL="0" indent="0" algn="just" rtl="1">
              <a:lnSpc>
                <a:spcPct val="130000"/>
              </a:lnSpc>
              <a:buNone/>
            </a:pPr>
            <a:endParaRPr lang="ar-DZ" sz="600" b="1" dirty="0">
              <a:cs typeface="+mj-cs"/>
            </a:endParaRPr>
          </a:p>
          <a:p>
            <a:pPr marL="0" indent="0" algn="just" rtl="1">
              <a:lnSpc>
                <a:spcPct val="130000"/>
              </a:lnSpc>
              <a:buNone/>
            </a:pPr>
            <a:r>
              <a:rPr lang="ar-DZ" sz="4400" b="1" dirty="0">
                <a:solidFill>
                  <a:srgbClr val="00000A"/>
                </a:solidFill>
                <a:latin typeface="Liberation Serif"/>
                <a:ea typeface="Droid Sans Fallback"/>
                <a:cs typeface="+mj-cs"/>
              </a:rPr>
              <a:t>الــوســيــط بــيـن الــمــســتــخـــدم والـحــاســوب مــا هـــو </a:t>
            </a:r>
            <a:r>
              <a:rPr lang="ar-DZ" sz="4400" b="1" dirty="0" smtClean="0">
                <a:solidFill>
                  <a:srgbClr val="00000A"/>
                </a:solidFill>
                <a:latin typeface="Liberation Serif"/>
                <a:ea typeface="Droid Sans Fallback"/>
                <a:cs typeface="+mj-cs"/>
              </a:rPr>
              <a:t>إلاَّ</a:t>
            </a:r>
            <a:r>
              <a:rPr lang="ar-DZ" sz="4400" b="1" dirty="0">
                <a:cs typeface="+mj-cs"/>
              </a:rPr>
              <a:t> </a:t>
            </a:r>
            <a:r>
              <a:rPr lang="ar-DZ" sz="4000" baseline="-25000" dirty="0" smtClean="0">
                <a:cs typeface="+mj-cs"/>
              </a:rPr>
              <a:t>......................................................................................................................</a:t>
            </a:r>
            <a:r>
              <a:rPr lang="ar-DZ" sz="4000" b="1" dirty="0" smtClean="0">
                <a:cs typeface="+mj-cs"/>
              </a:rPr>
              <a:t>  </a:t>
            </a:r>
            <a:endParaRPr lang="ar-DZ" sz="4800" dirty="0">
              <a:cs typeface="+mj-cs"/>
            </a:endParaRPr>
          </a:p>
          <a:p>
            <a:pPr lvl="0" algn="r" rtl="1"/>
            <a:endParaRPr lang="fr-FR" sz="4800"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326450802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p:cTn id="15"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6000" b="1" u="sng" dirty="0">
                <a:solidFill>
                  <a:srgbClr val="FF0000"/>
                </a:solidFill>
                <a:cs typeface="+mj-cs"/>
              </a:rPr>
              <a:t>الإجــابــة</a:t>
            </a:r>
            <a:r>
              <a:rPr lang="ar-DZ" sz="6000" b="1" dirty="0" smtClean="0">
                <a:solidFill>
                  <a:srgbClr val="FF0000"/>
                </a:solidFill>
                <a:cs typeface="+mj-cs"/>
              </a:rPr>
              <a:t> :</a:t>
            </a:r>
            <a:endParaRPr lang="fr-FR" sz="6000" i="1" dirty="0">
              <a:solidFill>
                <a:srgbClr val="FF0000"/>
              </a:solidFill>
              <a:cs typeface="+mj-cs"/>
            </a:endParaRPr>
          </a:p>
        </p:txBody>
      </p:sp>
      <p:sp>
        <p:nvSpPr>
          <p:cNvPr id="3" name="Espace réservé du contenu 2"/>
          <p:cNvSpPr>
            <a:spLocks noGrp="1"/>
          </p:cNvSpPr>
          <p:nvPr>
            <p:ph idx="1"/>
          </p:nvPr>
        </p:nvSpPr>
        <p:spPr>
          <a:xfrm>
            <a:off x="609600" y="1295188"/>
            <a:ext cx="10814992" cy="5061165"/>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30000"/>
              </a:lnSpc>
              <a:buNone/>
            </a:pPr>
            <a:endParaRPr lang="ar-DZ" sz="600" b="1" dirty="0" smtClean="0">
              <a:cs typeface="+mj-cs"/>
            </a:endParaRPr>
          </a:p>
          <a:p>
            <a:pPr marL="0" indent="0" algn="just" rtl="1">
              <a:lnSpc>
                <a:spcPct val="130000"/>
              </a:lnSpc>
              <a:buNone/>
            </a:pPr>
            <a:endParaRPr lang="ar-DZ" sz="600" b="1" dirty="0" smtClean="0">
              <a:cs typeface="+mj-cs"/>
            </a:endParaRPr>
          </a:p>
          <a:p>
            <a:pPr marL="0" indent="0" algn="just" rtl="1">
              <a:lnSpc>
                <a:spcPct val="130000"/>
              </a:lnSpc>
              <a:buNone/>
            </a:pPr>
            <a:endParaRPr lang="ar-DZ" sz="600" b="1" dirty="0">
              <a:cs typeface="+mj-cs"/>
            </a:endParaRPr>
          </a:p>
          <a:p>
            <a:pPr marL="0" indent="0" algn="just" rtl="1">
              <a:lnSpc>
                <a:spcPct val="130000"/>
              </a:lnSpc>
              <a:buNone/>
            </a:pPr>
            <a:r>
              <a:rPr lang="ar-DZ" sz="4400" b="1" dirty="0">
                <a:solidFill>
                  <a:srgbClr val="00000A"/>
                </a:solidFill>
                <a:latin typeface="Liberation Serif"/>
                <a:ea typeface="Droid Sans Fallback"/>
                <a:cs typeface="+mj-cs"/>
              </a:rPr>
              <a:t>الــوســيــط بــيـن الــمــســتــخـــدم والـحــاســوب مــا هـــو </a:t>
            </a:r>
            <a:r>
              <a:rPr lang="ar-DZ" sz="4400" b="1" dirty="0" smtClean="0">
                <a:solidFill>
                  <a:srgbClr val="00000A"/>
                </a:solidFill>
                <a:latin typeface="Liberation Serif"/>
                <a:ea typeface="Droid Sans Fallback"/>
                <a:cs typeface="+mj-cs"/>
              </a:rPr>
              <a:t>إلاَّ</a:t>
            </a:r>
            <a:r>
              <a:rPr lang="ar-DZ" sz="4400" b="1" dirty="0">
                <a:cs typeface="+mj-cs"/>
              </a:rPr>
              <a:t> </a:t>
            </a:r>
            <a:r>
              <a:rPr lang="ar-DZ" sz="4000" baseline="-25000" dirty="0" smtClean="0">
                <a:cs typeface="+mj-cs"/>
              </a:rPr>
              <a:t>......................................................................................................................</a:t>
            </a:r>
            <a:r>
              <a:rPr lang="ar-DZ" sz="4000" b="1" dirty="0" smtClean="0">
                <a:cs typeface="+mj-cs"/>
              </a:rPr>
              <a:t>  </a:t>
            </a:r>
            <a:endParaRPr lang="ar-DZ" sz="4800" dirty="0">
              <a:cs typeface="+mj-cs"/>
            </a:endParaRPr>
          </a:p>
          <a:p>
            <a:pPr lvl="0" algn="r" rtl="1"/>
            <a:endParaRPr lang="fr-FR" sz="4800"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Rectangle 4"/>
          <p:cNvSpPr/>
          <p:nvPr/>
        </p:nvSpPr>
        <p:spPr>
          <a:xfrm>
            <a:off x="1271464" y="2852936"/>
            <a:ext cx="9145016" cy="122413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a:solidFill>
                  <a:srgbClr val="0070C0"/>
                </a:solidFill>
                <a:cs typeface="+mj-cs"/>
              </a:rPr>
              <a:t>نـظــام </a:t>
            </a:r>
            <a:r>
              <a:rPr lang="ar-DZ" sz="3600" b="1" dirty="0" smtClean="0">
                <a:solidFill>
                  <a:srgbClr val="0070C0"/>
                </a:solidFill>
                <a:cs typeface="+mj-cs"/>
              </a:rPr>
              <a:t>الـتـشـغــيــل   </a:t>
            </a:r>
            <a:r>
              <a:rPr lang="fr-FR" sz="3600" b="1" dirty="0" smtClean="0">
                <a:solidFill>
                  <a:srgbClr val="0070C0"/>
                </a:solidFill>
                <a:latin typeface="Times New Roman" panose="02020603050405020304" pitchFamily="18" charset="0"/>
                <a:cs typeface="Times New Roman" panose="02020603050405020304" pitchFamily="18" charset="0"/>
              </a:rPr>
              <a:t>Operating System ( OS )</a:t>
            </a:r>
            <a:endParaRPr lang="fr-FR" sz="36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783002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p:cTn id="15"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1000" fill="hold"/>
                                        <p:tgtEl>
                                          <p:spTgt spid="5"/>
                                        </p:tgtEl>
                                        <p:attrNameLst>
                                          <p:attrName>ppt_w</p:attrName>
                                        </p:attrNameLst>
                                      </p:cBhvr>
                                      <p:tavLst>
                                        <p:tav tm="0">
                                          <p:val>
                                            <p:fltVal val="0"/>
                                          </p:val>
                                        </p:tav>
                                        <p:tav tm="100000">
                                          <p:val>
                                            <p:strVal val="#ppt_w"/>
                                          </p:val>
                                        </p:tav>
                                      </p:tavLst>
                                    </p:anim>
                                    <p:anim calcmode="lin" valueType="num">
                                      <p:cBhvr>
                                        <p:cTn id="24" dur="1000" fill="hold"/>
                                        <p:tgtEl>
                                          <p:spTgt spid="5"/>
                                        </p:tgtEl>
                                        <p:attrNameLst>
                                          <p:attrName>ppt_h</p:attrName>
                                        </p:attrNameLst>
                                      </p:cBhvr>
                                      <p:tavLst>
                                        <p:tav tm="0">
                                          <p:val>
                                            <p:fltVal val="0"/>
                                          </p:val>
                                        </p:tav>
                                        <p:tav tm="100000">
                                          <p:val>
                                            <p:strVal val="#ppt_h"/>
                                          </p:val>
                                        </p:tav>
                                      </p:tavLst>
                                    </p:anim>
                                    <p:anim calcmode="lin" valueType="num">
                                      <p:cBhvr>
                                        <p:cTn id="25" dur="1000" fill="hold"/>
                                        <p:tgtEl>
                                          <p:spTgt spid="5"/>
                                        </p:tgtEl>
                                        <p:attrNameLst>
                                          <p:attrName>style.rotation</p:attrName>
                                        </p:attrNameLst>
                                      </p:cBhvr>
                                      <p:tavLst>
                                        <p:tav tm="0">
                                          <p:val>
                                            <p:fltVal val="90"/>
                                          </p:val>
                                        </p:tav>
                                        <p:tav tm="100000">
                                          <p:val>
                                            <p:fltVal val="0"/>
                                          </p:val>
                                        </p:tav>
                                      </p:tavLst>
                                    </p:anim>
                                    <p:animEffect transition="in" filter="fade">
                                      <p:cBhvr>
                                        <p:cTn id="2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4"/>
          <p:cNvSpPr/>
          <p:nvPr/>
        </p:nvSpPr>
        <p:spPr>
          <a:xfrm>
            <a:off x="587388" y="2920710"/>
            <a:ext cx="10693188" cy="16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algn="r" rtl="1"/>
            <a:r>
              <a:rPr lang="ar-SA" altLang="zh-CN" sz="4000" b="1" dirty="0">
                <a:solidFill>
                  <a:srgbClr val="00B050"/>
                </a:solidFill>
                <a:latin typeface="Times New Roman" pitchFamily="18" charset="0"/>
                <a:ea typeface="Times New Roman" pitchFamily="18" charset="0"/>
                <a:cs typeface="+mj-cs"/>
              </a:rPr>
              <a:t>ال</a:t>
            </a:r>
            <a:r>
              <a:rPr lang="ar-DZ" altLang="zh-CN" sz="4000" b="1" dirty="0" smtClean="0">
                <a:solidFill>
                  <a:srgbClr val="00B050"/>
                </a:solidFill>
                <a:latin typeface="Times New Roman" pitchFamily="18" charset="0"/>
                <a:ea typeface="Times New Roman" pitchFamily="18" charset="0"/>
                <a:cs typeface="+mj-cs"/>
              </a:rPr>
              <a:t>ـ</a:t>
            </a:r>
            <a:r>
              <a:rPr lang="ar-SA" altLang="zh-CN" sz="4000" b="1" dirty="0" smtClean="0">
                <a:solidFill>
                  <a:srgbClr val="00B050"/>
                </a:solidFill>
                <a:latin typeface="Times New Roman" pitchFamily="18" charset="0"/>
                <a:ea typeface="Times New Roman" pitchFamily="18" charset="0"/>
                <a:cs typeface="+mj-cs"/>
              </a:rPr>
              <a:t>وح</a:t>
            </a:r>
            <a:r>
              <a:rPr lang="ar-DZ" altLang="zh-CN" sz="4000" b="1" dirty="0" smtClean="0">
                <a:solidFill>
                  <a:srgbClr val="00B050"/>
                </a:solidFill>
                <a:latin typeface="Times New Roman" pitchFamily="18" charset="0"/>
                <a:ea typeface="Times New Roman" pitchFamily="18" charset="0"/>
                <a:cs typeface="+mj-cs"/>
              </a:rPr>
              <a:t>ـــ</a:t>
            </a:r>
            <a:r>
              <a:rPr lang="ar-SA" altLang="zh-CN" sz="4000" b="1" dirty="0" err="1">
                <a:solidFill>
                  <a:srgbClr val="00B050"/>
                </a:solidFill>
                <a:latin typeface="Times New Roman" pitchFamily="18" charset="0"/>
                <a:ea typeface="Times New Roman" pitchFamily="18" charset="0"/>
                <a:cs typeface="+mj-cs"/>
              </a:rPr>
              <a:t>دة</a:t>
            </a:r>
            <a:r>
              <a:rPr lang="ar-SA" altLang="zh-CN" sz="4000" b="1" dirty="0">
                <a:solidFill>
                  <a:srgbClr val="00B050"/>
                </a:solidFill>
                <a:latin typeface="Times New Roman" pitchFamily="18" charset="0"/>
                <a:ea typeface="Times New Roman" pitchFamily="18" charset="0"/>
                <a:cs typeface="+mj-cs"/>
              </a:rPr>
              <a:t> </a:t>
            </a:r>
            <a:r>
              <a:rPr lang="ar-SA" altLang="zh-CN" sz="4000" b="1" dirty="0" smtClean="0">
                <a:solidFill>
                  <a:srgbClr val="00B050"/>
                </a:solidFill>
                <a:latin typeface="Times New Roman" pitchFamily="18" charset="0"/>
                <a:ea typeface="Times New Roman" pitchFamily="18" charset="0"/>
                <a:cs typeface="+mj-cs"/>
              </a:rPr>
              <a:t>ال</a:t>
            </a:r>
            <a:r>
              <a:rPr lang="ar-DZ" altLang="zh-CN" sz="4000" b="1" dirty="0" smtClean="0">
                <a:solidFill>
                  <a:srgbClr val="00B050"/>
                </a:solidFill>
                <a:latin typeface="Times New Roman" pitchFamily="18" charset="0"/>
                <a:ea typeface="Times New Roman" pitchFamily="18" charset="0"/>
                <a:cs typeface="+mj-cs"/>
              </a:rPr>
              <a:t>ـ</a:t>
            </a:r>
            <a:r>
              <a:rPr lang="ar-SA" altLang="zh-CN" sz="4000" b="1" dirty="0" smtClean="0">
                <a:solidFill>
                  <a:srgbClr val="00B050"/>
                </a:solidFill>
                <a:latin typeface="Times New Roman" pitchFamily="18" charset="0"/>
                <a:ea typeface="Times New Roman" pitchFamily="18" charset="0"/>
                <a:cs typeface="+mj-cs"/>
              </a:rPr>
              <a:t>ت</a:t>
            </a:r>
            <a:r>
              <a:rPr lang="ar-DZ" altLang="zh-CN" sz="4000" b="1" dirty="0" smtClean="0">
                <a:solidFill>
                  <a:srgbClr val="00B050"/>
                </a:solidFill>
                <a:latin typeface="Times New Roman" pitchFamily="18" charset="0"/>
                <a:ea typeface="Times New Roman" pitchFamily="18" charset="0"/>
                <a:cs typeface="+mj-cs"/>
              </a:rPr>
              <a:t>ــ</a:t>
            </a:r>
            <a:r>
              <a:rPr lang="ar-SA" altLang="zh-CN" sz="4000" b="1" dirty="0" smtClean="0">
                <a:solidFill>
                  <a:srgbClr val="00B050"/>
                </a:solidFill>
                <a:latin typeface="Times New Roman" pitchFamily="18" charset="0"/>
                <a:ea typeface="Times New Roman" pitchFamily="18" charset="0"/>
                <a:cs typeface="+mj-cs"/>
              </a:rPr>
              <a:t>ع</a:t>
            </a:r>
            <a:r>
              <a:rPr lang="ar-DZ" altLang="zh-CN" sz="4000" b="1" dirty="0" smtClean="0">
                <a:solidFill>
                  <a:srgbClr val="00B050"/>
                </a:solidFill>
                <a:latin typeface="Times New Roman" pitchFamily="18" charset="0"/>
                <a:ea typeface="Times New Roman" pitchFamily="18" charset="0"/>
                <a:cs typeface="+mj-cs"/>
              </a:rPr>
              <a:t>ـــ</a:t>
            </a:r>
            <a:r>
              <a:rPr lang="ar-SA" altLang="zh-CN" sz="4000" b="1" dirty="0" smtClean="0">
                <a:solidFill>
                  <a:srgbClr val="00B050"/>
                </a:solidFill>
                <a:latin typeface="Times New Roman" pitchFamily="18" charset="0"/>
                <a:ea typeface="Times New Roman" pitchFamily="18" charset="0"/>
                <a:cs typeface="+mj-cs"/>
              </a:rPr>
              <a:t>ل</a:t>
            </a:r>
            <a:r>
              <a:rPr lang="ar-DZ" altLang="zh-CN" sz="4000" b="1" dirty="0" smtClean="0">
                <a:solidFill>
                  <a:srgbClr val="00B050"/>
                </a:solidFill>
                <a:latin typeface="Times New Roman" pitchFamily="18" charset="0"/>
                <a:ea typeface="Times New Roman" pitchFamily="18" charset="0"/>
                <a:cs typeface="+mj-cs"/>
              </a:rPr>
              <a:t>ـــ</a:t>
            </a:r>
            <a:r>
              <a:rPr lang="ar-SA" altLang="zh-CN" sz="4000" b="1" dirty="0" smtClean="0">
                <a:solidFill>
                  <a:srgbClr val="00B050"/>
                </a:solidFill>
                <a:latin typeface="Times New Roman" pitchFamily="18" charset="0"/>
                <a:ea typeface="Times New Roman" pitchFamily="18" charset="0"/>
                <a:cs typeface="+mj-cs"/>
              </a:rPr>
              <a:t>ي</a:t>
            </a:r>
            <a:r>
              <a:rPr lang="ar-DZ" altLang="zh-CN" sz="4000" b="1" dirty="0" smtClean="0">
                <a:solidFill>
                  <a:srgbClr val="00B050"/>
                </a:solidFill>
                <a:latin typeface="Times New Roman" pitchFamily="18" charset="0"/>
                <a:ea typeface="Times New Roman" pitchFamily="18" charset="0"/>
                <a:cs typeface="+mj-cs"/>
              </a:rPr>
              <a:t>ــــ</a:t>
            </a:r>
            <a:r>
              <a:rPr lang="ar-SA" altLang="zh-CN" sz="4000" b="1" dirty="0" smtClean="0">
                <a:solidFill>
                  <a:srgbClr val="00B050"/>
                </a:solidFill>
                <a:latin typeface="Times New Roman" pitchFamily="18" charset="0"/>
                <a:ea typeface="Times New Roman" pitchFamily="18" charset="0"/>
                <a:cs typeface="+mj-cs"/>
              </a:rPr>
              <a:t>م</a:t>
            </a:r>
            <a:r>
              <a:rPr lang="ar-DZ" altLang="zh-CN" sz="4000" b="1" dirty="0" smtClean="0">
                <a:solidFill>
                  <a:srgbClr val="00B050"/>
                </a:solidFill>
                <a:latin typeface="Times New Roman" pitchFamily="18" charset="0"/>
                <a:ea typeface="Times New Roman" pitchFamily="18" charset="0"/>
                <a:cs typeface="+mj-cs"/>
              </a:rPr>
              <a:t>ـــ</a:t>
            </a:r>
            <a:r>
              <a:rPr lang="ar-SA" altLang="zh-CN" sz="4000" b="1" dirty="0" smtClean="0">
                <a:solidFill>
                  <a:srgbClr val="00B050"/>
                </a:solidFill>
                <a:latin typeface="Times New Roman" pitchFamily="18" charset="0"/>
                <a:ea typeface="Times New Roman" pitchFamily="18" charset="0"/>
                <a:cs typeface="+mj-cs"/>
              </a:rPr>
              <a:t>ي</a:t>
            </a:r>
            <a:r>
              <a:rPr lang="ar-DZ" altLang="zh-CN" sz="4000" b="1" dirty="0" smtClean="0">
                <a:solidFill>
                  <a:srgbClr val="00B050"/>
                </a:solidFill>
                <a:latin typeface="Times New Roman" pitchFamily="18" charset="0"/>
                <a:ea typeface="Times New Roman" pitchFamily="18" charset="0"/>
                <a:cs typeface="+mj-cs"/>
              </a:rPr>
              <a:t>ـــ</a:t>
            </a:r>
            <a:r>
              <a:rPr lang="ar-SA" altLang="zh-CN" sz="4000" b="1" dirty="0">
                <a:solidFill>
                  <a:srgbClr val="00B050"/>
                </a:solidFill>
                <a:latin typeface="Times New Roman" pitchFamily="18" charset="0"/>
                <a:ea typeface="Times New Roman" pitchFamily="18" charset="0"/>
                <a:cs typeface="+mj-cs"/>
              </a:rPr>
              <a:t>ة </a:t>
            </a:r>
            <a:r>
              <a:rPr lang="ar-SA" altLang="zh-CN" sz="4000" b="1" dirty="0" smtClean="0">
                <a:solidFill>
                  <a:srgbClr val="00B050"/>
                </a:solidFill>
                <a:latin typeface="Times New Roman" pitchFamily="18" charset="0"/>
                <a:ea typeface="Times New Roman" pitchFamily="18" charset="0"/>
                <a:cs typeface="+mj-cs"/>
              </a:rPr>
              <a:t>:</a:t>
            </a:r>
            <a:r>
              <a:rPr lang="ar-DZ" altLang="zh-CN" sz="4000" b="1" dirty="0" smtClean="0">
                <a:solidFill>
                  <a:srgbClr val="00B050"/>
                </a:solidFill>
                <a:latin typeface="Times New Roman" pitchFamily="18" charset="0"/>
                <a:ea typeface="Times New Roman" pitchFamily="18" charset="0"/>
                <a:cs typeface="+mj-cs"/>
              </a:rPr>
              <a:t> </a:t>
            </a:r>
            <a:r>
              <a:rPr lang="ar-DZ" sz="4000" b="1" dirty="0" smtClean="0">
                <a:solidFill>
                  <a:srgbClr val="00B050"/>
                </a:solidFill>
                <a:cs typeface="+mj-cs"/>
              </a:rPr>
              <a:t>.....................................</a:t>
            </a:r>
            <a:r>
              <a:rPr lang="fr-FR" sz="4000" b="1" dirty="0" smtClean="0">
                <a:solidFill>
                  <a:srgbClr val="00B050"/>
                </a:solidFill>
                <a:cs typeface="+mj-cs"/>
              </a:rPr>
              <a:t> </a:t>
            </a:r>
            <a:r>
              <a:rPr lang="ar-DZ" sz="4000" b="1" dirty="0" smtClean="0">
                <a:solidFill>
                  <a:srgbClr val="00B050"/>
                </a:solidFill>
                <a:cs typeface="+mj-cs"/>
              </a:rPr>
              <a:t>  </a:t>
            </a:r>
            <a:endParaRPr lang="ar-SA" altLang="zh-CN" sz="4000" b="1" dirty="0">
              <a:solidFill>
                <a:srgbClr val="00B050"/>
              </a:solidFill>
              <a:latin typeface="Times New Roman" pitchFamily="18" charset="0"/>
              <a:ea typeface="Times New Roman" pitchFamily="18" charset="0"/>
              <a:cs typeface="+mj-cs"/>
            </a:endParaRPr>
          </a:p>
        </p:txBody>
      </p:sp>
      <p:sp>
        <p:nvSpPr>
          <p:cNvPr id="6" name="Rectangle à coins arrondis 5"/>
          <p:cNvSpPr/>
          <p:nvPr/>
        </p:nvSpPr>
        <p:spPr>
          <a:xfrm>
            <a:off x="587388" y="950541"/>
            <a:ext cx="10801200" cy="16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rtl="1">
              <a:lnSpc>
                <a:spcPct val="135000"/>
              </a:lnSpc>
            </a:pPr>
            <a:r>
              <a:rPr lang="ar-DZ" altLang="zh-CN" sz="4000" b="1" dirty="0">
                <a:solidFill>
                  <a:srgbClr val="FF0000"/>
                </a:solidFill>
                <a:latin typeface="Times New Roman" pitchFamily="18" charset="0"/>
                <a:ea typeface="Droid Sans Fallback"/>
                <a:cs typeface="Times New Roman" pitchFamily="18" charset="0"/>
              </a:rPr>
              <a:t>الـمـجــال </a:t>
            </a:r>
            <a:r>
              <a:rPr lang="ar-DZ" altLang="zh-CN" sz="4000" b="1" dirty="0" err="1" smtClean="0">
                <a:solidFill>
                  <a:srgbClr val="FF0000"/>
                </a:solidFill>
                <a:latin typeface="Times New Roman" pitchFamily="18" charset="0"/>
                <a:ea typeface="Droid Sans Fallback"/>
                <a:cs typeface="Times New Roman" pitchFamily="18" charset="0"/>
              </a:rPr>
              <a:t>الـتَــعَـــلُــمِــي</a:t>
            </a:r>
            <a:r>
              <a:rPr lang="ar-DZ" altLang="zh-CN" sz="4000" b="1" dirty="0" smtClean="0">
                <a:solidFill>
                  <a:srgbClr val="FF0000"/>
                </a:solidFill>
                <a:latin typeface="Times New Roman" pitchFamily="18" charset="0"/>
                <a:ea typeface="Droid Sans Fallback"/>
                <a:cs typeface="Times New Roman" pitchFamily="18" charset="0"/>
              </a:rPr>
              <a:t> </a:t>
            </a:r>
            <a:r>
              <a:rPr lang="ar-DZ" altLang="zh-CN" sz="4000" b="1" dirty="0">
                <a:solidFill>
                  <a:srgbClr val="FF0000"/>
                </a:solidFill>
                <a:latin typeface="Times New Roman" pitchFamily="18" charset="0"/>
                <a:ea typeface="Droid Sans Fallback"/>
                <a:cs typeface="Times New Roman" pitchFamily="18" charset="0"/>
              </a:rPr>
              <a:t>: </a:t>
            </a:r>
            <a:r>
              <a:rPr lang="ar-DZ" altLang="zh-CN" sz="4000" b="1" dirty="0" smtClean="0">
                <a:solidFill>
                  <a:srgbClr val="FF0000"/>
                </a:solidFill>
                <a:latin typeface="Times New Roman" pitchFamily="18" charset="0"/>
                <a:ea typeface="Droid Sans Fallback"/>
                <a:cs typeface="Times New Roman" pitchFamily="18" charset="0"/>
              </a:rPr>
              <a:t>بــيــئـة الـتــعــامـل مـع الــحـاســـوب</a:t>
            </a:r>
            <a:endParaRPr lang="fr-FR" sz="4000" dirty="0">
              <a:solidFill>
                <a:srgbClr val="FF0000"/>
              </a:solidFill>
            </a:endParaRPr>
          </a:p>
        </p:txBody>
      </p:sp>
      <p:sp>
        <p:nvSpPr>
          <p:cNvPr id="4" name="Espace réservé de la date 6"/>
          <p:cNvSpPr>
            <a:spLocks noGrp="1"/>
          </p:cNvSpPr>
          <p:nvPr>
            <p:ph type="dt" sz="half" idx="10"/>
          </p:nvPr>
        </p:nvSpPr>
        <p:spPr>
          <a:xfrm>
            <a:off x="587388" y="188640"/>
            <a:ext cx="2016224" cy="576064"/>
          </a:xfrm>
        </p:spPr>
        <p:style>
          <a:lnRef idx="1">
            <a:schemeClr val="accent3"/>
          </a:lnRef>
          <a:fillRef idx="2">
            <a:schemeClr val="accent3"/>
          </a:fillRef>
          <a:effectRef idx="1">
            <a:schemeClr val="accent3"/>
          </a:effectRef>
          <a:fontRef idx="minor">
            <a:schemeClr val="dk1"/>
          </a:fontRef>
        </p:style>
        <p:txBody>
          <a:bodyPr/>
          <a:lstStyle/>
          <a:p>
            <a:fld id="{2901635A-126F-4D9B-99FC-E41D53661A20}" type="datetime1">
              <a:rPr lang="fr-FR" sz="2400" b="1"/>
              <a:t>11/10/2024</a:t>
            </a:fld>
            <a:endParaRPr lang="fr-BE" sz="2400" b="1" dirty="0"/>
          </a:p>
        </p:txBody>
      </p:sp>
    </p:spTree>
    <p:extLst>
      <p:ext uri="{BB962C8B-B14F-4D97-AF65-F5344CB8AC3E}">
        <p14:creationId xmlns:p14="http://schemas.microsoft.com/office/powerpoint/2010/main" val="194281174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750" fill="hold"/>
                                        <p:tgtEl>
                                          <p:spTgt spid="6"/>
                                        </p:tgtEl>
                                        <p:attrNameLst>
                                          <p:attrName>ppt_w</p:attrName>
                                        </p:attrNameLst>
                                      </p:cBhvr>
                                      <p:tavLst>
                                        <p:tav tm="0">
                                          <p:val>
                                            <p:fltVal val="0"/>
                                          </p:val>
                                        </p:tav>
                                        <p:tav tm="100000">
                                          <p:val>
                                            <p:strVal val="#ppt_w"/>
                                          </p:val>
                                        </p:tav>
                                      </p:tavLst>
                                    </p:anim>
                                    <p:anim calcmode="lin" valueType="num">
                                      <p:cBhvr>
                                        <p:cTn id="8" dur="750" fill="hold"/>
                                        <p:tgtEl>
                                          <p:spTgt spid="6"/>
                                        </p:tgtEl>
                                        <p:attrNameLst>
                                          <p:attrName>ppt_h</p:attrName>
                                        </p:attrNameLst>
                                      </p:cBhvr>
                                      <p:tavLst>
                                        <p:tav tm="0">
                                          <p:val>
                                            <p:fltVal val="0"/>
                                          </p:val>
                                        </p:tav>
                                        <p:tav tm="100000">
                                          <p:val>
                                            <p:strVal val="#ppt_h"/>
                                          </p:val>
                                        </p:tav>
                                      </p:tavLst>
                                    </p:anim>
                                    <p:anim calcmode="lin" valueType="num">
                                      <p:cBhvr>
                                        <p:cTn id="9" dur="750" fill="hold"/>
                                        <p:tgtEl>
                                          <p:spTgt spid="6"/>
                                        </p:tgtEl>
                                        <p:attrNameLst>
                                          <p:attrName>style.rotation</p:attrName>
                                        </p:attrNameLst>
                                      </p:cBhvr>
                                      <p:tavLst>
                                        <p:tav tm="0">
                                          <p:val>
                                            <p:fltVal val="90"/>
                                          </p:val>
                                        </p:tav>
                                        <p:tav tm="100000">
                                          <p:val>
                                            <p:fltVal val="0"/>
                                          </p:val>
                                        </p:tav>
                                      </p:tavLst>
                                    </p:anim>
                                    <p:animEffect transition="in" filter="fade">
                                      <p:cBhvr>
                                        <p:cTn id="10" dur="75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750" fill="hold"/>
                                        <p:tgtEl>
                                          <p:spTgt spid="5"/>
                                        </p:tgtEl>
                                        <p:attrNameLst>
                                          <p:attrName>ppt_w</p:attrName>
                                        </p:attrNameLst>
                                      </p:cBhvr>
                                      <p:tavLst>
                                        <p:tav tm="0">
                                          <p:val>
                                            <p:fltVal val="0"/>
                                          </p:val>
                                        </p:tav>
                                        <p:tav tm="100000">
                                          <p:val>
                                            <p:strVal val="#ppt_w"/>
                                          </p:val>
                                        </p:tav>
                                      </p:tavLst>
                                    </p:anim>
                                    <p:anim calcmode="lin" valueType="num">
                                      <p:cBhvr>
                                        <p:cTn id="16" dur="750" fill="hold"/>
                                        <p:tgtEl>
                                          <p:spTgt spid="5"/>
                                        </p:tgtEl>
                                        <p:attrNameLst>
                                          <p:attrName>ppt_h</p:attrName>
                                        </p:attrNameLst>
                                      </p:cBhvr>
                                      <p:tavLst>
                                        <p:tav tm="0">
                                          <p:val>
                                            <p:fltVal val="0"/>
                                          </p:val>
                                        </p:tav>
                                        <p:tav tm="100000">
                                          <p:val>
                                            <p:strVal val="#ppt_h"/>
                                          </p:val>
                                        </p:tav>
                                      </p:tavLst>
                                    </p:anim>
                                    <p:anim calcmode="lin" valueType="num">
                                      <p:cBhvr>
                                        <p:cTn id="17" dur="750" fill="hold"/>
                                        <p:tgtEl>
                                          <p:spTgt spid="5"/>
                                        </p:tgtEl>
                                        <p:attrNameLst>
                                          <p:attrName>style.rotation</p:attrName>
                                        </p:attrNameLst>
                                      </p:cBhvr>
                                      <p:tavLst>
                                        <p:tav tm="0">
                                          <p:val>
                                            <p:fltVal val="90"/>
                                          </p:val>
                                        </p:tav>
                                        <p:tav tm="100000">
                                          <p:val>
                                            <p:fltVal val="0"/>
                                          </p:val>
                                        </p:tav>
                                      </p:tavLst>
                                    </p:anim>
                                    <p:animEffect transition="in" filter="fade">
                                      <p:cBhvr>
                                        <p:cTn id="18" dur="75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4"/>
          <p:cNvSpPr/>
          <p:nvPr/>
        </p:nvSpPr>
        <p:spPr>
          <a:xfrm>
            <a:off x="587388" y="2920710"/>
            <a:ext cx="10693188" cy="16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algn="r" rtl="1"/>
            <a:r>
              <a:rPr lang="ar-SA" altLang="zh-CN" sz="4000" b="1" dirty="0">
                <a:solidFill>
                  <a:srgbClr val="00B050"/>
                </a:solidFill>
                <a:latin typeface="Times New Roman" pitchFamily="18" charset="0"/>
                <a:ea typeface="Times New Roman" pitchFamily="18" charset="0"/>
                <a:cs typeface="Times New Roman" pitchFamily="18" charset="0"/>
              </a:rPr>
              <a:t>ال</a:t>
            </a:r>
            <a:r>
              <a:rPr lang="ar-DZ" altLang="zh-CN" sz="4000" b="1" dirty="0" smtClean="0">
                <a:solidFill>
                  <a:srgbClr val="00B050"/>
                </a:solidFill>
                <a:latin typeface="Times New Roman" pitchFamily="18" charset="0"/>
                <a:ea typeface="Times New Roman" pitchFamily="18" charset="0"/>
                <a:cs typeface="Times New Roman" pitchFamily="18" charset="0"/>
              </a:rPr>
              <a:t>ـ</a:t>
            </a:r>
            <a:r>
              <a:rPr lang="ar-SA" altLang="zh-CN" sz="4000" b="1" dirty="0" smtClean="0">
                <a:solidFill>
                  <a:srgbClr val="00B050"/>
                </a:solidFill>
                <a:latin typeface="Times New Roman" pitchFamily="18" charset="0"/>
                <a:ea typeface="Times New Roman" pitchFamily="18" charset="0"/>
                <a:cs typeface="Times New Roman" pitchFamily="18" charset="0"/>
              </a:rPr>
              <a:t>وح</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err="1">
                <a:solidFill>
                  <a:srgbClr val="00B050"/>
                </a:solidFill>
                <a:latin typeface="Times New Roman" pitchFamily="18" charset="0"/>
                <a:ea typeface="Times New Roman" pitchFamily="18" charset="0"/>
                <a:cs typeface="Times New Roman" pitchFamily="18" charset="0"/>
              </a:rPr>
              <a:t>دة</a:t>
            </a:r>
            <a:r>
              <a:rPr lang="ar-SA" altLang="zh-CN" sz="4000" b="1" dirty="0">
                <a:solidFill>
                  <a:srgbClr val="00B050"/>
                </a:solidFill>
                <a:latin typeface="Times New Roman" pitchFamily="18" charset="0"/>
                <a:ea typeface="Times New Roman" pitchFamily="18" charset="0"/>
                <a:cs typeface="Times New Roman" pitchFamily="18" charset="0"/>
              </a:rPr>
              <a:t> </a:t>
            </a:r>
            <a:r>
              <a:rPr lang="ar-SA" altLang="zh-CN" sz="4000" b="1" dirty="0" smtClean="0">
                <a:solidFill>
                  <a:srgbClr val="00B050"/>
                </a:solidFill>
                <a:latin typeface="Times New Roman" pitchFamily="18" charset="0"/>
                <a:ea typeface="Times New Roman" pitchFamily="18" charset="0"/>
                <a:cs typeface="Times New Roman" pitchFamily="18" charset="0"/>
              </a:rPr>
              <a:t>ال</a:t>
            </a:r>
            <a:r>
              <a:rPr lang="ar-DZ" altLang="zh-CN" sz="4000" b="1" dirty="0" smtClean="0">
                <a:solidFill>
                  <a:srgbClr val="00B050"/>
                </a:solidFill>
                <a:latin typeface="Times New Roman" pitchFamily="18" charset="0"/>
                <a:ea typeface="Times New Roman" pitchFamily="18" charset="0"/>
                <a:cs typeface="Times New Roman" pitchFamily="18" charset="0"/>
              </a:rPr>
              <a:t>ـ</a:t>
            </a:r>
            <a:r>
              <a:rPr lang="ar-SA" altLang="zh-CN" sz="4000" b="1" dirty="0" smtClean="0">
                <a:solidFill>
                  <a:srgbClr val="00B050"/>
                </a:solidFill>
                <a:latin typeface="Times New Roman" pitchFamily="18" charset="0"/>
                <a:ea typeface="Times New Roman" pitchFamily="18" charset="0"/>
                <a:cs typeface="Times New Roman" pitchFamily="18" charset="0"/>
              </a:rPr>
              <a:t>ت</a:t>
            </a:r>
            <a:r>
              <a:rPr lang="ar-DZ" altLang="zh-CN" sz="4000" b="1" dirty="0" smtClean="0">
                <a:solidFill>
                  <a:srgbClr val="00B050"/>
                </a:solidFill>
                <a:latin typeface="Times New Roman" pitchFamily="18" charset="0"/>
                <a:ea typeface="Times New Roman" pitchFamily="18" charset="0"/>
                <a:cs typeface="Times New Roman" pitchFamily="18" charset="0"/>
              </a:rPr>
              <a:t>ــ</a:t>
            </a:r>
            <a:r>
              <a:rPr lang="ar-SA" altLang="zh-CN" sz="4000" b="1" dirty="0" smtClean="0">
                <a:solidFill>
                  <a:srgbClr val="00B050"/>
                </a:solidFill>
                <a:latin typeface="Times New Roman" pitchFamily="18" charset="0"/>
                <a:ea typeface="Times New Roman" pitchFamily="18" charset="0"/>
                <a:cs typeface="Times New Roman" pitchFamily="18" charset="0"/>
              </a:rPr>
              <a:t>ع</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smtClean="0">
                <a:solidFill>
                  <a:srgbClr val="00B050"/>
                </a:solidFill>
                <a:latin typeface="Times New Roman" pitchFamily="18" charset="0"/>
                <a:ea typeface="Times New Roman" pitchFamily="18" charset="0"/>
                <a:cs typeface="Times New Roman" pitchFamily="18" charset="0"/>
              </a:rPr>
              <a:t>ل</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smtClean="0">
                <a:solidFill>
                  <a:srgbClr val="00B050"/>
                </a:solidFill>
                <a:latin typeface="Times New Roman" pitchFamily="18" charset="0"/>
                <a:ea typeface="Times New Roman" pitchFamily="18" charset="0"/>
                <a:cs typeface="Times New Roman" pitchFamily="18" charset="0"/>
              </a:rPr>
              <a:t>ي</a:t>
            </a:r>
            <a:r>
              <a:rPr lang="ar-DZ" altLang="zh-CN" sz="4000" b="1" dirty="0" smtClean="0">
                <a:solidFill>
                  <a:srgbClr val="00B050"/>
                </a:solidFill>
                <a:latin typeface="Times New Roman" pitchFamily="18" charset="0"/>
                <a:ea typeface="Times New Roman" pitchFamily="18" charset="0"/>
                <a:cs typeface="Times New Roman" pitchFamily="18" charset="0"/>
              </a:rPr>
              <a:t>ــــ</a:t>
            </a:r>
            <a:r>
              <a:rPr lang="ar-SA" altLang="zh-CN" sz="4000" b="1" dirty="0" smtClean="0">
                <a:solidFill>
                  <a:srgbClr val="00B050"/>
                </a:solidFill>
                <a:latin typeface="Times New Roman" pitchFamily="18" charset="0"/>
                <a:ea typeface="Times New Roman" pitchFamily="18" charset="0"/>
                <a:cs typeface="Times New Roman" pitchFamily="18" charset="0"/>
              </a:rPr>
              <a:t>م</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smtClean="0">
                <a:solidFill>
                  <a:srgbClr val="00B050"/>
                </a:solidFill>
                <a:latin typeface="Times New Roman" pitchFamily="18" charset="0"/>
                <a:ea typeface="Times New Roman" pitchFamily="18" charset="0"/>
                <a:cs typeface="Times New Roman" pitchFamily="18" charset="0"/>
              </a:rPr>
              <a:t>ي</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a:solidFill>
                  <a:srgbClr val="00B050"/>
                </a:solidFill>
                <a:latin typeface="Times New Roman" pitchFamily="18" charset="0"/>
                <a:ea typeface="Times New Roman" pitchFamily="18" charset="0"/>
                <a:cs typeface="Times New Roman" pitchFamily="18" charset="0"/>
              </a:rPr>
              <a:t>ة </a:t>
            </a:r>
            <a:r>
              <a:rPr lang="ar-SA" altLang="zh-CN" sz="4000" b="1" dirty="0" smtClean="0">
                <a:solidFill>
                  <a:srgbClr val="00B050"/>
                </a:solidFill>
                <a:latin typeface="Times New Roman" pitchFamily="18" charset="0"/>
                <a:ea typeface="Times New Roman" pitchFamily="18" charset="0"/>
                <a:cs typeface="Times New Roman" pitchFamily="18" charset="0"/>
              </a:rPr>
              <a:t>:</a:t>
            </a:r>
            <a:r>
              <a:rPr lang="ar-DZ" altLang="zh-CN" sz="4000" b="1" dirty="0" smtClean="0">
                <a:solidFill>
                  <a:srgbClr val="00B050"/>
                </a:solidFill>
                <a:latin typeface="Times New Roman" pitchFamily="18" charset="0"/>
                <a:ea typeface="Times New Roman" pitchFamily="18" charset="0"/>
                <a:cs typeface="Times New Roman" pitchFamily="18" charset="0"/>
              </a:rPr>
              <a:t> </a:t>
            </a:r>
            <a:r>
              <a:rPr lang="ar-DZ" sz="4000" b="1" dirty="0" smtClean="0">
                <a:solidFill>
                  <a:srgbClr val="00B050"/>
                </a:solidFill>
              </a:rPr>
              <a:t>نــظــام الـــتـــشـــغــــيــــل</a:t>
            </a:r>
            <a:r>
              <a:rPr lang="fr-FR" sz="4000" b="1" dirty="0" smtClean="0">
                <a:solidFill>
                  <a:srgbClr val="00B050"/>
                </a:solidFill>
              </a:rPr>
              <a:t> </a:t>
            </a:r>
            <a:r>
              <a:rPr lang="ar-DZ" sz="4000" b="1" dirty="0" smtClean="0">
                <a:solidFill>
                  <a:srgbClr val="00B050"/>
                </a:solidFill>
              </a:rPr>
              <a:t>  </a:t>
            </a:r>
            <a:endParaRPr lang="ar-SA" altLang="zh-CN" sz="4000" b="1" dirty="0">
              <a:solidFill>
                <a:srgbClr val="00B050"/>
              </a:solidFill>
              <a:latin typeface="Times New Roman" pitchFamily="18" charset="0"/>
              <a:ea typeface="Times New Roman" pitchFamily="18" charset="0"/>
              <a:cs typeface="Times New Roman" pitchFamily="18" charset="0"/>
            </a:endParaRPr>
          </a:p>
        </p:txBody>
      </p:sp>
      <p:sp>
        <p:nvSpPr>
          <p:cNvPr id="6" name="Rectangle à coins arrondis 5"/>
          <p:cNvSpPr/>
          <p:nvPr/>
        </p:nvSpPr>
        <p:spPr>
          <a:xfrm>
            <a:off x="587388" y="950541"/>
            <a:ext cx="10801200" cy="16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rtl="1">
              <a:lnSpc>
                <a:spcPct val="135000"/>
              </a:lnSpc>
            </a:pPr>
            <a:r>
              <a:rPr lang="ar-DZ" altLang="zh-CN" sz="4000" b="1" dirty="0">
                <a:solidFill>
                  <a:srgbClr val="FF0000"/>
                </a:solidFill>
                <a:latin typeface="Times New Roman" pitchFamily="18" charset="0"/>
                <a:ea typeface="Droid Sans Fallback"/>
                <a:cs typeface="Times New Roman" pitchFamily="18" charset="0"/>
              </a:rPr>
              <a:t>الـمـجــال </a:t>
            </a:r>
            <a:r>
              <a:rPr lang="ar-DZ" altLang="zh-CN" sz="4000" b="1" dirty="0" err="1" smtClean="0">
                <a:solidFill>
                  <a:srgbClr val="FF0000"/>
                </a:solidFill>
                <a:latin typeface="Times New Roman" pitchFamily="18" charset="0"/>
                <a:ea typeface="Droid Sans Fallback"/>
                <a:cs typeface="Times New Roman" pitchFamily="18" charset="0"/>
              </a:rPr>
              <a:t>الـتَــعَـــلُــمِــي</a:t>
            </a:r>
            <a:r>
              <a:rPr lang="ar-DZ" altLang="zh-CN" sz="4000" b="1" dirty="0" smtClean="0">
                <a:solidFill>
                  <a:srgbClr val="FF0000"/>
                </a:solidFill>
                <a:latin typeface="Times New Roman" pitchFamily="18" charset="0"/>
                <a:ea typeface="Droid Sans Fallback"/>
                <a:cs typeface="Times New Roman" pitchFamily="18" charset="0"/>
              </a:rPr>
              <a:t> </a:t>
            </a:r>
            <a:r>
              <a:rPr lang="ar-DZ" altLang="zh-CN" sz="4000" b="1" dirty="0">
                <a:solidFill>
                  <a:srgbClr val="FF0000"/>
                </a:solidFill>
                <a:latin typeface="Times New Roman" pitchFamily="18" charset="0"/>
                <a:ea typeface="Droid Sans Fallback"/>
                <a:cs typeface="Times New Roman" pitchFamily="18" charset="0"/>
              </a:rPr>
              <a:t>: </a:t>
            </a:r>
            <a:r>
              <a:rPr lang="ar-DZ" altLang="zh-CN" sz="4000" b="1" dirty="0" smtClean="0">
                <a:solidFill>
                  <a:srgbClr val="FF0000"/>
                </a:solidFill>
                <a:latin typeface="Times New Roman" pitchFamily="18" charset="0"/>
                <a:ea typeface="Droid Sans Fallback"/>
                <a:cs typeface="Times New Roman" pitchFamily="18" charset="0"/>
              </a:rPr>
              <a:t>بــيــئـة الـتــعــامـل مـع الــحـاســـوب</a:t>
            </a:r>
            <a:endParaRPr lang="fr-FR" sz="4000" dirty="0">
              <a:solidFill>
                <a:srgbClr val="FF0000"/>
              </a:solidFill>
            </a:endParaRPr>
          </a:p>
        </p:txBody>
      </p:sp>
      <p:sp>
        <p:nvSpPr>
          <p:cNvPr id="4" name="Espace réservé de la date 6"/>
          <p:cNvSpPr>
            <a:spLocks noGrp="1"/>
          </p:cNvSpPr>
          <p:nvPr>
            <p:ph type="dt" sz="half" idx="10"/>
          </p:nvPr>
        </p:nvSpPr>
        <p:spPr>
          <a:xfrm>
            <a:off x="587388" y="188640"/>
            <a:ext cx="2016224" cy="576064"/>
          </a:xfrm>
        </p:spPr>
        <p:style>
          <a:lnRef idx="1">
            <a:schemeClr val="accent3"/>
          </a:lnRef>
          <a:fillRef idx="2">
            <a:schemeClr val="accent3"/>
          </a:fillRef>
          <a:effectRef idx="1">
            <a:schemeClr val="accent3"/>
          </a:effectRef>
          <a:fontRef idx="minor">
            <a:schemeClr val="dk1"/>
          </a:fontRef>
        </p:style>
        <p:txBody>
          <a:bodyPr/>
          <a:lstStyle/>
          <a:p>
            <a:fld id="{2901635A-126F-4D9B-99FC-E41D53661A20}" type="datetime1">
              <a:rPr lang="fr-FR" sz="2400" b="1"/>
              <a:t>11/10/2024</a:t>
            </a:fld>
            <a:endParaRPr lang="fr-BE" sz="2400" b="1" dirty="0"/>
          </a:p>
        </p:txBody>
      </p:sp>
    </p:spTree>
    <p:extLst>
      <p:ext uri="{BB962C8B-B14F-4D97-AF65-F5344CB8AC3E}">
        <p14:creationId xmlns:p14="http://schemas.microsoft.com/office/powerpoint/2010/main" val="365259461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750" fill="hold"/>
                                        <p:tgtEl>
                                          <p:spTgt spid="6"/>
                                        </p:tgtEl>
                                        <p:attrNameLst>
                                          <p:attrName>ppt_w</p:attrName>
                                        </p:attrNameLst>
                                      </p:cBhvr>
                                      <p:tavLst>
                                        <p:tav tm="0">
                                          <p:val>
                                            <p:fltVal val="0"/>
                                          </p:val>
                                        </p:tav>
                                        <p:tav tm="100000">
                                          <p:val>
                                            <p:strVal val="#ppt_w"/>
                                          </p:val>
                                        </p:tav>
                                      </p:tavLst>
                                    </p:anim>
                                    <p:anim calcmode="lin" valueType="num">
                                      <p:cBhvr>
                                        <p:cTn id="8" dur="750" fill="hold"/>
                                        <p:tgtEl>
                                          <p:spTgt spid="6"/>
                                        </p:tgtEl>
                                        <p:attrNameLst>
                                          <p:attrName>ppt_h</p:attrName>
                                        </p:attrNameLst>
                                      </p:cBhvr>
                                      <p:tavLst>
                                        <p:tav tm="0">
                                          <p:val>
                                            <p:fltVal val="0"/>
                                          </p:val>
                                        </p:tav>
                                        <p:tav tm="100000">
                                          <p:val>
                                            <p:strVal val="#ppt_h"/>
                                          </p:val>
                                        </p:tav>
                                      </p:tavLst>
                                    </p:anim>
                                    <p:anim calcmode="lin" valueType="num">
                                      <p:cBhvr>
                                        <p:cTn id="9" dur="750" fill="hold"/>
                                        <p:tgtEl>
                                          <p:spTgt spid="6"/>
                                        </p:tgtEl>
                                        <p:attrNameLst>
                                          <p:attrName>style.rotation</p:attrName>
                                        </p:attrNameLst>
                                      </p:cBhvr>
                                      <p:tavLst>
                                        <p:tav tm="0">
                                          <p:val>
                                            <p:fltVal val="90"/>
                                          </p:val>
                                        </p:tav>
                                        <p:tav tm="100000">
                                          <p:val>
                                            <p:fltVal val="0"/>
                                          </p:val>
                                        </p:tav>
                                      </p:tavLst>
                                    </p:anim>
                                    <p:animEffect transition="in" filter="fade">
                                      <p:cBhvr>
                                        <p:cTn id="10" dur="75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750" fill="hold"/>
                                        <p:tgtEl>
                                          <p:spTgt spid="5"/>
                                        </p:tgtEl>
                                        <p:attrNameLst>
                                          <p:attrName>ppt_w</p:attrName>
                                        </p:attrNameLst>
                                      </p:cBhvr>
                                      <p:tavLst>
                                        <p:tav tm="0">
                                          <p:val>
                                            <p:fltVal val="0"/>
                                          </p:val>
                                        </p:tav>
                                        <p:tav tm="100000">
                                          <p:val>
                                            <p:strVal val="#ppt_w"/>
                                          </p:val>
                                        </p:tav>
                                      </p:tavLst>
                                    </p:anim>
                                    <p:anim calcmode="lin" valueType="num">
                                      <p:cBhvr>
                                        <p:cTn id="16" dur="750" fill="hold"/>
                                        <p:tgtEl>
                                          <p:spTgt spid="5"/>
                                        </p:tgtEl>
                                        <p:attrNameLst>
                                          <p:attrName>ppt_h</p:attrName>
                                        </p:attrNameLst>
                                      </p:cBhvr>
                                      <p:tavLst>
                                        <p:tav tm="0">
                                          <p:val>
                                            <p:fltVal val="0"/>
                                          </p:val>
                                        </p:tav>
                                        <p:tav tm="100000">
                                          <p:val>
                                            <p:strVal val="#ppt_h"/>
                                          </p:val>
                                        </p:tav>
                                      </p:tavLst>
                                    </p:anim>
                                    <p:anim calcmode="lin" valueType="num">
                                      <p:cBhvr>
                                        <p:cTn id="17" dur="750" fill="hold"/>
                                        <p:tgtEl>
                                          <p:spTgt spid="5"/>
                                        </p:tgtEl>
                                        <p:attrNameLst>
                                          <p:attrName>style.rotation</p:attrName>
                                        </p:attrNameLst>
                                      </p:cBhvr>
                                      <p:tavLst>
                                        <p:tav tm="0">
                                          <p:val>
                                            <p:fltVal val="90"/>
                                          </p:val>
                                        </p:tav>
                                        <p:tav tm="100000">
                                          <p:val>
                                            <p:fltVal val="0"/>
                                          </p:val>
                                        </p:tav>
                                      </p:tavLst>
                                    </p:anim>
                                    <p:animEffect transition="in" filter="fade">
                                      <p:cBhvr>
                                        <p:cTn id="18" dur="75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4"/>
          <p:cNvSpPr/>
          <p:nvPr/>
        </p:nvSpPr>
        <p:spPr>
          <a:xfrm>
            <a:off x="587388" y="2920710"/>
            <a:ext cx="10693188" cy="16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algn="r" rtl="1"/>
            <a:r>
              <a:rPr lang="ar-SA" altLang="zh-CN" sz="4000" b="1" dirty="0">
                <a:solidFill>
                  <a:srgbClr val="00B050"/>
                </a:solidFill>
                <a:latin typeface="Times New Roman" pitchFamily="18" charset="0"/>
                <a:ea typeface="Times New Roman" pitchFamily="18" charset="0"/>
                <a:cs typeface="Times New Roman" pitchFamily="18" charset="0"/>
              </a:rPr>
              <a:t>ال</a:t>
            </a:r>
            <a:r>
              <a:rPr lang="ar-DZ" altLang="zh-CN" sz="4000" b="1" dirty="0" smtClean="0">
                <a:solidFill>
                  <a:srgbClr val="00B050"/>
                </a:solidFill>
                <a:latin typeface="Times New Roman" pitchFamily="18" charset="0"/>
                <a:ea typeface="Times New Roman" pitchFamily="18" charset="0"/>
                <a:cs typeface="Times New Roman" pitchFamily="18" charset="0"/>
              </a:rPr>
              <a:t>ـ</a:t>
            </a:r>
            <a:r>
              <a:rPr lang="ar-SA" altLang="zh-CN" sz="4000" b="1" dirty="0" smtClean="0">
                <a:solidFill>
                  <a:srgbClr val="00B050"/>
                </a:solidFill>
                <a:latin typeface="Times New Roman" pitchFamily="18" charset="0"/>
                <a:ea typeface="Times New Roman" pitchFamily="18" charset="0"/>
                <a:cs typeface="Times New Roman" pitchFamily="18" charset="0"/>
              </a:rPr>
              <a:t>وح</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err="1">
                <a:solidFill>
                  <a:srgbClr val="00B050"/>
                </a:solidFill>
                <a:latin typeface="Times New Roman" pitchFamily="18" charset="0"/>
                <a:ea typeface="Times New Roman" pitchFamily="18" charset="0"/>
                <a:cs typeface="Times New Roman" pitchFamily="18" charset="0"/>
              </a:rPr>
              <a:t>دة</a:t>
            </a:r>
            <a:r>
              <a:rPr lang="ar-SA" altLang="zh-CN" sz="4000" b="1" dirty="0">
                <a:solidFill>
                  <a:srgbClr val="00B050"/>
                </a:solidFill>
                <a:latin typeface="Times New Roman" pitchFamily="18" charset="0"/>
                <a:ea typeface="Times New Roman" pitchFamily="18" charset="0"/>
                <a:cs typeface="Times New Roman" pitchFamily="18" charset="0"/>
              </a:rPr>
              <a:t> </a:t>
            </a:r>
            <a:r>
              <a:rPr lang="ar-SA" altLang="zh-CN" sz="4000" b="1" dirty="0" smtClean="0">
                <a:solidFill>
                  <a:srgbClr val="00B050"/>
                </a:solidFill>
                <a:latin typeface="Times New Roman" pitchFamily="18" charset="0"/>
                <a:ea typeface="Times New Roman" pitchFamily="18" charset="0"/>
                <a:cs typeface="Times New Roman" pitchFamily="18" charset="0"/>
              </a:rPr>
              <a:t>ال</a:t>
            </a:r>
            <a:r>
              <a:rPr lang="ar-DZ" altLang="zh-CN" sz="4000" b="1" dirty="0" smtClean="0">
                <a:solidFill>
                  <a:srgbClr val="00B050"/>
                </a:solidFill>
                <a:latin typeface="Times New Roman" pitchFamily="18" charset="0"/>
                <a:ea typeface="Times New Roman" pitchFamily="18" charset="0"/>
                <a:cs typeface="Times New Roman" pitchFamily="18" charset="0"/>
              </a:rPr>
              <a:t>ـ</a:t>
            </a:r>
            <a:r>
              <a:rPr lang="ar-SA" altLang="zh-CN" sz="4000" b="1" dirty="0" smtClean="0">
                <a:solidFill>
                  <a:srgbClr val="00B050"/>
                </a:solidFill>
                <a:latin typeface="Times New Roman" pitchFamily="18" charset="0"/>
                <a:ea typeface="Times New Roman" pitchFamily="18" charset="0"/>
                <a:cs typeface="Times New Roman" pitchFamily="18" charset="0"/>
              </a:rPr>
              <a:t>ت</a:t>
            </a:r>
            <a:r>
              <a:rPr lang="ar-DZ" altLang="zh-CN" sz="4000" b="1" dirty="0" smtClean="0">
                <a:solidFill>
                  <a:srgbClr val="00B050"/>
                </a:solidFill>
                <a:latin typeface="Times New Roman" pitchFamily="18" charset="0"/>
                <a:ea typeface="Times New Roman" pitchFamily="18" charset="0"/>
                <a:cs typeface="Times New Roman" pitchFamily="18" charset="0"/>
              </a:rPr>
              <a:t>ــ</a:t>
            </a:r>
            <a:r>
              <a:rPr lang="ar-SA" altLang="zh-CN" sz="4000" b="1" dirty="0" smtClean="0">
                <a:solidFill>
                  <a:srgbClr val="00B050"/>
                </a:solidFill>
                <a:latin typeface="Times New Roman" pitchFamily="18" charset="0"/>
                <a:ea typeface="Times New Roman" pitchFamily="18" charset="0"/>
                <a:cs typeface="Times New Roman" pitchFamily="18" charset="0"/>
              </a:rPr>
              <a:t>ع</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smtClean="0">
                <a:solidFill>
                  <a:srgbClr val="00B050"/>
                </a:solidFill>
                <a:latin typeface="Times New Roman" pitchFamily="18" charset="0"/>
                <a:ea typeface="Times New Roman" pitchFamily="18" charset="0"/>
                <a:cs typeface="Times New Roman" pitchFamily="18" charset="0"/>
              </a:rPr>
              <a:t>ل</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smtClean="0">
                <a:solidFill>
                  <a:srgbClr val="00B050"/>
                </a:solidFill>
                <a:latin typeface="Times New Roman" pitchFamily="18" charset="0"/>
                <a:ea typeface="Times New Roman" pitchFamily="18" charset="0"/>
                <a:cs typeface="Times New Roman" pitchFamily="18" charset="0"/>
              </a:rPr>
              <a:t>ي</a:t>
            </a:r>
            <a:r>
              <a:rPr lang="ar-DZ" altLang="zh-CN" sz="4000" b="1" dirty="0" smtClean="0">
                <a:solidFill>
                  <a:srgbClr val="00B050"/>
                </a:solidFill>
                <a:latin typeface="Times New Roman" pitchFamily="18" charset="0"/>
                <a:ea typeface="Times New Roman" pitchFamily="18" charset="0"/>
                <a:cs typeface="Times New Roman" pitchFamily="18" charset="0"/>
              </a:rPr>
              <a:t>ــــ</a:t>
            </a:r>
            <a:r>
              <a:rPr lang="ar-SA" altLang="zh-CN" sz="4000" b="1" dirty="0" smtClean="0">
                <a:solidFill>
                  <a:srgbClr val="00B050"/>
                </a:solidFill>
                <a:latin typeface="Times New Roman" pitchFamily="18" charset="0"/>
                <a:ea typeface="Times New Roman" pitchFamily="18" charset="0"/>
                <a:cs typeface="Times New Roman" pitchFamily="18" charset="0"/>
              </a:rPr>
              <a:t>م</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smtClean="0">
                <a:solidFill>
                  <a:srgbClr val="00B050"/>
                </a:solidFill>
                <a:latin typeface="Times New Roman" pitchFamily="18" charset="0"/>
                <a:ea typeface="Times New Roman" pitchFamily="18" charset="0"/>
                <a:cs typeface="Times New Roman" pitchFamily="18" charset="0"/>
              </a:rPr>
              <a:t>ي</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a:solidFill>
                  <a:srgbClr val="00B050"/>
                </a:solidFill>
                <a:latin typeface="Times New Roman" pitchFamily="18" charset="0"/>
                <a:ea typeface="Times New Roman" pitchFamily="18" charset="0"/>
                <a:cs typeface="Times New Roman" pitchFamily="18" charset="0"/>
              </a:rPr>
              <a:t>ة </a:t>
            </a:r>
            <a:r>
              <a:rPr lang="ar-SA" altLang="zh-CN" sz="4000" b="1" dirty="0" smtClean="0">
                <a:solidFill>
                  <a:srgbClr val="00B050"/>
                </a:solidFill>
                <a:latin typeface="Times New Roman" pitchFamily="18" charset="0"/>
                <a:ea typeface="Times New Roman" pitchFamily="18" charset="0"/>
                <a:cs typeface="Times New Roman" pitchFamily="18" charset="0"/>
              </a:rPr>
              <a:t>:</a:t>
            </a:r>
            <a:r>
              <a:rPr lang="ar-DZ" altLang="zh-CN" sz="4000" b="1" dirty="0" smtClean="0">
                <a:solidFill>
                  <a:srgbClr val="00B050"/>
                </a:solidFill>
                <a:latin typeface="Times New Roman" pitchFamily="18" charset="0"/>
                <a:ea typeface="Times New Roman" pitchFamily="18" charset="0"/>
                <a:cs typeface="Times New Roman" pitchFamily="18" charset="0"/>
              </a:rPr>
              <a:t> </a:t>
            </a:r>
            <a:r>
              <a:rPr lang="ar-DZ" sz="4000" b="1" dirty="0" smtClean="0">
                <a:solidFill>
                  <a:srgbClr val="00B050"/>
                </a:solidFill>
              </a:rPr>
              <a:t>نــظــام الـــتـــشـــغــــيــــل</a:t>
            </a:r>
            <a:r>
              <a:rPr lang="fr-FR" sz="4000" b="1" dirty="0" smtClean="0">
                <a:solidFill>
                  <a:srgbClr val="00B050"/>
                </a:solidFill>
              </a:rPr>
              <a:t> </a:t>
            </a:r>
            <a:r>
              <a:rPr lang="ar-DZ" sz="4000" b="1" dirty="0" smtClean="0">
                <a:solidFill>
                  <a:srgbClr val="00B050"/>
                </a:solidFill>
              </a:rPr>
              <a:t>  </a:t>
            </a:r>
            <a:endParaRPr lang="ar-SA" altLang="zh-CN" sz="4000" b="1" dirty="0">
              <a:solidFill>
                <a:srgbClr val="00B050"/>
              </a:solidFill>
              <a:latin typeface="Times New Roman" pitchFamily="18" charset="0"/>
              <a:ea typeface="Times New Roman" pitchFamily="18" charset="0"/>
              <a:cs typeface="Times New Roman" pitchFamily="18" charset="0"/>
            </a:endParaRPr>
          </a:p>
        </p:txBody>
      </p:sp>
      <p:sp>
        <p:nvSpPr>
          <p:cNvPr id="6" name="Rectangle à coins arrondis 5"/>
          <p:cNvSpPr/>
          <p:nvPr/>
        </p:nvSpPr>
        <p:spPr>
          <a:xfrm>
            <a:off x="587388" y="950541"/>
            <a:ext cx="10801200" cy="16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rtl="1">
              <a:lnSpc>
                <a:spcPct val="135000"/>
              </a:lnSpc>
            </a:pPr>
            <a:r>
              <a:rPr lang="ar-DZ" altLang="zh-CN" sz="4000" b="1" dirty="0">
                <a:solidFill>
                  <a:srgbClr val="FF0000"/>
                </a:solidFill>
                <a:latin typeface="Times New Roman" pitchFamily="18" charset="0"/>
                <a:ea typeface="Droid Sans Fallback"/>
                <a:cs typeface="Times New Roman" pitchFamily="18" charset="0"/>
              </a:rPr>
              <a:t>الـمـجــال </a:t>
            </a:r>
            <a:r>
              <a:rPr lang="ar-DZ" altLang="zh-CN" sz="4000" b="1" dirty="0" err="1" smtClean="0">
                <a:solidFill>
                  <a:srgbClr val="FF0000"/>
                </a:solidFill>
                <a:latin typeface="Times New Roman" pitchFamily="18" charset="0"/>
                <a:ea typeface="Droid Sans Fallback"/>
                <a:cs typeface="Times New Roman" pitchFamily="18" charset="0"/>
              </a:rPr>
              <a:t>الـتَــعَـــلُــمِــي</a:t>
            </a:r>
            <a:r>
              <a:rPr lang="ar-DZ" altLang="zh-CN" sz="4000" b="1" dirty="0" smtClean="0">
                <a:solidFill>
                  <a:srgbClr val="FF0000"/>
                </a:solidFill>
                <a:latin typeface="Times New Roman" pitchFamily="18" charset="0"/>
                <a:ea typeface="Droid Sans Fallback"/>
                <a:cs typeface="Times New Roman" pitchFamily="18" charset="0"/>
              </a:rPr>
              <a:t> </a:t>
            </a:r>
            <a:r>
              <a:rPr lang="ar-DZ" altLang="zh-CN" sz="4000" b="1" dirty="0">
                <a:solidFill>
                  <a:srgbClr val="FF0000"/>
                </a:solidFill>
                <a:latin typeface="Times New Roman" pitchFamily="18" charset="0"/>
                <a:ea typeface="Droid Sans Fallback"/>
                <a:cs typeface="Times New Roman" pitchFamily="18" charset="0"/>
              </a:rPr>
              <a:t>: </a:t>
            </a:r>
            <a:r>
              <a:rPr lang="ar-DZ" altLang="zh-CN" sz="4000" b="1" dirty="0" smtClean="0">
                <a:solidFill>
                  <a:srgbClr val="FF0000"/>
                </a:solidFill>
                <a:latin typeface="Times New Roman" pitchFamily="18" charset="0"/>
                <a:ea typeface="Droid Sans Fallback"/>
                <a:cs typeface="Times New Roman" pitchFamily="18" charset="0"/>
              </a:rPr>
              <a:t>بــيــئـة الـتــعــامـل مـع الــحـاســـوب</a:t>
            </a:r>
            <a:endParaRPr lang="fr-FR" sz="4000" dirty="0">
              <a:solidFill>
                <a:srgbClr val="FF0000"/>
              </a:solidFill>
            </a:endParaRPr>
          </a:p>
        </p:txBody>
      </p:sp>
      <p:sp>
        <p:nvSpPr>
          <p:cNvPr id="4" name="Espace réservé de la date 6"/>
          <p:cNvSpPr>
            <a:spLocks noGrp="1"/>
          </p:cNvSpPr>
          <p:nvPr>
            <p:ph type="dt" sz="half" idx="10"/>
          </p:nvPr>
        </p:nvSpPr>
        <p:spPr>
          <a:xfrm>
            <a:off x="587388" y="188640"/>
            <a:ext cx="2016224" cy="576064"/>
          </a:xfrm>
        </p:spPr>
        <p:style>
          <a:lnRef idx="1">
            <a:schemeClr val="accent3"/>
          </a:lnRef>
          <a:fillRef idx="2">
            <a:schemeClr val="accent3"/>
          </a:fillRef>
          <a:effectRef idx="1">
            <a:schemeClr val="accent3"/>
          </a:effectRef>
          <a:fontRef idx="minor">
            <a:schemeClr val="dk1"/>
          </a:fontRef>
        </p:style>
        <p:txBody>
          <a:bodyPr/>
          <a:lstStyle/>
          <a:p>
            <a:fld id="{2901635A-126F-4D9B-99FC-E41D53661A20}" type="datetime1">
              <a:rPr lang="fr-FR" sz="2400" b="1"/>
              <a:t>11/10/2024</a:t>
            </a:fld>
            <a:endParaRPr lang="fr-BE" sz="2400" b="1" dirty="0"/>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4232" y="4782056"/>
            <a:ext cx="3096344" cy="1967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à coins arrondis 7"/>
          <p:cNvSpPr/>
          <p:nvPr/>
        </p:nvSpPr>
        <p:spPr>
          <a:xfrm>
            <a:off x="587388" y="5081119"/>
            <a:ext cx="6660740" cy="1586641"/>
          </a:xfrm>
          <a:prstGeom prst="roundRect">
            <a:avLst>
              <a:gd name="adj" fmla="val 26762"/>
            </a:avLst>
          </a:prstGeom>
          <a:ln>
            <a:noFill/>
          </a:ln>
        </p:spPr>
        <p:style>
          <a:lnRef idx="1">
            <a:schemeClr val="accent5"/>
          </a:lnRef>
          <a:fillRef idx="2">
            <a:schemeClr val="accent5"/>
          </a:fillRef>
          <a:effectRef idx="1">
            <a:schemeClr val="accent5"/>
          </a:effectRef>
          <a:fontRef idx="minor">
            <a:schemeClr val="dk1"/>
          </a:fontRef>
        </p:style>
        <p:txBody>
          <a:bodyPr rtlCol="0" anchor="ctr"/>
          <a:lstStyle/>
          <a:p>
            <a:pPr lvl="0" algn="ctr" defTabSz="1009650" eaLnBrk="0" fontAlgn="base" hangingPunct="0">
              <a:lnSpc>
                <a:spcPct val="150000"/>
              </a:lnSpc>
              <a:spcBef>
                <a:spcPct val="0"/>
              </a:spcBef>
              <a:spcAft>
                <a:spcPct val="0"/>
              </a:spcAft>
            </a:pPr>
            <a:r>
              <a:rPr lang="fr-FR" altLang="zh-CN" sz="4000" b="1" u="sng" dirty="0">
                <a:ln w="0"/>
                <a:solidFill>
                  <a:prstClr val="black"/>
                </a:solidFill>
                <a:latin typeface="Times New Roman" pitchFamily="18" charset="0"/>
                <a:cs typeface="Times New Roman" pitchFamily="18" charset="0"/>
              </a:rPr>
              <a:t>Système</a:t>
            </a:r>
            <a:r>
              <a:rPr lang="ar-DZ" altLang="zh-CN" sz="4000" b="1" u="sng" dirty="0">
                <a:ln w="0"/>
                <a:solidFill>
                  <a:prstClr val="black"/>
                </a:solidFill>
                <a:latin typeface="Times New Roman" pitchFamily="18" charset="0"/>
                <a:cs typeface="Times New Roman" pitchFamily="18" charset="0"/>
              </a:rPr>
              <a:t> </a:t>
            </a:r>
            <a:r>
              <a:rPr lang="fr-FR" altLang="zh-CN" sz="4000" b="1" u="sng" dirty="0">
                <a:ln w="0"/>
                <a:solidFill>
                  <a:prstClr val="black"/>
                </a:solidFill>
                <a:latin typeface="Times New Roman" pitchFamily="18" charset="0"/>
                <a:cs typeface="Times New Roman" pitchFamily="18" charset="0"/>
              </a:rPr>
              <a:t>d’exploitation</a:t>
            </a:r>
            <a:endParaRPr lang="ar-SA" altLang="zh-CN" sz="4000" b="1" dirty="0">
              <a:ln w="0"/>
              <a:solidFill>
                <a:prstClr val="black"/>
              </a:solidFill>
              <a:latin typeface="Arial" pitchFamily="34" charset="0"/>
            </a:endParaRPr>
          </a:p>
          <a:p>
            <a:pPr algn="ctr"/>
            <a:endParaRPr lang="fr-FR" dirty="0"/>
          </a:p>
        </p:txBody>
      </p:sp>
    </p:spTree>
    <p:extLst>
      <p:ext uri="{BB962C8B-B14F-4D97-AF65-F5344CB8AC3E}">
        <p14:creationId xmlns:p14="http://schemas.microsoft.com/office/powerpoint/2010/main" val="403136912"/>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750" fill="hold"/>
                                        <p:tgtEl>
                                          <p:spTgt spid="6"/>
                                        </p:tgtEl>
                                        <p:attrNameLst>
                                          <p:attrName>ppt_w</p:attrName>
                                        </p:attrNameLst>
                                      </p:cBhvr>
                                      <p:tavLst>
                                        <p:tav tm="0">
                                          <p:val>
                                            <p:fltVal val="0"/>
                                          </p:val>
                                        </p:tav>
                                        <p:tav tm="100000">
                                          <p:val>
                                            <p:strVal val="#ppt_w"/>
                                          </p:val>
                                        </p:tav>
                                      </p:tavLst>
                                    </p:anim>
                                    <p:anim calcmode="lin" valueType="num">
                                      <p:cBhvr>
                                        <p:cTn id="8" dur="750" fill="hold"/>
                                        <p:tgtEl>
                                          <p:spTgt spid="6"/>
                                        </p:tgtEl>
                                        <p:attrNameLst>
                                          <p:attrName>ppt_h</p:attrName>
                                        </p:attrNameLst>
                                      </p:cBhvr>
                                      <p:tavLst>
                                        <p:tav tm="0">
                                          <p:val>
                                            <p:fltVal val="0"/>
                                          </p:val>
                                        </p:tav>
                                        <p:tav tm="100000">
                                          <p:val>
                                            <p:strVal val="#ppt_h"/>
                                          </p:val>
                                        </p:tav>
                                      </p:tavLst>
                                    </p:anim>
                                    <p:anim calcmode="lin" valueType="num">
                                      <p:cBhvr>
                                        <p:cTn id="9" dur="750" fill="hold"/>
                                        <p:tgtEl>
                                          <p:spTgt spid="6"/>
                                        </p:tgtEl>
                                        <p:attrNameLst>
                                          <p:attrName>style.rotation</p:attrName>
                                        </p:attrNameLst>
                                      </p:cBhvr>
                                      <p:tavLst>
                                        <p:tav tm="0">
                                          <p:val>
                                            <p:fltVal val="90"/>
                                          </p:val>
                                        </p:tav>
                                        <p:tav tm="100000">
                                          <p:val>
                                            <p:fltVal val="0"/>
                                          </p:val>
                                        </p:tav>
                                      </p:tavLst>
                                    </p:anim>
                                    <p:animEffect transition="in" filter="fade">
                                      <p:cBhvr>
                                        <p:cTn id="10" dur="75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750" fill="hold"/>
                                        <p:tgtEl>
                                          <p:spTgt spid="5"/>
                                        </p:tgtEl>
                                        <p:attrNameLst>
                                          <p:attrName>ppt_w</p:attrName>
                                        </p:attrNameLst>
                                      </p:cBhvr>
                                      <p:tavLst>
                                        <p:tav tm="0">
                                          <p:val>
                                            <p:fltVal val="0"/>
                                          </p:val>
                                        </p:tav>
                                        <p:tav tm="100000">
                                          <p:val>
                                            <p:strVal val="#ppt_w"/>
                                          </p:val>
                                        </p:tav>
                                      </p:tavLst>
                                    </p:anim>
                                    <p:anim calcmode="lin" valueType="num">
                                      <p:cBhvr>
                                        <p:cTn id="16" dur="750" fill="hold"/>
                                        <p:tgtEl>
                                          <p:spTgt spid="5"/>
                                        </p:tgtEl>
                                        <p:attrNameLst>
                                          <p:attrName>ppt_h</p:attrName>
                                        </p:attrNameLst>
                                      </p:cBhvr>
                                      <p:tavLst>
                                        <p:tav tm="0">
                                          <p:val>
                                            <p:fltVal val="0"/>
                                          </p:val>
                                        </p:tav>
                                        <p:tav tm="100000">
                                          <p:val>
                                            <p:strVal val="#ppt_h"/>
                                          </p:val>
                                        </p:tav>
                                      </p:tavLst>
                                    </p:anim>
                                    <p:anim calcmode="lin" valueType="num">
                                      <p:cBhvr>
                                        <p:cTn id="17" dur="750" fill="hold"/>
                                        <p:tgtEl>
                                          <p:spTgt spid="5"/>
                                        </p:tgtEl>
                                        <p:attrNameLst>
                                          <p:attrName>style.rotation</p:attrName>
                                        </p:attrNameLst>
                                      </p:cBhvr>
                                      <p:tavLst>
                                        <p:tav tm="0">
                                          <p:val>
                                            <p:fltVal val="90"/>
                                          </p:val>
                                        </p:tav>
                                        <p:tav tm="100000">
                                          <p:val>
                                            <p:fltVal val="0"/>
                                          </p:val>
                                        </p:tav>
                                      </p:tavLst>
                                    </p:anim>
                                    <p:animEffect transition="in" filter="fade">
                                      <p:cBhvr>
                                        <p:cTn id="18" dur="75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par>
                                <p:cTn id="26" presetID="31"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1000" fill="hold"/>
                                        <p:tgtEl>
                                          <p:spTgt spid="8"/>
                                        </p:tgtEl>
                                        <p:attrNameLst>
                                          <p:attrName>ppt_w</p:attrName>
                                        </p:attrNameLst>
                                      </p:cBhvr>
                                      <p:tavLst>
                                        <p:tav tm="0">
                                          <p:val>
                                            <p:fltVal val="0"/>
                                          </p:val>
                                        </p:tav>
                                        <p:tav tm="100000">
                                          <p:val>
                                            <p:strVal val="#ppt_w"/>
                                          </p:val>
                                        </p:tav>
                                      </p:tavLst>
                                    </p:anim>
                                    <p:anim calcmode="lin" valueType="num">
                                      <p:cBhvr>
                                        <p:cTn id="29" dur="1000" fill="hold"/>
                                        <p:tgtEl>
                                          <p:spTgt spid="8"/>
                                        </p:tgtEl>
                                        <p:attrNameLst>
                                          <p:attrName>ppt_h</p:attrName>
                                        </p:attrNameLst>
                                      </p:cBhvr>
                                      <p:tavLst>
                                        <p:tav tm="0">
                                          <p:val>
                                            <p:fltVal val="0"/>
                                          </p:val>
                                        </p:tav>
                                        <p:tav tm="100000">
                                          <p:val>
                                            <p:strVal val="#ppt_h"/>
                                          </p:val>
                                        </p:tav>
                                      </p:tavLst>
                                    </p:anim>
                                    <p:anim calcmode="lin" valueType="num">
                                      <p:cBhvr>
                                        <p:cTn id="30" dur="1000" fill="hold"/>
                                        <p:tgtEl>
                                          <p:spTgt spid="8"/>
                                        </p:tgtEl>
                                        <p:attrNameLst>
                                          <p:attrName>style.rotation</p:attrName>
                                        </p:attrNameLst>
                                      </p:cBhvr>
                                      <p:tavLst>
                                        <p:tav tm="0">
                                          <p:val>
                                            <p:fltVal val="90"/>
                                          </p:val>
                                        </p:tav>
                                        <p:tav tm="100000">
                                          <p:val>
                                            <p:fltVal val="0"/>
                                          </p:val>
                                        </p:tav>
                                      </p:tavLst>
                                    </p:anim>
                                    <p:animEffect transition="in" filter="fade">
                                      <p:cBhvr>
                                        <p:cTn id="31" dur="1000"/>
                                        <p:tgtEl>
                                          <p:spTgt spid="8"/>
                                        </p:tgtEl>
                                      </p:cBhvr>
                                    </p:animEffect>
                                  </p:childTnLst>
                                </p:cTn>
                              </p:par>
                              <p:par>
                                <p:cTn id="32" presetID="31" presetClass="entr" presetSubtype="0"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p:cTn id="34" dur="1000" fill="hold"/>
                                        <p:tgtEl>
                                          <p:spTgt spid="7"/>
                                        </p:tgtEl>
                                        <p:attrNameLst>
                                          <p:attrName>ppt_w</p:attrName>
                                        </p:attrNameLst>
                                      </p:cBhvr>
                                      <p:tavLst>
                                        <p:tav tm="0">
                                          <p:val>
                                            <p:fltVal val="0"/>
                                          </p:val>
                                        </p:tav>
                                        <p:tav tm="100000">
                                          <p:val>
                                            <p:strVal val="#ppt_w"/>
                                          </p:val>
                                        </p:tav>
                                      </p:tavLst>
                                    </p:anim>
                                    <p:anim calcmode="lin" valueType="num">
                                      <p:cBhvr>
                                        <p:cTn id="35" dur="1000" fill="hold"/>
                                        <p:tgtEl>
                                          <p:spTgt spid="7"/>
                                        </p:tgtEl>
                                        <p:attrNameLst>
                                          <p:attrName>ppt_h</p:attrName>
                                        </p:attrNameLst>
                                      </p:cBhvr>
                                      <p:tavLst>
                                        <p:tav tm="0">
                                          <p:val>
                                            <p:fltVal val="0"/>
                                          </p:val>
                                        </p:tav>
                                        <p:tav tm="100000">
                                          <p:val>
                                            <p:strVal val="#ppt_h"/>
                                          </p:val>
                                        </p:tav>
                                      </p:tavLst>
                                    </p:anim>
                                    <p:anim calcmode="lin" valueType="num">
                                      <p:cBhvr>
                                        <p:cTn id="36" dur="1000" fill="hold"/>
                                        <p:tgtEl>
                                          <p:spTgt spid="7"/>
                                        </p:tgtEl>
                                        <p:attrNameLst>
                                          <p:attrName>style.rotation</p:attrName>
                                        </p:attrNameLst>
                                      </p:cBhvr>
                                      <p:tavLst>
                                        <p:tav tm="0">
                                          <p:val>
                                            <p:fltVal val="90"/>
                                          </p:val>
                                        </p:tav>
                                        <p:tav tm="100000">
                                          <p:val>
                                            <p:fltVal val="0"/>
                                          </p:val>
                                        </p:tav>
                                      </p:tavLst>
                                    </p:anim>
                                    <p:animEffect transition="in" filter="fade">
                                      <p:cBhvr>
                                        <p:cTn id="3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4"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800" b="1" dirty="0" smtClean="0">
                <a:solidFill>
                  <a:srgbClr val="FF0000"/>
                </a:solidFill>
                <a:cs typeface="+mj-cs"/>
              </a:rPr>
              <a:t>1. تــعــريــف نـظــام </a:t>
            </a:r>
            <a:r>
              <a:rPr lang="ar-DZ" sz="4800" b="1" dirty="0">
                <a:solidFill>
                  <a:srgbClr val="FF0000"/>
                </a:solidFill>
                <a:cs typeface="+mj-cs"/>
              </a:rPr>
              <a:t>الـتـشـغــيــل  </a:t>
            </a:r>
            <a:r>
              <a:rPr lang="fr-FR" sz="4800" b="1" dirty="0">
                <a:solidFill>
                  <a:srgbClr val="FF0000"/>
                </a:solidFill>
                <a:cs typeface="+mj-cs"/>
              </a:rPr>
              <a:t>OS</a:t>
            </a:r>
            <a:endParaRPr lang="fr-FR" sz="4800"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r>
              <a:rPr lang="ar-DZ" sz="4800" b="1" dirty="0"/>
              <a:t>عَـــرِّفْ نــظــام </a:t>
            </a:r>
            <a:r>
              <a:rPr lang="ar-DZ" sz="4800" b="1" dirty="0" smtClean="0"/>
              <a:t>الــتــشــغـــيـــل </a:t>
            </a:r>
            <a:r>
              <a:rPr lang="ar-DZ" sz="4800" b="1" dirty="0"/>
              <a:t>وحَــدِّدْ بــعــض </a:t>
            </a:r>
            <a:r>
              <a:rPr lang="ar-DZ" sz="4800" b="1" dirty="0" smtClean="0"/>
              <a:t>مــهــامــه</a:t>
            </a:r>
            <a:r>
              <a:rPr lang="ar-DZ" b="1" dirty="0" smtClean="0">
                <a:cs typeface="+mj-cs"/>
              </a:rPr>
              <a:t>.</a:t>
            </a: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5400" b="1" u="sng" dirty="0">
                <a:solidFill>
                  <a:srgbClr val="00B050"/>
                </a:solidFill>
                <a:cs typeface="+mj-cs"/>
              </a:rPr>
              <a:t>نـشـاط </a:t>
            </a:r>
            <a:r>
              <a:rPr lang="ar-DZ" sz="5400" b="1" u="sng" dirty="0" smtClean="0">
                <a:solidFill>
                  <a:srgbClr val="00B050"/>
                </a:solidFill>
                <a:cs typeface="+mj-cs"/>
              </a:rPr>
              <a:t>1</a:t>
            </a:r>
            <a:r>
              <a:rPr lang="ar-DZ" sz="5400" b="1" dirty="0" smtClean="0">
                <a:solidFill>
                  <a:srgbClr val="00B050"/>
                </a:solidFill>
                <a:cs typeface="+mj-cs"/>
              </a:rPr>
              <a:t> :</a:t>
            </a:r>
            <a:endParaRPr lang="fr-FR" sz="5400" i="1" dirty="0">
              <a:solidFill>
                <a:srgbClr val="00B050"/>
              </a:solidFill>
              <a:cs typeface="+mj-cs"/>
            </a:endParaRPr>
          </a:p>
        </p:txBody>
      </p:sp>
    </p:spTree>
    <p:extLst>
      <p:ext uri="{BB962C8B-B14F-4D97-AF65-F5344CB8AC3E}">
        <p14:creationId xmlns:p14="http://schemas.microsoft.com/office/powerpoint/2010/main" val="235067763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750" fill="hold"/>
                                        <p:tgtEl>
                                          <p:spTgt spid="5"/>
                                        </p:tgtEl>
                                        <p:attrNameLst>
                                          <p:attrName>ppt_w</p:attrName>
                                        </p:attrNameLst>
                                      </p:cBhvr>
                                      <p:tavLst>
                                        <p:tav tm="0">
                                          <p:val>
                                            <p:fltVal val="0"/>
                                          </p:val>
                                        </p:tav>
                                        <p:tav tm="100000">
                                          <p:val>
                                            <p:strVal val="#ppt_w"/>
                                          </p:val>
                                        </p:tav>
                                      </p:tavLst>
                                    </p:anim>
                                    <p:anim calcmode="lin" valueType="num">
                                      <p:cBhvr>
                                        <p:cTn id="16" dur="750" fill="hold"/>
                                        <p:tgtEl>
                                          <p:spTgt spid="5"/>
                                        </p:tgtEl>
                                        <p:attrNameLst>
                                          <p:attrName>ppt_h</p:attrName>
                                        </p:attrNameLst>
                                      </p:cBhvr>
                                      <p:tavLst>
                                        <p:tav tm="0">
                                          <p:val>
                                            <p:fltVal val="0"/>
                                          </p:val>
                                        </p:tav>
                                        <p:tav tm="100000">
                                          <p:val>
                                            <p:strVal val="#ppt_h"/>
                                          </p:val>
                                        </p:tav>
                                      </p:tavLst>
                                    </p:anim>
                                    <p:anim calcmode="lin" valueType="num">
                                      <p:cBhvr>
                                        <p:cTn id="17" dur="750" fill="hold"/>
                                        <p:tgtEl>
                                          <p:spTgt spid="5"/>
                                        </p:tgtEl>
                                        <p:attrNameLst>
                                          <p:attrName>style.rotation</p:attrName>
                                        </p:attrNameLst>
                                      </p:cBhvr>
                                      <p:tavLst>
                                        <p:tav tm="0">
                                          <p:val>
                                            <p:fltVal val="90"/>
                                          </p:val>
                                        </p:tav>
                                        <p:tav tm="100000">
                                          <p:val>
                                            <p:fltVal val="0"/>
                                          </p:val>
                                        </p:tav>
                                      </p:tavLst>
                                    </p:anim>
                                    <p:animEffect transition="in" filter="fade">
                                      <p:cBhvr>
                                        <p:cTn id="18" dur="750"/>
                                        <p:tgtEl>
                                          <p:spTgt spid="5"/>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 calcmode="lin" valueType="num">
                                      <p:cBhvr>
                                        <p:cTn id="21"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2"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3"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4" dur="7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سـؤال </a:t>
            </a:r>
            <a:r>
              <a:rPr lang="ar-DZ" sz="3800" b="1" dirty="0">
                <a:solidFill>
                  <a:srgbClr val="FF0000"/>
                </a:solidFill>
                <a:cs typeface="+mj-cs"/>
              </a:rPr>
              <a:t>: مـا </a:t>
            </a:r>
            <a:r>
              <a:rPr lang="ar-DZ" sz="3800" b="1" dirty="0" smtClean="0">
                <a:solidFill>
                  <a:srgbClr val="FF0000"/>
                </a:solidFill>
                <a:cs typeface="+mj-cs"/>
              </a:rPr>
              <a:t>هـ</a:t>
            </a:r>
            <a:r>
              <a:rPr lang="ar-DZ" sz="3800" b="1" dirty="0">
                <a:solidFill>
                  <a:srgbClr val="FF0000"/>
                </a:solidFill>
                <a:cs typeface="+mj-cs"/>
              </a:rPr>
              <a:t>ي</a:t>
            </a:r>
            <a:r>
              <a:rPr lang="ar-DZ" sz="3800" b="1" dirty="0" smtClean="0">
                <a:solidFill>
                  <a:srgbClr val="FF0000"/>
                </a:solidFill>
                <a:cs typeface="+mj-cs"/>
              </a:rPr>
              <a:t> نُـظُـم </a:t>
            </a:r>
            <a:r>
              <a:rPr lang="ar-DZ" sz="3800" b="1" dirty="0">
                <a:solidFill>
                  <a:srgbClr val="FF0000"/>
                </a:solidFill>
                <a:cs typeface="+mj-cs"/>
              </a:rPr>
              <a:t>الـتـشـغــيـل </a:t>
            </a:r>
            <a:r>
              <a:rPr lang="ar-DZ" sz="3800" b="1" dirty="0" smtClean="0">
                <a:solidFill>
                  <a:srgbClr val="FF0000"/>
                </a:solidFill>
                <a:cs typeface="+mj-cs"/>
              </a:rPr>
              <a:t>الـمـسـتـعـمـلـة في  الـحـواســيــب؟</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92144" y="3067271"/>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000" b="1" dirty="0" smtClean="0">
                <a:solidFill>
                  <a:srgbClr val="FF000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a:t>
            </a:r>
            <a:endParaRPr lang="fr-FR" sz="3200" b="1" dirty="0">
              <a:solidFill>
                <a:srgbClr val="0070C0"/>
              </a:solidFill>
              <a:cs typeface="+mj-cs"/>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cs typeface="+mj-cs"/>
              </a:rPr>
              <a:t>نُـظُـم </a:t>
            </a:r>
            <a:r>
              <a:rPr lang="ar-DZ" sz="4400" b="1" dirty="0" smtClean="0">
                <a:solidFill>
                  <a:srgbClr val="FF0000"/>
                </a:solidFill>
                <a:cs typeface="+mj-cs"/>
              </a:rPr>
              <a:t>الـتـشـغــيـل الـخــاصـة بـالـحـواســيــب : </a:t>
            </a:r>
            <a:endParaRPr lang="fr-FR" sz="4400" b="1" dirty="0">
              <a:solidFill>
                <a:srgbClr val="0070C0"/>
              </a:solidFill>
              <a:cs typeface="+mj-cs"/>
            </a:endParaRPr>
          </a:p>
        </p:txBody>
      </p:sp>
      <p:sp>
        <p:nvSpPr>
          <p:cNvPr id="14" name="Rectangle 13"/>
          <p:cNvSpPr/>
          <p:nvPr/>
        </p:nvSpPr>
        <p:spPr>
          <a:xfrm>
            <a:off x="7392144"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latin typeface="Times New Roman" panose="02020603050405020304" pitchFamily="18" charset="0"/>
                <a:cs typeface="Times New Roman" panose="02020603050405020304" pitchFamily="18" charset="0"/>
              </a:rPr>
              <a:t>.............................</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1030666" y="3060999"/>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2060"/>
                </a:solidFill>
                <a:cs typeface="+mj-cs"/>
              </a:rPr>
              <a:t>............................</a:t>
            </a:r>
            <a:endParaRPr lang="fr-FR" sz="3200" b="1" dirty="0">
              <a:solidFill>
                <a:srgbClr val="002060"/>
              </a:solidFill>
              <a:cs typeface="+mj-cs"/>
            </a:endParaRPr>
          </a:p>
        </p:txBody>
      </p:sp>
    </p:spTree>
    <p:extLst>
      <p:ext uri="{BB962C8B-B14F-4D97-AF65-F5344CB8AC3E}">
        <p14:creationId xmlns:p14="http://schemas.microsoft.com/office/powerpoint/2010/main" val="221287304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p:cTn id="29" dur="1000" fill="hold"/>
                                        <p:tgtEl>
                                          <p:spTgt spid="18"/>
                                        </p:tgtEl>
                                        <p:attrNameLst>
                                          <p:attrName>ppt_w</p:attrName>
                                        </p:attrNameLst>
                                      </p:cBhvr>
                                      <p:tavLst>
                                        <p:tav tm="0">
                                          <p:val>
                                            <p:fltVal val="0"/>
                                          </p:val>
                                        </p:tav>
                                        <p:tav tm="100000">
                                          <p:val>
                                            <p:strVal val="#ppt_w"/>
                                          </p:val>
                                        </p:tav>
                                      </p:tavLst>
                                    </p:anim>
                                    <p:anim calcmode="lin" valueType="num">
                                      <p:cBhvr>
                                        <p:cTn id="30" dur="1000" fill="hold"/>
                                        <p:tgtEl>
                                          <p:spTgt spid="18"/>
                                        </p:tgtEl>
                                        <p:attrNameLst>
                                          <p:attrName>ppt_h</p:attrName>
                                        </p:attrNameLst>
                                      </p:cBhvr>
                                      <p:tavLst>
                                        <p:tav tm="0">
                                          <p:val>
                                            <p:fltVal val="0"/>
                                          </p:val>
                                        </p:tav>
                                        <p:tav tm="100000">
                                          <p:val>
                                            <p:strVal val="#ppt_h"/>
                                          </p:val>
                                        </p:tav>
                                      </p:tavLst>
                                    </p:anim>
                                    <p:anim calcmode="lin" valueType="num">
                                      <p:cBhvr>
                                        <p:cTn id="31" dur="1000" fill="hold"/>
                                        <p:tgtEl>
                                          <p:spTgt spid="18"/>
                                        </p:tgtEl>
                                        <p:attrNameLst>
                                          <p:attrName>style.rotation</p:attrName>
                                        </p:attrNameLst>
                                      </p:cBhvr>
                                      <p:tavLst>
                                        <p:tav tm="0">
                                          <p:val>
                                            <p:fltVal val="90"/>
                                          </p:val>
                                        </p:tav>
                                        <p:tav tm="100000">
                                          <p:val>
                                            <p:fltVal val="0"/>
                                          </p:val>
                                        </p:tav>
                                      </p:tavLst>
                                    </p:anim>
                                    <p:animEffect transition="in" filter="fade">
                                      <p:cBhvr>
                                        <p:cTn id="32" dur="10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1000" fill="hold"/>
                                        <p:tgtEl>
                                          <p:spTgt spid="14"/>
                                        </p:tgtEl>
                                        <p:attrNameLst>
                                          <p:attrName>ppt_w</p:attrName>
                                        </p:attrNameLst>
                                      </p:cBhvr>
                                      <p:tavLst>
                                        <p:tav tm="0">
                                          <p:val>
                                            <p:fltVal val="0"/>
                                          </p:val>
                                        </p:tav>
                                        <p:tav tm="100000">
                                          <p:val>
                                            <p:strVal val="#ppt_w"/>
                                          </p:val>
                                        </p:tav>
                                      </p:tavLst>
                                    </p:anim>
                                    <p:anim calcmode="lin" valueType="num">
                                      <p:cBhvr>
                                        <p:cTn id="38" dur="1000" fill="hold"/>
                                        <p:tgtEl>
                                          <p:spTgt spid="14"/>
                                        </p:tgtEl>
                                        <p:attrNameLst>
                                          <p:attrName>ppt_h</p:attrName>
                                        </p:attrNameLst>
                                      </p:cBhvr>
                                      <p:tavLst>
                                        <p:tav tm="0">
                                          <p:val>
                                            <p:fltVal val="0"/>
                                          </p:val>
                                        </p:tav>
                                        <p:tav tm="100000">
                                          <p:val>
                                            <p:strVal val="#ppt_h"/>
                                          </p:val>
                                        </p:tav>
                                      </p:tavLst>
                                    </p:anim>
                                    <p:anim calcmode="lin" valueType="num">
                                      <p:cBhvr>
                                        <p:cTn id="39" dur="1000" fill="hold"/>
                                        <p:tgtEl>
                                          <p:spTgt spid="14"/>
                                        </p:tgtEl>
                                        <p:attrNameLst>
                                          <p:attrName>style.rotation</p:attrName>
                                        </p:attrNameLst>
                                      </p:cBhvr>
                                      <p:tavLst>
                                        <p:tav tm="0">
                                          <p:val>
                                            <p:fltVal val="90"/>
                                          </p:val>
                                        </p:tav>
                                        <p:tav tm="100000">
                                          <p:val>
                                            <p:fltVal val="0"/>
                                          </p:val>
                                        </p:tav>
                                      </p:tavLst>
                                    </p:anim>
                                    <p:animEffect transition="in" filter="fade">
                                      <p:cBhvr>
                                        <p:cTn id="40" dur="1000"/>
                                        <p:tgtEl>
                                          <p:spTgt spid="14"/>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سـؤال </a:t>
            </a:r>
            <a:r>
              <a:rPr lang="ar-DZ" sz="3800" b="1" dirty="0">
                <a:solidFill>
                  <a:srgbClr val="FF0000"/>
                </a:solidFill>
                <a:cs typeface="+mj-cs"/>
              </a:rPr>
              <a:t>: مـا </a:t>
            </a:r>
            <a:r>
              <a:rPr lang="ar-DZ" sz="3800" b="1" dirty="0" smtClean="0">
                <a:solidFill>
                  <a:srgbClr val="FF0000"/>
                </a:solidFill>
                <a:cs typeface="+mj-cs"/>
              </a:rPr>
              <a:t>هـ</a:t>
            </a:r>
            <a:r>
              <a:rPr lang="ar-DZ" sz="3800" b="1" dirty="0">
                <a:solidFill>
                  <a:srgbClr val="FF0000"/>
                </a:solidFill>
                <a:cs typeface="+mj-cs"/>
              </a:rPr>
              <a:t>ي</a:t>
            </a:r>
            <a:r>
              <a:rPr lang="ar-DZ" sz="3800" b="1" dirty="0" smtClean="0">
                <a:solidFill>
                  <a:srgbClr val="FF0000"/>
                </a:solidFill>
                <a:cs typeface="+mj-cs"/>
              </a:rPr>
              <a:t> نُـظُـم </a:t>
            </a:r>
            <a:r>
              <a:rPr lang="ar-DZ" sz="3800" b="1" dirty="0">
                <a:solidFill>
                  <a:srgbClr val="FF0000"/>
                </a:solidFill>
                <a:cs typeface="+mj-cs"/>
              </a:rPr>
              <a:t>الـتـشـغــيـل </a:t>
            </a:r>
            <a:r>
              <a:rPr lang="ar-DZ" sz="3800" b="1" dirty="0" smtClean="0">
                <a:solidFill>
                  <a:srgbClr val="FF0000"/>
                </a:solidFill>
                <a:cs typeface="+mj-cs"/>
              </a:rPr>
              <a:t>الـمـسـتـعـمـلـة في  الـحـواســيــب؟</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92144" y="3067271"/>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000" b="1" dirty="0" smtClean="0">
                <a:solidFill>
                  <a:srgbClr val="FF0000"/>
                </a:solidFill>
                <a:latin typeface="Times New Roman" panose="02020603050405020304" pitchFamily="18" charset="0"/>
                <a:cs typeface="Times New Roman" panose="02020603050405020304" pitchFamily="18" charset="0"/>
              </a:rPr>
              <a:t>Windows</a:t>
            </a:r>
            <a:r>
              <a:rPr lang="fr-FR" sz="3000" b="1" dirty="0" smtClean="0">
                <a:solidFill>
                  <a:srgbClr val="0070C0"/>
                </a:solidFill>
                <a:latin typeface="Times New Roman" panose="02020603050405020304" pitchFamily="18" charset="0"/>
                <a:cs typeface="Times New Roman" panose="02020603050405020304" pitchFamily="18" charset="0"/>
              </a:rPr>
              <a:t> ; MS DOS</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cs typeface="+mj-cs"/>
              </a:rPr>
              <a:t>IBM OS/2</a:t>
            </a:r>
            <a:endParaRPr lang="fr-FR" sz="3200" b="1" dirty="0">
              <a:solidFill>
                <a:srgbClr val="0070C0"/>
              </a:solidFill>
              <a:cs typeface="+mj-cs"/>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cs typeface="+mj-cs"/>
              </a:rPr>
              <a:t>نُـظُـم </a:t>
            </a:r>
            <a:r>
              <a:rPr lang="ar-DZ" sz="4400" b="1" dirty="0" smtClean="0">
                <a:solidFill>
                  <a:srgbClr val="FF0000"/>
                </a:solidFill>
                <a:cs typeface="+mj-cs"/>
              </a:rPr>
              <a:t>الـتـشـغــيـل الـخــاصـة بـالـحـواســيــب : </a:t>
            </a:r>
            <a:endParaRPr lang="fr-FR" sz="4400" b="1" dirty="0">
              <a:solidFill>
                <a:srgbClr val="0070C0"/>
              </a:solidFill>
              <a:cs typeface="+mj-cs"/>
            </a:endParaRPr>
          </a:p>
        </p:txBody>
      </p:sp>
      <p:sp>
        <p:nvSpPr>
          <p:cNvPr id="14" name="Rectangle 13"/>
          <p:cNvSpPr/>
          <p:nvPr/>
        </p:nvSpPr>
        <p:spPr>
          <a:xfrm>
            <a:off x="7392144"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a:solidFill>
                  <a:srgbClr val="0070C0"/>
                </a:solidFill>
                <a:latin typeface="Times New Roman" panose="02020603050405020304" pitchFamily="18" charset="0"/>
                <a:cs typeface="Times New Roman" panose="02020603050405020304" pitchFamily="18" charset="0"/>
              </a:rPr>
              <a:t> </a:t>
            </a:r>
            <a:r>
              <a:rPr lang="fr-FR" sz="3200" b="1" dirty="0" smtClean="0">
                <a:solidFill>
                  <a:srgbClr val="0070C0"/>
                </a:solidFill>
                <a:latin typeface="Times New Roman" panose="02020603050405020304" pitchFamily="18" charset="0"/>
                <a:cs typeface="Times New Roman" panose="02020603050405020304" pitchFamily="18" charset="0"/>
              </a:rPr>
              <a:t>Mac OS ; Solaris</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1030666" y="3060999"/>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2060"/>
                </a:solidFill>
                <a:cs typeface="+mj-cs"/>
              </a:rPr>
              <a:t>; Unix</a:t>
            </a:r>
            <a:r>
              <a:rPr lang="ar-DZ" sz="3200" b="1" dirty="0" smtClean="0">
                <a:solidFill>
                  <a:srgbClr val="002060"/>
                </a:solidFill>
                <a:cs typeface="+mj-cs"/>
              </a:rPr>
              <a:t> </a:t>
            </a:r>
            <a:r>
              <a:rPr lang="fr-FR" sz="3200" b="1" dirty="0" smtClean="0">
                <a:solidFill>
                  <a:schemeClr val="tx1"/>
                </a:solidFill>
                <a:cs typeface="+mj-cs"/>
              </a:rPr>
              <a:t>Linux</a:t>
            </a:r>
            <a:endParaRPr lang="fr-FR" sz="3200" b="1" dirty="0">
              <a:solidFill>
                <a:schemeClr val="tx1"/>
              </a:solidFill>
              <a:cs typeface="+mj-cs"/>
            </a:endParaRPr>
          </a:p>
        </p:txBody>
      </p:sp>
    </p:spTree>
    <p:extLst>
      <p:ext uri="{BB962C8B-B14F-4D97-AF65-F5344CB8AC3E}">
        <p14:creationId xmlns:p14="http://schemas.microsoft.com/office/powerpoint/2010/main" val="190268577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p:cTn id="29" dur="1000" fill="hold"/>
                                        <p:tgtEl>
                                          <p:spTgt spid="18"/>
                                        </p:tgtEl>
                                        <p:attrNameLst>
                                          <p:attrName>ppt_w</p:attrName>
                                        </p:attrNameLst>
                                      </p:cBhvr>
                                      <p:tavLst>
                                        <p:tav tm="0">
                                          <p:val>
                                            <p:fltVal val="0"/>
                                          </p:val>
                                        </p:tav>
                                        <p:tav tm="100000">
                                          <p:val>
                                            <p:strVal val="#ppt_w"/>
                                          </p:val>
                                        </p:tav>
                                      </p:tavLst>
                                    </p:anim>
                                    <p:anim calcmode="lin" valueType="num">
                                      <p:cBhvr>
                                        <p:cTn id="30" dur="1000" fill="hold"/>
                                        <p:tgtEl>
                                          <p:spTgt spid="18"/>
                                        </p:tgtEl>
                                        <p:attrNameLst>
                                          <p:attrName>ppt_h</p:attrName>
                                        </p:attrNameLst>
                                      </p:cBhvr>
                                      <p:tavLst>
                                        <p:tav tm="0">
                                          <p:val>
                                            <p:fltVal val="0"/>
                                          </p:val>
                                        </p:tav>
                                        <p:tav tm="100000">
                                          <p:val>
                                            <p:strVal val="#ppt_h"/>
                                          </p:val>
                                        </p:tav>
                                      </p:tavLst>
                                    </p:anim>
                                    <p:anim calcmode="lin" valueType="num">
                                      <p:cBhvr>
                                        <p:cTn id="31" dur="1000" fill="hold"/>
                                        <p:tgtEl>
                                          <p:spTgt spid="18"/>
                                        </p:tgtEl>
                                        <p:attrNameLst>
                                          <p:attrName>style.rotation</p:attrName>
                                        </p:attrNameLst>
                                      </p:cBhvr>
                                      <p:tavLst>
                                        <p:tav tm="0">
                                          <p:val>
                                            <p:fltVal val="90"/>
                                          </p:val>
                                        </p:tav>
                                        <p:tav tm="100000">
                                          <p:val>
                                            <p:fltVal val="0"/>
                                          </p:val>
                                        </p:tav>
                                      </p:tavLst>
                                    </p:anim>
                                    <p:animEffect transition="in" filter="fade">
                                      <p:cBhvr>
                                        <p:cTn id="32" dur="10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1000" fill="hold"/>
                                        <p:tgtEl>
                                          <p:spTgt spid="14"/>
                                        </p:tgtEl>
                                        <p:attrNameLst>
                                          <p:attrName>ppt_w</p:attrName>
                                        </p:attrNameLst>
                                      </p:cBhvr>
                                      <p:tavLst>
                                        <p:tav tm="0">
                                          <p:val>
                                            <p:fltVal val="0"/>
                                          </p:val>
                                        </p:tav>
                                        <p:tav tm="100000">
                                          <p:val>
                                            <p:strVal val="#ppt_w"/>
                                          </p:val>
                                        </p:tav>
                                      </p:tavLst>
                                    </p:anim>
                                    <p:anim calcmode="lin" valueType="num">
                                      <p:cBhvr>
                                        <p:cTn id="38" dur="1000" fill="hold"/>
                                        <p:tgtEl>
                                          <p:spTgt spid="14"/>
                                        </p:tgtEl>
                                        <p:attrNameLst>
                                          <p:attrName>ppt_h</p:attrName>
                                        </p:attrNameLst>
                                      </p:cBhvr>
                                      <p:tavLst>
                                        <p:tav tm="0">
                                          <p:val>
                                            <p:fltVal val="0"/>
                                          </p:val>
                                        </p:tav>
                                        <p:tav tm="100000">
                                          <p:val>
                                            <p:strVal val="#ppt_h"/>
                                          </p:val>
                                        </p:tav>
                                      </p:tavLst>
                                    </p:anim>
                                    <p:anim calcmode="lin" valueType="num">
                                      <p:cBhvr>
                                        <p:cTn id="39" dur="1000" fill="hold"/>
                                        <p:tgtEl>
                                          <p:spTgt spid="14"/>
                                        </p:tgtEl>
                                        <p:attrNameLst>
                                          <p:attrName>style.rotation</p:attrName>
                                        </p:attrNameLst>
                                      </p:cBhvr>
                                      <p:tavLst>
                                        <p:tav tm="0">
                                          <p:val>
                                            <p:fltVal val="90"/>
                                          </p:val>
                                        </p:tav>
                                        <p:tav tm="100000">
                                          <p:val>
                                            <p:fltVal val="0"/>
                                          </p:val>
                                        </p:tav>
                                      </p:tavLst>
                                    </p:anim>
                                    <p:animEffect transition="in" filter="fade">
                                      <p:cBhvr>
                                        <p:cTn id="40" dur="1000"/>
                                        <p:tgtEl>
                                          <p:spTgt spid="14"/>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سـؤال </a:t>
            </a:r>
            <a:r>
              <a:rPr lang="ar-DZ" sz="3800" b="1" dirty="0">
                <a:solidFill>
                  <a:srgbClr val="FF0000"/>
                </a:solidFill>
                <a:cs typeface="+mj-cs"/>
              </a:rPr>
              <a:t>: مـا </a:t>
            </a:r>
            <a:r>
              <a:rPr lang="ar-DZ" sz="3800" b="1" dirty="0" smtClean="0">
                <a:solidFill>
                  <a:srgbClr val="FF0000"/>
                </a:solidFill>
                <a:cs typeface="+mj-cs"/>
              </a:rPr>
              <a:t>هـ</a:t>
            </a:r>
            <a:r>
              <a:rPr lang="ar-DZ" sz="3800" b="1" dirty="0">
                <a:solidFill>
                  <a:srgbClr val="FF0000"/>
                </a:solidFill>
                <a:cs typeface="+mj-cs"/>
              </a:rPr>
              <a:t>ي</a:t>
            </a:r>
            <a:r>
              <a:rPr lang="ar-DZ" sz="3800" b="1" dirty="0" smtClean="0">
                <a:solidFill>
                  <a:srgbClr val="FF0000"/>
                </a:solidFill>
                <a:cs typeface="+mj-cs"/>
              </a:rPr>
              <a:t> نُـظُـم </a:t>
            </a:r>
            <a:r>
              <a:rPr lang="ar-DZ" sz="3800" b="1" dirty="0">
                <a:solidFill>
                  <a:srgbClr val="FF0000"/>
                </a:solidFill>
                <a:cs typeface="+mj-cs"/>
              </a:rPr>
              <a:t>الـتـشـغــيـل </a:t>
            </a:r>
            <a:r>
              <a:rPr lang="ar-DZ" sz="3800" b="1" dirty="0" smtClean="0">
                <a:solidFill>
                  <a:srgbClr val="FF0000"/>
                </a:solidFill>
                <a:cs typeface="+mj-cs"/>
              </a:rPr>
              <a:t>الـخــاصـة بـالـهــواتــف الـذكـيـة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92144" y="3067271"/>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000" b="1" dirty="0" smtClean="0">
                <a:solidFill>
                  <a:srgbClr val="FF0000"/>
                </a:solidFill>
                <a:latin typeface="Times New Roman" panose="02020603050405020304" pitchFamily="18" charset="0"/>
                <a:cs typeface="Times New Roman" panose="02020603050405020304" pitchFamily="18" charset="0"/>
              </a:rPr>
              <a:t>..............................</a:t>
            </a:r>
            <a:endParaRPr lang="fr-FR" sz="30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a:t>
            </a:r>
            <a:endParaRPr lang="fr-FR" sz="3200" b="1" dirty="0">
              <a:solidFill>
                <a:srgbClr val="0070C0"/>
              </a:solidFill>
              <a:cs typeface="+mj-cs"/>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cs typeface="+mj-cs"/>
              </a:rPr>
              <a:t>نُـظُـم </a:t>
            </a:r>
            <a:r>
              <a:rPr lang="ar-DZ" sz="4400" b="1" dirty="0" smtClean="0">
                <a:solidFill>
                  <a:srgbClr val="FF0000"/>
                </a:solidFill>
                <a:cs typeface="+mj-cs"/>
              </a:rPr>
              <a:t>الـتـشـغــيـل الـخــاصـة </a:t>
            </a:r>
            <a:r>
              <a:rPr lang="ar-DZ" sz="4400" b="1" dirty="0">
                <a:solidFill>
                  <a:srgbClr val="FF0000"/>
                </a:solidFill>
                <a:cs typeface="+mj-cs"/>
              </a:rPr>
              <a:t>بـالـهــواتــف </a:t>
            </a:r>
            <a:r>
              <a:rPr lang="ar-DZ" sz="4400" b="1" dirty="0" smtClean="0">
                <a:solidFill>
                  <a:srgbClr val="FF0000"/>
                </a:solidFill>
                <a:cs typeface="+mj-cs"/>
              </a:rPr>
              <a:t>الـذكـيـة : </a:t>
            </a:r>
            <a:endParaRPr lang="fr-FR" sz="4400" b="1" dirty="0">
              <a:solidFill>
                <a:srgbClr val="0070C0"/>
              </a:solidFill>
              <a:cs typeface="+mj-cs"/>
            </a:endParaRPr>
          </a:p>
        </p:txBody>
      </p:sp>
      <p:sp>
        <p:nvSpPr>
          <p:cNvPr id="14" name="Rectangle 13"/>
          <p:cNvSpPr/>
          <p:nvPr/>
        </p:nvSpPr>
        <p:spPr>
          <a:xfrm>
            <a:off x="7392144"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latin typeface="Times New Roman" panose="02020603050405020304" pitchFamily="18" charset="0"/>
                <a:cs typeface="Times New Roman" panose="02020603050405020304" pitchFamily="18" charset="0"/>
              </a:rPr>
              <a:t>............................</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1030666" y="3060999"/>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a:t>
            </a:r>
            <a:endParaRPr lang="fr-FR" sz="3200" b="1" dirty="0">
              <a:solidFill>
                <a:srgbClr val="0070C0"/>
              </a:solidFill>
              <a:cs typeface="+mj-cs"/>
            </a:endParaRPr>
          </a:p>
        </p:txBody>
      </p:sp>
    </p:spTree>
    <p:extLst>
      <p:ext uri="{BB962C8B-B14F-4D97-AF65-F5344CB8AC3E}">
        <p14:creationId xmlns:p14="http://schemas.microsoft.com/office/powerpoint/2010/main" val="107221646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p:cTn id="29" dur="1000" fill="hold"/>
                                        <p:tgtEl>
                                          <p:spTgt spid="18"/>
                                        </p:tgtEl>
                                        <p:attrNameLst>
                                          <p:attrName>ppt_w</p:attrName>
                                        </p:attrNameLst>
                                      </p:cBhvr>
                                      <p:tavLst>
                                        <p:tav tm="0">
                                          <p:val>
                                            <p:fltVal val="0"/>
                                          </p:val>
                                        </p:tav>
                                        <p:tav tm="100000">
                                          <p:val>
                                            <p:strVal val="#ppt_w"/>
                                          </p:val>
                                        </p:tav>
                                      </p:tavLst>
                                    </p:anim>
                                    <p:anim calcmode="lin" valueType="num">
                                      <p:cBhvr>
                                        <p:cTn id="30" dur="1000" fill="hold"/>
                                        <p:tgtEl>
                                          <p:spTgt spid="18"/>
                                        </p:tgtEl>
                                        <p:attrNameLst>
                                          <p:attrName>ppt_h</p:attrName>
                                        </p:attrNameLst>
                                      </p:cBhvr>
                                      <p:tavLst>
                                        <p:tav tm="0">
                                          <p:val>
                                            <p:fltVal val="0"/>
                                          </p:val>
                                        </p:tav>
                                        <p:tav tm="100000">
                                          <p:val>
                                            <p:strVal val="#ppt_h"/>
                                          </p:val>
                                        </p:tav>
                                      </p:tavLst>
                                    </p:anim>
                                    <p:anim calcmode="lin" valueType="num">
                                      <p:cBhvr>
                                        <p:cTn id="31" dur="1000" fill="hold"/>
                                        <p:tgtEl>
                                          <p:spTgt spid="18"/>
                                        </p:tgtEl>
                                        <p:attrNameLst>
                                          <p:attrName>style.rotation</p:attrName>
                                        </p:attrNameLst>
                                      </p:cBhvr>
                                      <p:tavLst>
                                        <p:tav tm="0">
                                          <p:val>
                                            <p:fltVal val="90"/>
                                          </p:val>
                                        </p:tav>
                                        <p:tav tm="100000">
                                          <p:val>
                                            <p:fltVal val="0"/>
                                          </p:val>
                                        </p:tav>
                                      </p:tavLst>
                                    </p:anim>
                                    <p:animEffect transition="in" filter="fade">
                                      <p:cBhvr>
                                        <p:cTn id="32" dur="10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1000" fill="hold"/>
                                        <p:tgtEl>
                                          <p:spTgt spid="14"/>
                                        </p:tgtEl>
                                        <p:attrNameLst>
                                          <p:attrName>ppt_w</p:attrName>
                                        </p:attrNameLst>
                                      </p:cBhvr>
                                      <p:tavLst>
                                        <p:tav tm="0">
                                          <p:val>
                                            <p:fltVal val="0"/>
                                          </p:val>
                                        </p:tav>
                                        <p:tav tm="100000">
                                          <p:val>
                                            <p:strVal val="#ppt_w"/>
                                          </p:val>
                                        </p:tav>
                                      </p:tavLst>
                                    </p:anim>
                                    <p:anim calcmode="lin" valueType="num">
                                      <p:cBhvr>
                                        <p:cTn id="38" dur="1000" fill="hold"/>
                                        <p:tgtEl>
                                          <p:spTgt spid="14"/>
                                        </p:tgtEl>
                                        <p:attrNameLst>
                                          <p:attrName>ppt_h</p:attrName>
                                        </p:attrNameLst>
                                      </p:cBhvr>
                                      <p:tavLst>
                                        <p:tav tm="0">
                                          <p:val>
                                            <p:fltVal val="0"/>
                                          </p:val>
                                        </p:tav>
                                        <p:tav tm="100000">
                                          <p:val>
                                            <p:strVal val="#ppt_h"/>
                                          </p:val>
                                        </p:tav>
                                      </p:tavLst>
                                    </p:anim>
                                    <p:anim calcmode="lin" valueType="num">
                                      <p:cBhvr>
                                        <p:cTn id="39" dur="1000" fill="hold"/>
                                        <p:tgtEl>
                                          <p:spTgt spid="14"/>
                                        </p:tgtEl>
                                        <p:attrNameLst>
                                          <p:attrName>style.rotation</p:attrName>
                                        </p:attrNameLst>
                                      </p:cBhvr>
                                      <p:tavLst>
                                        <p:tav tm="0">
                                          <p:val>
                                            <p:fltVal val="90"/>
                                          </p:val>
                                        </p:tav>
                                        <p:tav tm="100000">
                                          <p:val>
                                            <p:fltVal val="0"/>
                                          </p:val>
                                        </p:tav>
                                      </p:tavLst>
                                    </p:anim>
                                    <p:animEffect transition="in" filter="fade">
                                      <p:cBhvr>
                                        <p:cTn id="40" dur="1000"/>
                                        <p:tgtEl>
                                          <p:spTgt spid="14"/>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سـؤال </a:t>
            </a:r>
            <a:r>
              <a:rPr lang="ar-DZ" sz="3800" b="1" dirty="0">
                <a:solidFill>
                  <a:srgbClr val="FF0000"/>
                </a:solidFill>
                <a:cs typeface="+mj-cs"/>
              </a:rPr>
              <a:t>: مـا </a:t>
            </a:r>
            <a:r>
              <a:rPr lang="ar-DZ" sz="3800" b="1" dirty="0" smtClean="0">
                <a:solidFill>
                  <a:srgbClr val="FF0000"/>
                </a:solidFill>
                <a:cs typeface="+mj-cs"/>
              </a:rPr>
              <a:t>هـ</a:t>
            </a:r>
            <a:r>
              <a:rPr lang="ar-DZ" sz="3800" b="1" dirty="0">
                <a:solidFill>
                  <a:srgbClr val="FF0000"/>
                </a:solidFill>
                <a:cs typeface="+mj-cs"/>
              </a:rPr>
              <a:t>ي</a:t>
            </a:r>
            <a:r>
              <a:rPr lang="ar-DZ" sz="3800" b="1" dirty="0" smtClean="0">
                <a:solidFill>
                  <a:srgbClr val="FF0000"/>
                </a:solidFill>
                <a:cs typeface="+mj-cs"/>
              </a:rPr>
              <a:t> نُـظُـم </a:t>
            </a:r>
            <a:r>
              <a:rPr lang="ar-DZ" sz="3800" b="1" dirty="0">
                <a:solidFill>
                  <a:srgbClr val="FF0000"/>
                </a:solidFill>
                <a:cs typeface="+mj-cs"/>
              </a:rPr>
              <a:t>الـتـشـغــيـل </a:t>
            </a:r>
            <a:r>
              <a:rPr lang="ar-DZ" sz="3800" b="1" dirty="0" smtClean="0">
                <a:solidFill>
                  <a:srgbClr val="FF0000"/>
                </a:solidFill>
                <a:cs typeface="+mj-cs"/>
              </a:rPr>
              <a:t>الـخــاصـة بـالـهــواتــف الـذكـيـة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92144" y="3067271"/>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000" b="1" dirty="0" smtClean="0">
                <a:solidFill>
                  <a:srgbClr val="FF0000"/>
                </a:solidFill>
                <a:latin typeface="Times New Roman" panose="02020603050405020304" pitchFamily="18" charset="0"/>
                <a:cs typeface="Times New Roman" panose="02020603050405020304" pitchFamily="18" charset="0"/>
              </a:rPr>
              <a:t>Android</a:t>
            </a:r>
            <a:endParaRPr lang="fr-FR" sz="30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err="1" smtClean="0">
                <a:solidFill>
                  <a:srgbClr val="0070C0"/>
                </a:solidFill>
                <a:cs typeface="+mj-cs"/>
              </a:rPr>
              <a:t>Symbian</a:t>
            </a:r>
            <a:endParaRPr lang="fr-FR" sz="3200" b="1" dirty="0">
              <a:solidFill>
                <a:srgbClr val="0070C0"/>
              </a:solidFill>
              <a:cs typeface="+mj-cs"/>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cs typeface="+mj-cs"/>
              </a:rPr>
              <a:t>نُـظُـم </a:t>
            </a:r>
            <a:r>
              <a:rPr lang="ar-DZ" sz="4400" b="1" dirty="0" smtClean="0">
                <a:solidFill>
                  <a:srgbClr val="FF0000"/>
                </a:solidFill>
                <a:cs typeface="+mj-cs"/>
              </a:rPr>
              <a:t>الـتـشـغــيـل الـخــاصـة </a:t>
            </a:r>
            <a:r>
              <a:rPr lang="ar-DZ" sz="4400" b="1" dirty="0">
                <a:solidFill>
                  <a:srgbClr val="FF0000"/>
                </a:solidFill>
                <a:cs typeface="+mj-cs"/>
              </a:rPr>
              <a:t>بـالـهــواتــف </a:t>
            </a:r>
            <a:r>
              <a:rPr lang="ar-DZ" sz="4400" b="1" dirty="0" smtClean="0">
                <a:solidFill>
                  <a:srgbClr val="FF0000"/>
                </a:solidFill>
                <a:cs typeface="+mj-cs"/>
              </a:rPr>
              <a:t>الـذكـيـة : </a:t>
            </a:r>
            <a:endParaRPr lang="fr-FR" sz="4400" b="1" dirty="0">
              <a:solidFill>
                <a:srgbClr val="0070C0"/>
              </a:solidFill>
              <a:cs typeface="+mj-cs"/>
            </a:endParaRPr>
          </a:p>
        </p:txBody>
      </p:sp>
      <p:sp>
        <p:nvSpPr>
          <p:cNvPr id="14" name="Rectangle 13"/>
          <p:cNvSpPr/>
          <p:nvPr/>
        </p:nvSpPr>
        <p:spPr>
          <a:xfrm>
            <a:off x="7392144"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latin typeface="Times New Roman" panose="02020603050405020304" pitchFamily="18" charset="0"/>
                <a:cs typeface="Times New Roman" panose="02020603050405020304" pitchFamily="18" charset="0"/>
              </a:rPr>
              <a:t>Windows Phone</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1030666" y="3060999"/>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cs typeface="+mj-cs"/>
              </a:rPr>
              <a:t>IOS</a:t>
            </a:r>
            <a:endParaRPr lang="fr-FR" sz="3200" b="1" dirty="0">
              <a:solidFill>
                <a:srgbClr val="0070C0"/>
              </a:solidFill>
              <a:cs typeface="+mj-cs"/>
            </a:endParaRPr>
          </a:p>
        </p:txBody>
      </p:sp>
    </p:spTree>
    <p:extLst>
      <p:ext uri="{BB962C8B-B14F-4D97-AF65-F5344CB8AC3E}">
        <p14:creationId xmlns:p14="http://schemas.microsoft.com/office/powerpoint/2010/main" val="41725465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p:cTn id="29" dur="1000" fill="hold"/>
                                        <p:tgtEl>
                                          <p:spTgt spid="18"/>
                                        </p:tgtEl>
                                        <p:attrNameLst>
                                          <p:attrName>ppt_w</p:attrName>
                                        </p:attrNameLst>
                                      </p:cBhvr>
                                      <p:tavLst>
                                        <p:tav tm="0">
                                          <p:val>
                                            <p:fltVal val="0"/>
                                          </p:val>
                                        </p:tav>
                                        <p:tav tm="100000">
                                          <p:val>
                                            <p:strVal val="#ppt_w"/>
                                          </p:val>
                                        </p:tav>
                                      </p:tavLst>
                                    </p:anim>
                                    <p:anim calcmode="lin" valueType="num">
                                      <p:cBhvr>
                                        <p:cTn id="30" dur="1000" fill="hold"/>
                                        <p:tgtEl>
                                          <p:spTgt spid="18"/>
                                        </p:tgtEl>
                                        <p:attrNameLst>
                                          <p:attrName>ppt_h</p:attrName>
                                        </p:attrNameLst>
                                      </p:cBhvr>
                                      <p:tavLst>
                                        <p:tav tm="0">
                                          <p:val>
                                            <p:fltVal val="0"/>
                                          </p:val>
                                        </p:tav>
                                        <p:tav tm="100000">
                                          <p:val>
                                            <p:strVal val="#ppt_h"/>
                                          </p:val>
                                        </p:tav>
                                      </p:tavLst>
                                    </p:anim>
                                    <p:anim calcmode="lin" valueType="num">
                                      <p:cBhvr>
                                        <p:cTn id="31" dur="1000" fill="hold"/>
                                        <p:tgtEl>
                                          <p:spTgt spid="18"/>
                                        </p:tgtEl>
                                        <p:attrNameLst>
                                          <p:attrName>style.rotation</p:attrName>
                                        </p:attrNameLst>
                                      </p:cBhvr>
                                      <p:tavLst>
                                        <p:tav tm="0">
                                          <p:val>
                                            <p:fltVal val="90"/>
                                          </p:val>
                                        </p:tav>
                                        <p:tav tm="100000">
                                          <p:val>
                                            <p:fltVal val="0"/>
                                          </p:val>
                                        </p:tav>
                                      </p:tavLst>
                                    </p:anim>
                                    <p:animEffect transition="in" filter="fade">
                                      <p:cBhvr>
                                        <p:cTn id="32" dur="10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1000" fill="hold"/>
                                        <p:tgtEl>
                                          <p:spTgt spid="14"/>
                                        </p:tgtEl>
                                        <p:attrNameLst>
                                          <p:attrName>ppt_w</p:attrName>
                                        </p:attrNameLst>
                                      </p:cBhvr>
                                      <p:tavLst>
                                        <p:tav tm="0">
                                          <p:val>
                                            <p:fltVal val="0"/>
                                          </p:val>
                                        </p:tav>
                                        <p:tav tm="100000">
                                          <p:val>
                                            <p:strVal val="#ppt_w"/>
                                          </p:val>
                                        </p:tav>
                                      </p:tavLst>
                                    </p:anim>
                                    <p:anim calcmode="lin" valueType="num">
                                      <p:cBhvr>
                                        <p:cTn id="38" dur="1000" fill="hold"/>
                                        <p:tgtEl>
                                          <p:spTgt spid="14"/>
                                        </p:tgtEl>
                                        <p:attrNameLst>
                                          <p:attrName>ppt_h</p:attrName>
                                        </p:attrNameLst>
                                      </p:cBhvr>
                                      <p:tavLst>
                                        <p:tav tm="0">
                                          <p:val>
                                            <p:fltVal val="0"/>
                                          </p:val>
                                        </p:tav>
                                        <p:tav tm="100000">
                                          <p:val>
                                            <p:strVal val="#ppt_h"/>
                                          </p:val>
                                        </p:tav>
                                      </p:tavLst>
                                    </p:anim>
                                    <p:anim calcmode="lin" valueType="num">
                                      <p:cBhvr>
                                        <p:cTn id="39" dur="1000" fill="hold"/>
                                        <p:tgtEl>
                                          <p:spTgt spid="14"/>
                                        </p:tgtEl>
                                        <p:attrNameLst>
                                          <p:attrName>style.rotation</p:attrName>
                                        </p:attrNameLst>
                                      </p:cBhvr>
                                      <p:tavLst>
                                        <p:tav tm="0">
                                          <p:val>
                                            <p:fltVal val="90"/>
                                          </p:val>
                                        </p:tav>
                                        <p:tav tm="100000">
                                          <p:val>
                                            <p:fltVal val="0"/>
                                          </p:val>
                                        </p:tav>
                                      </p:tavLst>
                                    </p:anim>
                                    <p:animEffect transition="in" filter="fade">
                                      <p:cBhvr>
                                        <p:cTn id="40" dur="1000"/>
                                        <p:tgtEl>
                                          <p:spTgt spid="14"/>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سـؤال : مِــمَــا يــتــألــف نِــظَــام الـتـشـغــيـل </a:t>
            </a:r>
            <a:r>
              <a:rPr lang="fr-FR" sz="3800" b="1" dirty="0" smtClean="0">
                <a:solidFill>
                  <a:srgbClr val="FF0000"/>
                </a:solidFill>
                <a:cs typeface="+mj-cs"/>
              </a:rPr>
              <a:t>Windows</a:t>
            </a:r>
            <a:r>
              <a:rPr lang="ar-DZ" sz="3800" b="1" dirty="0" smtClean="0">
                <a:solidFill>
                  <a:srgbClr val="FF0000"/>
                </a:solidFill>
                <a:cs typeface="+mj-cs"/>
              </a:rPr>
              <a:t>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6744072" y="2708920"/>
            <a:ext cx="428703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077072"/>
            <a:ext cx="456127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latin typeface="Times New Roman" panose="02020603050405020304" pitchFamily="18" charset="0"/>
                <a:cs typeface="Times New Roman" panose="02020603050405020304" pitchFamily="18" charset="0"/>
              </a:rPr>
              <a:t>......................................</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FF0000"/>
                </a:solidFill>
                <a:cs typeface="+mj-cs"/>
              </a:rPr>
              <a:t>يَـضُـمُ نِــظَــام </a:t>
            </a:r>
            <a:r>
              <a:rPr lang="ar-DZ" sz="4400" b="1" dirty="0">
                <a:solidFill>
                  <a:srgbClr val="FF0000"/>
                </a:solidFill>
                <a:cs typeface="+mj-cs"/>
              </a:rPr>
              <a:t>الـتـشـغــيـل </a:t>
            </a:r>
            <a:r>
              <a:rPr lang="fr-FR" sz="4400" b="1" dirty="0">
                <a:solidFill>
                  <a:srgbClr val="FF0000"/>
                </a:solidFill>
                <a:cs typeface="+mj-cs"/>
              </a:rPr>
              <a:t>Windows</a:t>
            </a:r>
            <a:r>
              <a:rPr lang="ar-DZ" sz="4400" b="1" dirty="0" smtClean="0">
                <a:solidFill>
                  <a:srgbClr val="FF0000"/>
                </a:solidFill>
                <a:cs typeface="+mj-cs"/>
              </a:rPr>
              <a:t> :</a:t>
            </a:r>
            <a:endParaRPr lang="fr-FR" sz="4400" b="1" dirty="0">
              <a:solidFill>
                <a:srgbClr val="0070C0"/>
              </a:solidFill>
              <a:cs typeface="+mj-cs"/>
            </a:endParaRPr>
          </a:p>
        </p:txBody>
      </p:sp>
      <p:sp>
        <p:nvSpPr>
          <p:cNvPr id="14" name="Rectangle 13"/>
          <p:cNvSpPr/>
          <p:nvPr/>
        </p:nvSpPr>
        <p:spPr>
          <a:xfrm>
            <a:off x="6742682" y="4077073"/>
            <a:ext cx="428703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2800" b="1" dirty="0" smtClean="0">
                <a:solidFill>
                  <a:srgbClr val="0070C0"/>
                </a:solidFill>
                <a:latin typeface="Times New Roman" panose="02020603050405020304" pitchFamily="18" charset="0"/>
                <a:cs typeface="Times New Roman" panose="02020603050405020304" pitchFamily="18" charset="0"/>
              </a:rPr>
              <a:t>.......................................</a:t>
            </a:r>
            <a:endParaRPr lang="fr-FR" sz="2800" b="1" dirty="0">
              <a:solidFill>
                <a:srgbClr val="0070C0"/>
              </a:solidFill>
            </a:endParaRPr>
          </a:p>
        </p:txBody>
      </p:sp>
      <p:sp>
        <p:nvSpPr>
          <p:cNvPr id="18" name="Rectangle 17"/>
          <p:cNvSpPr/>
          <p:nvPr/>
        </p:nvSpPr>
        <p:spPr>
          <a:xfrm>
            <a:off x="1030666" y="2714907"/>
            <a:ext cx="456127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10" name="Rectangle 9"/>
          <p:cNvSpPr/>
          <p:nvPr/>
        </p:nvSpPr>
        <p:spPr>
          <a:xfrm>
            <a:off x="4323633" y="5248450"/>
            <a:ext cx="456127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a:t>
            </a:r>
            <a:endParaRPr lang="fr-FR" sz="3200" b="1" dirty="0">
              <a:solidFill>
                <a:srgbClr val="0070C0"/>
              </a:solidFill>
              <a:cs typeface="+mj-cs"/>
            </a:endParaRPr>
          </a:p>
        </p:txBody>
      </p:sp>
    </p:spTree>
    <p:extLst>
      <p:ext uri="{BB962C8B-B14F-4D97-AF65-F5344CB8AC3E}">
        <p14:creationId xmlns:p14="http://schemas.microsoft.com/office/powerpoint/2010/main" val="106718896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p:cTn id="13" dur="1000" fill="hold"/>
                                        <p:tgtEl>
                                          <p:spTgt spid="13"/>
                                        </p:tgtEl>
                                        <p:attrNameLst>
                                          <p:attrName>ppt_w</p:attrName>
                                        </p:attrNameLst>
                                      </p:cBhvr>
                                      <p:tavLst>
                                        <p:tav tm="0">
                                          <p:val>
                                            <p:fltVal val="0"/>
                                          </p:val>
                                        </p:tav>
                                        <p:tav tm="100000">
                                          <p:val>
                                            <p:strVal val="#ppt_w"/>
                                          </p:val>
                                        </p:tav>
                                      </p:tavLst>
                                    </p:anim>
                                    <p:anim calcmode="lin" valueType="num">
                                      <p:cBhvr>
                                        <p:cTn id="14" dur="1000" fill="hold"/>
                                        <p:tgtEl>
                                          <p:spTgt spid="13"/>
                                        </p:tgtEl>
                                        <p:attrNameLst>
                                          <p:attrName>ppt_h</p:attrName>
                                        </p:attrNameLst>
                                      </p:cBhvr>
                                      <p:tavLst>
                                        <p:tav tm="0">
                                          <p:val>
                                            <p:fltVal val="0"/>
                                          </p:val>
                                        </p:tav>
                                        <p:tav tm="100000">
                                          <p:val>
                                            <p:strVal val="#ppt_h"/>
                                          </p:val>
                                        </p:tav>
                                      </p:tavLst>
                                    </p:anim>
                                    <p:anim calcmode="lin" valueType="num">
                                      <p:cBhvr>
                                        <p:cTn id="15" dur="1000" fill="hold"/>
                                        <p:tgtEl>
                                          <p:spTgt spid="13"/>
                                        </p:tgtEl>
                                        <p:attrNameLst>
                                          <p:attrName>style.rotation</p:attrName>
                                        </p:attrNameLst>
                                      </p:cBhvr>
                                      <p:tavLst>
                                        <p:tav tm="0">
                                          <p:val>
                                            <p:fltVal val="90"/>
                                          </p:val>
                                        </p:tav>
                                        <p:tav tm="100000">
                                          <p:val>
                                            <p:fltVal val="0"/>
                                          </p:val>
                                        </p:tav>
                                      </p:tavLst>
                                    </p:anim>
                                    <p:animEffect transition="in" filter="fade">
                                      <p:cBhvr>
                                        <p:cTn id="16" dur="10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1000" fill="hold"/>
                                        <p:tgtEl>
                                          <p:spTgt spid="6"/>
                                        </p:tgtEl>
                                        <p:attrNameLst>
                                          <p:attrName>ppt_w</p:attrName>
                                        </p:attrNameLst>
                                      </p:cBhvr>
                                      <p:tavLst>
                                        <p:tav tm="0">
                                          <p:val>
                                            <p:fltVal val="0"/>
                                          </p:val>
                                        </p:tav>
                                        <p:tav tm="100000">
                                          <p:val>
                                            <p:strVal val="#ppt_w"/>
                                          </p:val>
                                        </p:tav>
                                      </p:tavLst>
                                    </p:anim>
                                    <p:anim calcmode="lin" valueType="num">
                                      <p:cBhvr>
                                        <p:cTn id="22" dur="1000" fill="hold"/>
                                        <p:tgtEl>
                                          <p:spTgt spid="6"/>
                                        </p:tgtEl>
                                        <p:attrNameLst>
                                          <p:attrName>ppt_h</p:attrName>
                                        </p:attrNameLst>
                                      </p:cBhvr>
                                      <p:tavLst>
                                        <p:tav tm="0">
                                          <p:val>
                                            <p:fltVal val="0"/>
                                          </p:val>
                                        </p:tav>
                                        <p:tav tm="100000">
                                          <p:val>
                                            <p:strVal val="#ppt_h"/>
                                          </p:val>
                                        </p:tav>
                                      </p:tavLst>
                                    </p:anim>
                                    <p:anim calcmode="lin" valueType="num">
                                      <p:cBhvr>
                                        <p:cTn id="23" dur="1000" fill="hold"/>
                                        <p:tgtEl>
                                          <p:spTgt spid="6"/>
                                        </p:tgtEl>
                                        <p:attrNameLst>
                                          <p:attrName>style.rotation</p:attrName>
                                        </p:attrNameLst>
                                      </p:cBhvr>
                                      <p:tavLst>
                                        <p:tav tm="0">
                                          <p:val>
                                            <p:fltVal val="90"/>
                                          </p:val>
                                        </p:tav>
                                        <p:tav tm="100000">
                                          <p:val>
                                            <p:fltVal val="0"/>
                                          </p:val>
                                        </p:tav>
                                      </p:tavLst>
                                    </p:anim>
                                    <p:animEffect transition="in" filter="fade">
                                      <p:cBhvr>
                                        <p:cTn id="24" dur="10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p:cTn id="37" dur="1000" fill="hold"/>
                                        <p:tgtEl>
                                          <p:spTgt spid="18"/>
                                        </p:tgtEl>
                                        <p:attrNameLst>
                                          <p:attrName>ppt_w</p:attrName>
                                        </p:attrNameLst>
                                      </p:cBhvr>
                                      <p:tavLst>
                                        <p:tav tm="0">
                                          <p:val>
                                            <p:fltVal val="0"/>
                                          </p:val>
                                        </p:tav>
                                        <p:tav tm="100000">
                                          <p:val>
                                            <p:strVal val="#ppt_w"/>
                                          </p:val>
                                        </p:tav>
                                      </p:tavLst>
                                    </p:anim>
                                    <p:anim calcmode="lin" valueType="num">
                                      <p:cBhvr>
                                        <p:cTn id="38" dur="1000" fill="hold"/>
                                        <p:tgtEl>
                                          <p:spTgt spid="18"/>
                                        </p:tgtEl>
                                        <p:attrNameLst>
                                          <p:attrName>ppt_h</p:attrName>
                                        </p:attrNameLst>
                                      </p:cBhvr>
                                      <p:tavLst>
                                        <p:tav tm="0">
                                          <p:val>
                                            <p:fltVal val="0"/>
                                          </p:val>
                                        </p:tav>
                                        <p:tav tm="100000">
                                          <p:val>
                                            <p:strVal val="#ppt_h"/>
                                          </p:val>
                                        </p:tav>
                                      </p:tavLst>
                                    </p:anim>
                                    <p:anim calcmode="lin" valueType="num">
                                      <p:cBhvr>
                                        <p:cTn id="39" dur="1000" fill="hold"/>
                                        <p:tgtEl>
                                          <p:spTgt spid="18"/>
                                        </p:tgtEl>
                                        <p:attrNameLst>
                                          <p:attrName>style.rotation</p:attrName>
                                        </p:attrNameLst>
                                      </p:cBhvr>
                                      <p:tavLst>
                                        <p:tav tm="0">
                                          <p:val>
                                            <p:fltVal val="90"/>
                                          </p:val>
                                        </p:tav>
                                        <p:tav tm="100000">
                                          <p:val>
                                            <p:fltVal val="0"/>
                                          </p:val>
                                        </p:tav>
                                      </p:tavLst>
                                    </p:anim>
                                    <p:animEffect transition="in" filter="fade">
                                      <p:cBhvr>
                                        <p:cTn id="40" dur="10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p:cTn id="45" dur="1000" fill="hold"/>
                                        <p:tgtEl>
                                          <p:spTgt spid="7"/>
                                        </p:tgtEl>
                                        <p:attrNameLst>
                                          <p:attrName>ppt_w</p:attrName>
                                        </p:attrNameLst>
                                      </p:cBhvr>
                                      <p:tavLst>
                                        <p:tav tm="0">
                                          <p:val>
                                            <p:fltVal val="0"/>
                                          </p:val>
                                        </p:tav>
                                        <p:tav tm="100000">
                                          <p:val>
                                            <p:strVal val="#ppt_w"/>
                                          </p:val>
                                        </p:tav>
                                      </p:tavLst>
                                    </p:anim>
                                    <p:anim calcmode="lin" valueType="num">
                                      <p:cBhvr>
                                        <p:cTn id="46" dur="1000" fill="hold"/>
                                        <p:tgtEl>
                                          <p:spTgt spid="7"/>
                                        </p:tgtEl>
                                        <p:attrNameLst>
                                          <p:attrName>ppt_h</p:attrName>
                                        </p:attrNameLst>
                                      </p:cBhvr>
                                      <p:tavLst>
                                        <p:tav tm="0">
                                          <p:val>
                                            <p:fltVal val="0"/>
                                          </p:val>
                                        </p:tav>
                                        <p:tav tm="100000">
                                          <p:val>
                                            <p:strVal val="#ppt_h"/>
                                          </p:val>
                                        </p:tav>
                                      </p:tavLst>
                                    </p:anim>
                                    <p:anim calcmode="lin" valueType="num">
                                      <p:cBhvr>
                                        <p:cTn id="47" dur="1000" fill="hold"/>
                                        <p:tgtEl>
                                          <p:spTgt spid="7"/>
                                        </p:tgtEl>
                                        <p:attrNameLst>
                                          <p:attrName>style.rotation</p:attrName>
                                        </p:attrNameLst>
                                      </p:cBhvr>
                                      <p:tavLst>
                                        <p:tav tm="0">
                                          <p:val>
                                            <p:fltVal val="90"/>
                                          </p:val>
                                        </p:tav>
                                        <p:tav tm="100000">
                                          <p:val>
                                            <p:fltVal val="0"/>
                                          </p:val>
                                        </p:tav>
                                      </p:tavLst>
                                    </p:anim>
                                    <p:animEffect transition="in" filter="fade">
                                      <p:cBhvr>
                                        <p:cTn id="48" dur="10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1000" fill="hold"/>
                                        <p:tgtEl>
                                          <p:spTgt spid="10"/>
                                        </p:tgtEl>
                                        <p:attrNameLst>
                                          <p:attrName>ppt_w</p:attrName>
                                        </p:attrNameLst>
                                      </p:cBhvr>
                                      <p:tavLst>
                                        <p:tav tm="0">
                                          <p:val>
                                            <p:fltVal val="0"/>
                                          </p:val>
                                        </p:tav>
                                        <p:tav tm="100000">
                                          <p:val>
                                            <p:strVal val="#ppt_w"/>
                                          </p:val>
                                        </p:tav>
                                      </p:tavLst>
                                    </p:anim>
                                    <p:anim calcmode="lin" valueType="num">
                                      <p:cBhvr>
                                        <p:cTn id="54" dur="1000" fill="hold"/>
                                        <p:tgtEl>
                                          <p:spTgt spid="10"/>
                                        </p:tgtEl>
                                        <p:attrNameLst>
                                          <p:attrName>ppt_h</p:attrName>
                                        </p:attrNameLst>
                                      </p:cBhvr>
                                      <p:tavLst>
                                        <p:tav tm="0">
                                          <p:val>
                                            <p:fltVal val="0"/>
                                          </p:val>
                                        </p:tav>
                                        <p:tav tm="100000">
                                          <p:val>
                                            <p:strVal val="#ppt_h"/>
                                          </p:val>
                                        </p:tav>
                                      </p:tavLst>
                                    </p:anim>
                                    <p:anim calcmode="lin" valueType="num">
                                      <p:cBhvr>
                                        <p:cTn id="55" dur="1000" fill="hold"/>
                                        <p:tgtEl>
                                          <p:spTgt spid="10"/>
                                        </p:tgtEl>
                                        <p:attrNameLst>
                                          <p:attrName>style.rotation</p:attrName>
                                        </p:attrNameLst>
                                      </p:cBhvr>
                                      <p:tavLst>
                                        <p:tav tm="0">
                                          <p:val>
                                            <p:fltVal val="90"/>
                                          </p:val>
                                        </p:tav>
                                        <p:tav tm="100000">
                                          <p:val>
                                            <p:fltVal val="0"/>
                                          </p:val>
                                        </p:tav>
                                      </p:tavLst>
                                    </p:anim>
                                    <p:animEffect transition="in" filter="fade">
                                      <p:cBhvr>
                                        <p:cTn id="5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سـؤال : مِــمَــا يــتــألــف نِــظَــام الـتـشـغــيـل </a:t>
            </a:r>
            <a:r>
              <a:rPr lang="fr-FR" sz="3800" b="1" dirty="0" smtClean="0">
                <a:solidFill>
                  <a:srgbClr val="FF0000"/>
                </a:solidFill>
                <a:cs typeface="+mj-cs"/>
              </a:rPr>
              <a:t>Windows</a:t>
            </a:r>
            <a:r>
              <a:rPr lang="ar-DZ" sz="3800" b="1" dirty="0" smtClean="0">
                <a:solidFill>
                  <a:srgbClr val="FF0000"/>
                </a:solidFill>
                <a:cs typeface="+mj-cs"/>
              </a:rPr>
              <a:t>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6744072" y="2708920"/>
            <a:ext cx="428703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000" b="1" dirty="0" smtClean="0">
                <a:solidFill>
                  <a:srgbClr val="0070C0"/>
                </a:solidFill>
                <a:latin typeface="Times New Roman" panose="02020603050405020304" pitchFamily="18" charset="0"/>
                <a:cs typeface="Times New Roman" panose="02020603050405020304" pitchFamily="18" charset="0"/>
              </a:rPr>
              <a:t>Bloc Note ; Calculatrice </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077072"/>
            <a:ext cx="456127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a:solidFill>
                  <a:srgbClr val="0070C0"/>
                </a:solidFill>
                <a:latin typeface="Times New Roman" panose="02020603050405020304" pitchFamily="18" charset="0"/>
                <a:cs typeface="Times New Roman" panose="02020603050405020304" pitchFamily="18" charset="0"/>
              </a:rPr>
              <a:t>Explorateur Windows</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FF0000"/>
                </a:solidFill>
                <a:cs typeface="+mj-cs"/>
              </a:rPr>
              <a:t>يَـضُـمُ نِــظَــام </a:t>
            </a:r>
            <a:r>
              <a:rPr lang="ar-DZ" sz="4400" b="1" dirty="0">
                <a:solidFill>
                  <a:srgbClr val="FF0000"/>
                </a:solidFill>
                <a:cs typeface="+mj-cs"/>
              </a:rPr>
              <a:t>الـتـشـغــيـل </a:t>
            </a:r>
            <a:r>
              <a:rPr lang="fr-FR" sz="4400" b="1" dirty="0">
                <a:solidFill>
                  <a:srgbClr val="FF0000"/>
                </a:solidFill>
                <a:cs typeface="+mj-cs"/>
              </a:rPr>
              <a:t>Windows</a:t>
            </a:r>
            <a:r>
              <a:rPr lang="ar-DZ" sz="4400" b="1" dirty="0" smtClean="0">
                <a:solidFill>
                  <a:srgbClr val="FF0000"/>
                </a:solidFill>
                <a:cs typeface="+mj-cs"/>
              </a:rPr>
              <a:t> :</a:t>
            </a:r>
            <a:endParaRPr lang="fr-FR" sz="4400" b="1" dirty="0">
              <a:solidFill>
                <a:srgbClr val="0070C0"/>
              </a:solidFill>
              <a:cs typeface="+mj-cs"/>
            </a:endParaRPr>
          </a:p>
        </p:txBody>
      </p:sp>
      <p:sp>
        <p:nvSpPr>
          <p:cNvPr id="14" name="Rectangle 13"/>
          <p:cNvSpPr/>
          <p:nvPr/>
        </p:nvSpPr>
        <p:spPr>
          <a:xfrm>
            <a:off x="6742682" y="4077073"/>
            <a:ext cx="428703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2800" b="1" dirty="0" smtClean="0">
                <a:solidFill>
                  <a:srgbClr val="0070C0"/>
                </a:solidFill>
                <a:latin typeface="Times New Roman" panose="02020603050405020304" pitchFamily="18" charset="0"/>
                <a:cs typeface="Times New Roman" panose="02020603050405020304" pitchFamily="18" charset="0"/>
              </a:rPr>
              <a:t>IE (</a:t>
            </a:r>
            <a:r>
              <a:rPr lang="en-US" sz="2800" b="1" dirty="0" smtClean="0">
                <a:solidFill>
                  <a:srgbClr val="0070C0"/>
                </a:solidFill>
                <a:latin typeface="Times New Roman" panose="02020603050405020304" pitchFamily="18" charset="0"/>
                <a:cs typeface="Times New Roman" panose="02020603050405020304" pitchFamily="18" charset="0"/>
              </a:rPr>
              <a:t>Edge</a:t>
            </a:r>
            <a:r>
              <a:rPr lang="fr-FR" sz="2800" b="1" dirty="0" smtClean="0">
                <a:solidFill>
                  <a:srgbClr val="0070C0"/>
                </a:solidFill>
                <a:latin typeface="Times New Roman" panose="02020603050405020304" pitchFamily="18" charset="0"/>
                <a:cs typeface="Times New Roman" panose="02020603050405020304" pitchFamily="18" charset="0"/>
              </a:rPr>
              <a:t>) ; </a:t>
            </a:r>
            <a:r>
              <a:rPr lang="fr-FR" sz="2800" b="1" dirty="0">
                <a:solidFill>
                  <a:srgbClr val="0070C0"/>
                </a:solidFill>
                <a:latin typeface="Times New Roman" panose="02020603050405020304" pitchFamily="18" charset="0"/>
                <a:cs typeface="Times New Roman" panose="02020603050405020304" pitchFamily="18" charset="0"/>
              </a:rPr>
              <a:t>Paint</a:t>
            </a:r>
            <a:endParaRPr lang="fr-FR" sz="2800" b="1" dirty="0">
              <a:solidFill>
                <a:srgbClr val="0070C0"/>
              </a:solidFill>
            </a:endParaRPr>
          </a:p>
        </p:txBody>
      </p:sp>
      <p:sp>
        <p:nvSpPr>
          <p:cNvPr id="18" name="Rectangle 17"/>
          <p:cNvSpPr/>
          <p:nvPr/>
        </p:nvSpPr>
        <p:spPr>
          <a:xfrm>
            <a:off x="1030666" y="2714907"/>
            <a:ext cx="456127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000" b="1" dirty="0">
                <a:solidFill>
                  <a:srgbClr val="0070C0"/>
                </a:solidFill>
                <a:latin typeface="Times New Roman" panose="02020603050405020304" pitchFamily="18" charset="0"/>
                <a:cs typeface="Times New Roman" panose="02020603050405020304" pitchFamily="18" charset="0"/>
              </a:rPr>
              <a:t>Panneau de Configuration</a:t>
            </a:r>
          </a:p>
        </p:txBody>
      </p:sp>
      <p:sp>
        <p:nvSpPr>
          <p:cNvPr id="10" name="Rectangle 9"/>
          <p:cNvSpPr/>
          <p:nvPr/>
        </p:nvSpPr>
        <p:spPr>
          <a:xfrm>
            <a:off x="2776736" y="5301209"/>
            <a:ext cx="648072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latin typeface="Times New Roman" panose="02020603050405020304" pitchFamily="18" charset="0"/>
                <a:cs typeface="Times New Roman" panose="02020603050405020304" pitchFamily="18" charset="0"/>
              </a:rPr>
              <a:t>Scan </a:t>
            </a:r>
            <a:r>
              <a:rPr lang="fr-FR" sz="3200" b="1" dirty="0" err="1" smtClean="0">
                <a:solidFill>
                  <a:srgbClr val="0070C0"/>
                </a:solidFill>
                <a:latin typeface="Times New Roman" panose="02020603050405020304" pitchFamily="18" charset="0"/>
                <a:cs typeface="Times New Roman" panose="02020603050405020304" pitchFamily="18" charset="0"/>
              </a:rPr>
              <a:t>Disk</a:t>
            </a:r>
            <a:r>
              <a:rPr lang="fr-FR" sz="3200" b="1" dirty="0" smtClean="0">
                <a:solidFill>
                  <a:srgbClr val="0070C0"/>
                </a:solidFill>
                <a:latin typeface="Times New Roman" panose="02020603050405020304" pitchFamily="18" charset="0"/>
                <a:cs typeface="Times New Roman" panose="02020603050405020304" pitchFamily="18" charset="0"/>
              </a:rPr>
              <a:t>, Nettoyeur de disque …</a:t>
            </a:r>
            <a:endParaRPr lang="fr-FR" sz="3200"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465541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p:cTn id="13" dur="1000" fill="hold"/>
                                        <p:tgtEl>
                                          <p:spTgt spid="13"/>
                                        </p:tgtEl>
                                        <p:attrNameLst>
                                          <p:attrName>ppt_w</p:attrName>
                                        </p:attrNameLst>
                                      </p:cBhvr>
                                      <p:tavLst>
                                        <p:tav tm="0">
                                          <p:val>
                                            <p:fltVal val="0"/>
                                          </p:val>
                                        </p:tav>
                                        <p:tav tm="100000">
                                          <p:val>
                                            <p:strVal val="#ppt_w"/>
                                          </p:val>
                                        </p:tav>
                                      </p:tavLst>
                                    </p:anim>
                                    <p:anim calcmode="lin" valueType="num">
                                      <p:cBhvr>
                                        <p:cTn id="14" dur="1000" fill="hold"/>
                                        <p:tgtEl>
                                          <p:spTgt spid="13"/>
                                        </p:tgtEl>
                                        <p:attrNameLst>
                                          <p:attrName>ppt_h</p:attrName>
                                        </p:attrNameLst>
                                      </p:cBhvr>
                                      <p:tavLst>
                                        <p:tav tm="0">
                                          <p:val>
                                            <p:fltVal val="0"/>
                                          </p:val>
                                        </p:tav>
                                        <p:tav tm="100000">
                                          <p:val>
                                            <p:strVal val="#ppt_h"/>
                                          </p:val>
                                        </p:tav>
                                      </p:tavLst>
                                    </p:anim>
                                    <p:anim calcmode="lin" valueType="num">
                                      <p:cBhvr>
                                        <p:cTn id="15" dur="1000" fill="hold"/>
                                        <p:tgtEl>
                                          <p:spTgt spid="13"/>
                                        </p:tgtEl>
                                        <p:attrNameLst>
                                          <p:attrName>style.rotation</p:attrName>
                                        </p:attrNameLst>
                                      </p:cBhvr>
                                      <p:tavLst>
                                        <p:tav tm="0">
                                          <p:val>
                                            <p:fltVal val="90"/>
                                          </p:val>
                                        </p:tav>
                                        <p:tav tm="100000">
                                          <p:val>
                                            <p:fltVal val="0"/>
                                          </p:val>
                                        </p:tav>
                                      </p:tavLst>
                                    </p:anim>
                                    <p:animEffect transition="in" filter="fade">
                                      <p:cBhvr>
                                        <p:cTn id="16" dur="10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1000" fill="hold"/>
                                        <p:tgtEl>
                                          <p:spTgt spid="6"/>
                                        </p:tgtEl>
                                        <p:attrNameLst>
                                          <p:attrName>ppt_w</p:attrName>
                                        </p:attrNameLst>
                                      </p:cBhvr>
                                      <p:tavLst>
                                        <p:tav tm="0">
                                          <p:val>
                                            <p:fltVal val="0"/>
                                          </p:val>
                                        </p:tav>
                                        <p:tav tm="100000">
                                          <p:val>
                                            <p:strVal val="#ppt_w"/>
                                          </p:val>
                                        </p:tav>
                                      </p:tavLst>
                                    </p:anim>
                                    <p:anim calcmode="lin" valueType="num">
                                      <p:cBhvr>
                                        <p:cTn id="22" dur="1000" fill="hold"/>
                                        <p:tgtEl>
                                          <p:spTgt spid="6"/>
                                        </p:tgtEl>
                                        <p:attrNameLst>
                                          <p:attrName>ppt_h</p:attrName>
                                        </p:attrNameLst>
                                      </p:cBhvr>
                                      <p:tavLst>
                                        <p:tav tm="0">
                                          <p:val>
                                            <p:fltVal val="0"/>
                                          </p:val>
                                        </p:tav>
                                        <p:tav tm="100000">
                                          <p:val>
                                            <p:strVal val="#ppt_h"/>
                                          </p:val>
                                        </p:tav>
                                      </p:tavLst>
                                    </p:anim>
                                    <p:anim calcmode="lin" valueType="num">
                                      <p:cBhvr>
                                        <p:cTn id="23" dur="1000" fill="hold"/>
                                        <p:tgtEl>
                                          <p:spTgt spid="6"/>
                                        </p:tgtEl>
                                        <p:attrNameLst>
                                          <p:attrName>style.rotation</p:attrName>
                                        </p:attrNameLst>
                                      </p:cBhvr>
                                      <p:tavLst>
                                        <p:tav tm="0">
                                          <p:val>
                                            <p:fltVal val="90"/>
                                          </p:val>
                                        </p:tav>
                                        <p:tav tm="100000">
                                          <p:val>
                                            <p:fltVal val="0"/>
                                          </p:val>
                                        </p:tav>
                                      </p:tavLst>
                                    </p:anim>
                                    <p:animEffect transition="in" filter="fade">
                                      <p:cBhvr>
                                        <p:cTn id="24" dur="10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p:cTn id="37" dur="1000" fill="hold"/>
                                        <p:tgtEl>
                                          <p:spTgt spid="18"/>
                                        </p:tgtEl>
                                        <p:attrNameLst>
                                          <p:attrName>ppt_w</p:attrName>
                                        </p:attrNameLst>
                                      </p:cBhvr>
                                      <p:tavLst>
                                        <p:tav tm="0">
                                          <p:val>
                                            <p:fltVal val="0"/>
                                          </p:val>
                                        </p:tav>
                                        <p:tav tm="100000">
                                          <p:val>
                                            <p:strVal val="#ppt_w"/>
                                          </p:val>
                                        </p:tav>
                                      </p:tavLst>
                                    </p:anim>
                                    <p:anim calcmode="lin" valueType="num">
                                      <p:cBhvr>
                                        <p:cTn id="38" dur="1000" fill="hold"/>
                                        <p:tgtEl>
                                          <p:spTgt spid="18"/>
                                        </p:tgtEl>
                                        <p:attrNameLst>
                                          <p:attrName>ppt_h</p:attrName>
                                        </p:attrNameLst>
                                      </p:cBhvr>
                                      <p:tavLst>
                                        <p:tav tm="0">
                                          <p:val>
                                            <p:fltVal val="0"/>
                                          </p:val>
                                        </p:tav>
                                        <p:tav tm="100000">
                                          <p:val>
                                            <p:strVal val="#ppt_h"/>
                                          </p:val>
                                        </p:tav>
                                      </p:tavLst>
                                    </p:anim>
                                    <p:anim calcmode="lin" valueType="num">
                                      <p:cBhvr>
                                        <p:cTn id="39" dur="1000" fill="hold"/>
                                        <p:tgtEl>
                                          <p:spTgt spid="18"/>
                                        </p:tgtEl>
                                        <p:attrNameLst>
                                          <p:attrName>style.rotation</p:attrName>
                                        </p:attrNameLst>
                                      </p:cBhvr>
                                      <p:tavLst>
                                        <p:tav tm="0">
                                          <p:val>
                                            <p:fltVal val="90"/>
                                          </p:val>
                                        </p:tav>
                                        <p:tav tm="100000">
                                          <p:val>
                                            <p:fltVal val="0"/>
                                          </p:val>
                                        </p:tav>
                                      </p:tavLst>
                                    </p:anim>
                                    <p:animEffect transition="in" filter="fade">
                                      <p:cBhvr>
                                        <p:cTn id="40" dur="10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p:cTn id="45" dur="1000" fill="hold"/>
                                        <p:tgtEl>
                                          <p:spTgt spid="7"/>
                                        </p:tgtEl>
                                        <p:attrNameLst>
                                          <p:attrName>ppt_w</p:attrName>
                                        </p:attrNameLst>
                                      </p:cBhvr>
                                      <p:tavLst>
                                        <p:tav tm="0">
                                          <p:val>
                                            <p:fltVal val="0"/>
                                          </p:val>
                                        </p:tav>
                                        <p:tav tm="100000">
                                          <p:val>
                                            <p:strVal val="#ppt_w"/>
                                          </p:val>
                                        </p:tav>
                                      </p:tavLst>
                                    </p:anim>
                                    <p:anim calcmode="lin" valueType="num">
                                      <p:cBhvr>
                                        <p:cTn id="46" dur="1000" fill="hold"/>
                                        <p:tgtEl>
                                          <p:spTgt spid="7"/>
                                        </p:tgtEl>
                                        <p:attrNameLst>
                                          <p:attrName>ppt_h</p:attrName>
                                        </p:attrNameLst>
                                      </p:cBhvr>
                                      <p:tavLst>
                                        <p:tav tm="0">
                                          <p:val>
                                            <p:fltVal val="0"/>
                                          </p:val>
                                        </p:tav>
                                        <p:tav tm="100000">
                                          <p:val>
                                            <p:strVal val="#ppt_h"/>
                                          </p:val>
                                        </p:tav>
                                      </p:tavLst>
                                    </p:anim>
                                    <p:anim calcmode="lin" valueType="num">
                                      <p:cBhvr>
                                        <p:cTn id="47" dur="1000" fill="hold"/>
                                        <p:tgtEl>
                                          <p:spTgt spid="7"/>
                                        </p:tgtEl>
                                        <p:attrNameLst>
                                          <p:attrName>style.rotation</p:attrName>
                                        </p:attrNameLst>
                                      </p:cBhvr>
                                      <p:tavLst>
                                        <p:tav tm="0">
                                          <p:val>
                                            <p:fltVal val="90"/>
                                          </p:val>
                                        </p:tav>
                                        <p:tav tm="100000">
                                          <p:val>
                                            <p:fltVal val="0"/>
                                          </p:val>
                                        </p:tav>
                                      </p:tavLst>
                                    </p:anim>
                                    <p:animEffect transition="in" filter="fade">
                                      <p:cBhvr>
                                        <p:cTn id="48" dur="10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1000" fill="hold"/>
                                        <p:tgtEl>
                                          <p:spTgt spid="10"/>
                                        </p:tgtEl>
                                        <p:attrNameLst>
                                          <p:attrName>ppt_w</p:attrName>
                                        </p:attrNameLst>
                                      </p:cBhvr>
                                      <p:tavLst>
                                        <p:tav tm="0">
                                          <p:val>
                                            <p:fltVal val="0"/>
                                          </p:val>
                                        </p:tav>
                                        <p:tav tm="100000">
                                          <p:val>
                                            <p:strVal val="#ppt_w"/>
                                          </p:val>
                                        </p:tav>
                                      </p:tavLst>
                                    </p:anim>
                                    <p:anim calcmode="lin" valueType="num">
                                      <p:cBhvr>
                                        <p:cTn id="54" dur="1000" fill="hold"/>
                                        <p:tgtEl>
                                          <p:spTgt spid="10"/>
                                        </p:tgtEl>
                                        <p:attrNameLst>
                                          <p:attrName>ppt_h</p:attrName>
                                        </p:attrNameLst>
                                      </p:cBhvr>
                                      <p:tavLst>
                                        <p:tav tm="0">
                                          <p:val>
                                            <p:fltVal val="0"/>
                                          </p:val>
                                        </p:tav>
                                        <p:tav tm="100000">
                                          <p:val>
                                            <p:strVal val="#ppt_h"/>
                                          </p:val>
                                        </p:tav>
                                      </p:tavLst>
                                    </p:anim>
                                    <p:anim calcmode="lin" valueType="num">
                                      <p:cBhvr>
                                        <p:cTn id="55" dur="1000" fill="hold"/>
                                        <p:tgtEl>
                                          <p:spTgt spid="10"/>
                                        </p:tgtEl>
                                        <p:attrNameLst>
                                          <p:attrName>style.rotation</p:attrName>
                                        </p:attrNameLst>
                                      </p:cBhvr>
                                      <p:tavLst>
                                        <p:tav tm="0">
                                          <p:val>
                                            <p:fltVal val="90"/>
                                          </p:val>
                                        </p:tav>
                                        <p:tav tm="100000">
                                          <p:val>
                                            <p:fltVal val="0"/>
                                          </p:val>
                                        </p:tav>
                                      </p:tavLst>
                                    </p:anim>
                                    <p:animEffect transition="in" filter="fade">
                                      <p:cBhvr>
                                        <p:cTn id="5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rtl="1"/>
            <a:r>
              <a:rPr lang="ar-DZ" sz="3800" b="1" dirty="0" smtClean="0">
                <a:solidFill>
                  <a:srgbClr val="FF0000"/>
                </a:solidFill>
              </a:rPr>
              <a:t>مــقــارنـة بـيـن خــدمــات </a:t>
            </a:r>
            <a:r>
              <a:rPr lang="fr-FR" sz="3800" b="1" dirty="0" smtClean="0">
                <a:solidFill>
                  <a:srgbClr val="FF0000"/>
                </a:solidFill>
              </a:rPr>
              <a:t>Windows</a:t>
            </a:r>
            <a:r>
              <a:rPr lang="ar-DZ" sz="3800" b="1" dirty="0" smtClean="0">
                <a:solidFill>
                  <a:srgbClr val="FF0000"/>
                </a:solidFill>
              </a:rPr>
              <a:t> والـبــرامـج الـتــطــبــيــقــيــة </a:t>
            </a:r>
            <a:endParaRPr lang="fr-FR" sz="3800" b="1" i="1" dirty="0">
              <a:solidFill>
                <a:srgbClr val="FF000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endParaRPr lang="fr-FR" sz="500" b="1" smtClean="0">
              <a:cs typeface="+mj-cs"/>
            </a:endParaRPr>
          </a:p>
          <a:p>
            <a:pPr marL="0" indent="0" algn="just" rtl="1">
              <a:lnSpc>
                <a:spcPct val="150000"/>
              </a:lnSpc>
              <a:buNone/>
            </a:pPr>
            <a:endParaRPr lang="ar-DZ"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graphicFrame>
        <p:nvGraphicFramePr>
          <p:cNvPr id="7" name="Tableau 6"/>
          <p:cNvGraphicFramePr>
            <a:graphicFrameLocks noGrp="1"/>
          </p:cNvGraphicFramePr>
          <p:nvPr>
            <p:extLst>
              <p:ext uri="{D42A27DB-BD31-4B8C-83A1-F6EECF244321}">
                <p14:modId xmlns:p14="http://schemas.microsoft.com/office/powerpoint/2010/main" val="2303651357"/>
              </p:ext>
            </p:extLst>
          </p:nvPr>
        </p:nvGraphicFramePr>
        <p:xfrm>
          <a:off x="767408" y="1484784"/>
          <a:ext cx="10524040" cy="4859999"/>
        </p:xfrm>
        <a:graphic>
          <a:graphicData uri="http://schemas.openxmlformats.org/drawingml/2006/table">
            <a:tbl>
              <a:tblPr rtl="1" firstRow="1" bandRow="1">
                <a:tableStyleId>{5C22544A-7EE6-4342-B048-85BDC9FD1C3A}</a:tableStyleId>
              </a:tblPr>
              <a:tblGrid>
                <a:gridCol w="5262020"/>
                <a:gridCol w="5262020"/>
              </a:tblGrid>
              <a:tr h="1093302">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fr-FR" sz="3200" b="1" dirty="0" smtClean="0">
                          <a:solidFill>
                            <a:srgbClr val="0070C0"/>
                          </a:solidFill>
                          <a:latin typeface="Times New Roman" panose="02020603050405020304" pitchFamily="18" charset="0"/>
                          <a:cs typeface="Times New Roman" panose="02020603050405020304" pitchFamily="18" charset="0"/>
                        </a:rPr>
                        <a:t>Bloc Note</a:t>
                      </a:r>
                      <a:r>
                        <a:rPr lang="ar-DZ" sz="3200" b="1" dirty="0" smtClean="0">
                          <a:solidFill>
                            <a:srgbClr val="0070C0"/>
                          </a:solidFill>
                          <a:latin typeface="Times New Roman" panose="02020603050405020304" pitchFamily="18" charset="0"/>
                          <a:cs typeface="Times New Roman" panose="02020603050405020304" pitchFamily="18" charset="0"/>
                        </a:rPr>
                        <a:t> : لـكـتـابـة</a:t>
                      </a:r>
                      <a:r>
                        <a:rPr lang="ar-DZ" sz="3200" b="1" baseline="0" dirty="0" smtClean="0">
                          <a:solidFill>
                            <a:srgbClr val="0070C0"/>
                          </a:solidFill>
                          <a:latin typeface="Times New Roman" panose="02020603050405020304" pitchFamily="18" charset="0"/>
                          <a:cs typeface="Times New Roman" panose="02020603050405020304" pitchFamily="18" charset="0"/>
                        </a:rPr>
                        <a:t> الـنـصـوص</a:t>
                      </a:r>
                      <a:endParaRPr lang="fr-FR" sz="3200" b="1" kern="1200" dirty="0" smtClean="0">
                        <a:solidFill>
                          <a:srgbClr val="0070C0"/>
                        </a:solidFill>
                        <a:latin typeface="+mn-lt"/>
                        <a:ea typeface="+mn-ea"/>
                        <a:cs typeface="+mn-cs"/>
                      </a:endParaRPr>
                    </a:p>
                  </a:txBody>
                  <a:tcPr anchor="ctr">
                    <a:solidFill>
                      <a:schemeClr val="accent5">
                        <a:lumMod val="20000"/>
                        <a:lumOff val="8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endParaRPr lang="fr-FR" sz="3200" b="1" kern="1200" dirty="0" smtClean="0">
                        <a:solidFill>
                          <a:srgbClr val="0070C0"/>
                        </a:solidFill>
                        <a:latin typeface="+mn-lt"/>
                        <a:ea typeface="+mn-ea"/>
                        <a:cs typeface="+mn-cs"/>
                      </a:endParaRPr>
                    </a:p>
                  </a:txBody>
                  <a:tcPr anchor="ctr">
                    <a:solidFill>
                      <a:schemeClr val="accent5">
                        <a:lumMod val="20000"/>
                        <a:lumOff val="80000"/>
                      </a:schemeClr>
                    </a:solidFill>
                  </a:tcPr>
                </a:tc>
              </a:tr>
              <a:tr h="1278604">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fr-FR" sz="3200" b="1" dirty="0" smtClean="0">
                          <a:solidFill>
                            <a:srgbClr val="0070C0"/>
                          </a:solidFill>
                          <a:latin typeface="Times New Roman" panose="02020603050405020304" pitchFamily="18" charset="0"/>
                          <a:cs typeface="Times New Roman" panose="02020603050405020304" pitchFamily="18" charset="0"/>
                        </a:rPr>
                        <a:t>Calculatrice </a:t>
                      </a:r>
                      <a:r>
                        <a:rPr lang="ar-DZ" sz="3200" b="1" dirty="0" smtClean="0">
                          <a:solidFill>
                            <a:srgbClr val="0070C0"/>
                          </a:solidFill>
                          <a:latin typeface="Times New Roman" panose="02020603050405020304" pitchFamily="18" charset="0"/>
                          <a:cs typeface="Times New Roman" panose="02020603050405020304" pitchFamily="18" charset="0"/>
                        </a:rPr>
                        <a:t> : لإجــراء حــســـابــات بــســـيـــطــة</a:t>
                      </a:r>
                      <a:endParaRPr lang="ar-DZ" sz="3200" b="1" kern="1200" baseline="-25000" dirty="0" smtClean="0">
                        <a:solidFill>
                          <a:srgbClr val="0070C0"/>
                        </a:solidFill>
                        <a:effectLst/>
                        <a:latin typeface="+mn-lt"/>
                        <a:ea typeface="+mn-ea"/>
                        <a:cs typeface="+mn-cs"/>
                      </a:endParaRPr>
                    </a:p>
                  </a:txBody>
                  <a:tcPr anchor="ctr">
                    <a:solidFill>
                      <a:schemeClr val="accent5">
                        <a:lumMod val="20000"/>
                        <a:lumOff val="8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endParaRPr lang="fr-FR" sz="3200" b="1" kern="1200" dirty="0" smtClean="0">
                        <a:solidFill>
                          <a:srgbClr val="0070C0"/>
                        </a:solidFill>
                        <a:latin typeface="+mn-lt"/>
                        <a:ea typeface="+mn-ea"/>
                        <a:cs typeface="+mn-cs"/>
                      </a:endParaRPr>
                    </a:p>
                  </a:txBody>
                  <a:tcPr anchor="ctr">
                    <a:solidFill>
                      <a:schemeClr val="accent5">
                        <a:lumMod val="20000"/>
                        <a:lumOff val="80000"/>
                      </a:schemeClr>
                    </a:solidFill>
                  </a:tcPr>
                </a:tc>
              </a:tr>
              <a:tr h="1278604">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fr-FR" sz="3200" b="1" dirty="0" smtClean="0">
                          <a:solidFill>
                            <a:srgbClr val="0070C0"/>
                          </a:solidFill>
                          <a:latin typeface="Times New Roman" panose="02020603050405020304" pitchFamily="18" charset="0"/>
                          <a:cs typeface="Times New Roman" panose="02020603050405020304" pitchFamily="18" charset="0"/>
                        </a:rPr>
                        <a:t>MS-Paint</a:t>
                      </a:r>
                      <a:r>
                        <a:rPr lang="ar-DZ" sz="3200" b="1" dirty="0" smtClean="0">
                          <a:solidFill>
                            <a:srgbClr val="0070C0"/>
                          </a:solidFill>
                          <a:latin typeface="Times New Roman" panose="02020603050405020304" pitchFamily="18" charset="0"/>
                          <a:cs typeface="Times New Roman" panose="02020603050405020304" pitchFamily="18" charset="0"/>
                        </a:rPr>
                        <a:t> : للــرســـم والـتـعــديــلات الـسـطـحـيـة</a:t>
                      </a:r>
                      <a:endParaRPr lang="ar-DZ" sz="3200" b="1" kern="1200" baseline="-25000" dirty="0" smtClean="0">
                        <a:solidFill>
                          <a:srgbClr val="0070C0"/>
                        </a:solidFill>
                        <a:effectLst/>
                        <a:latin typeface="+mn-lt"/>
                        <a:ea typeface="+mn-ea"/>
                        <a:cs typeface="+mn-cs"/>
                      </a:endParaRPr>
                    </a:p>
                  </a:txBody>
                  <a:tcPr anchor="ctr">
                    <a:solidFill>
                      <a:schemeClr val="accent5">
                        <a:lumMod val="20000"/>
                        <a:lumOff val="8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endParaRPr lang="fr-FR" sz="3200" b="1" kern="1200" dirty="0" smtClean="0">
                        <a:solidFill>
                          <a:srgbClr val="0070C0"/>
                        </a:solidFill>
                        <a:latin typeface="+mn-lt"/>
                        <a:ea typeface="+mn-ea"/>
                        <a:cs typeface="+mn-cs"/>
                      </a:endParaRPr>
                    </a:p>
                  </a:txBody>
                  <a:tcPr anchor="ctr">
                    <a:solidFill>
                      <a:schemeClr val="accent5">
                        <a:lumMod val="20000"/>
                        <a:lumOff val="80000"/>
                      </a:schemeClr>
                    </a:solidFill>
                  </a:tcPr>
                </a:tc>
              </a:tr>
              <a:tr h="1209489">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200" b="1" kern="1200" dirty="0" smtClean="0">
                          <a:solidFill>
                            <a:srgbClr val="0070C0"/>
                          </a:solidFill>
                          <a:effectLst/>
                          <a:latin typeface="Times New Roman" panose="02020603050405020304" pitchFamily="18" charset="0"/>
                          <a:ea typeface="+mn-ea"/>
                          <a:cs typeface="Times New Roman" panose="02020603050405020304" pitchFamily="18" charset="0"/>
                        </a:rPr>
                        <a:t>...</a:t>
                      </a:r>
                      <a:r>
                        <a:rPr lang="ar-DZ" sz="3200" b="1" kern="1200" baseline="0" dirty="0" smtClean="0">
                          <a:solidFill>
                            <a:srgbClr val="0070C0"/>
                          </a:solidFill>
                          <a:effectLst/>
                          <a:latin typeface="Times New Roman" panose="02020603050405020304" pitchFamily="18" charset="0"/>
                          <a:ea typeface="+mn-ea"/>
                          <a:cs typeface="Times New Roman" panose="02020603050405020304" pitchFamily="18" charset="0"/>
                        </a:rPr>
                        <a:t> إلـــخ</a:t>
                      </a:r>
                      <a:endParaRPr lang="ar-DZ" sz="3200" b="1" kern="1200" dirty="0" smtClean="0">
                        <a:solidFill>
                          <a:srgbClr val="0070C0"/>
                        </a:solidFill>
                        <a:effectLst/>
                        <a:latin typeface="Times New Roman" panose="02020603050405020304" pitchFamily="18" charset="0"/>
                        <a:ea typeface="+mn-ea"/>
                        <a:cs typeface="Times New Roman" panose="02020603050405020304" pitchFamily="18" charset="0"/>
                      </a:endParaRPr>
                    </a:p>
                  </a:txBody>
                  <a:tcPr anchor="ctr">
                    <a:solidFill>
                      <a:schemeClr val="accent5">
                        <a:lumMod val="20000"/>
                        <a:lumOff val="8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200" b="1" kern="1200" dirty="0" smtClean="0">
                          <a:solidFill>
                            <a:srgbClr val="0070C0"/>
                          </a:solidFill>
                          <a:effectLst/>
                          <a:latin typeface="Times New Roman" panose="02020603050405020304" pitchFamily="18" charset="0"/>
                          <a:ea typeface="+mn-ea"/>
                          <a:cs typeface="Times New Roman" panose="02020603050405020304" pitchFamily="18" charset="0"/>
                        </a:rPr>
                        <a:t>...</a:t>
                      </a:r>
                      <a:r>
                        <a:rPr lang="ar-DZ" sz="3200" b="1" kern="1200" baseline="0" dirty="0" smtClean="0">
                          <a:solidFill>
                            <a:srgbClr val="0070C0"/>
                          </a:solidFill>
                          <a:effectLst/>
                          <a:latin typeface="Times New Roman" panose="02020603050405020304" pitchFamily="18" charset="0"/>
                          <a:ea typeface="+mn-ea"/>
                          <a:cs typeface="Times New Roman" panose="02020603050405020304" pitchFamily="18" charset="0"/>
                        </a:rPr>
                        <a:t> إلـــخ</a:t>
                      </a:r>
                      <a:endParaRPr lang="ar-DZ" sz="3200" b="1" kern="1200" dirty="0" smtClean="0">
                        <a:solidFill>
                          <a:srgbClr val="0070C0"/>
                        </a:solidFill>
                        <a:effectLst/>
                        <a:latin typeface="Times New Roman" panose="02020603050405020304" pitchFamily="18" charset="0"/>
                        <a:ea typeface="+mn-ea"/>
                        <a:cs typeface="Times New Roman" panose="02020603050405020304" pitchFamily="18" charset="0"/>
                      </a:endParaRPr>
                    </a:p>
                  </a:txBody>
                  <a:tcPr anchor="ctr">
                    <a:solidFill>
                      <a:schemeClr val="accent5">
                        <a:lumMod val="20000"/>
                        <a:lumOff val="80000"/>
                      </a:schemeClr>
                    </a:solidFill>
                  </a:tcPr>
                </a:tc>
              </a:tr>
            </a:tbl>
          </a:graphicData>
        </a:graphic>
      </p:graphicFrame>
      <p:sp>
        <p:nvSpPr>
          <p:cNvPr id="9" name="Rectangle 8"/>
          <p:cNvSpPr/>
          <p:nvPr/>
        </p:nvSpPr>
        <p:spPr>
          <a:xfrm>
            <a:off x="1055440" y="1626053"/>
            <a:ext cx="463468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latin typeface="Times New Roman" panose="02020603050405020304" pitchFamily="18" charset="0"/>
                <a:cs typeface="Times New Roman" panose="02020603050405020304" pitchFamily="18" charset="0"/>
              </a:rPr>
              <a:t>Word</a:t>
            </a:r>
            <a:r>
              <a:rPr lang="ar-DZ" sz="3200" b="1" dirty="0" smtClean="0">
                <a:solidFill>
                  <a:srgbClr val="0070C0"/>
                </a:solidFill>
                <a:latin typeface="Times New Roman" panose="02020603050405020304" pitchFamily="18" charset="0"/>
                <a:cs typeface="Times New Roman" panose="02020603050405020304" pitchFamily="18" charset="0"/>
              </a:rPr>
              <a:t> </a:t>
            </a:r>
            <a:r>
              <a:rPr lang="ar-DZ" sz="3200" b="1" dirty="0">
                <a:solidFill>
                  <a:srgbClr val="0070C0"/>
                </a:solidFill>
                <a:latin typeface="Times New Roman" panose="02020603050405020304" pitchFamily="18" charset="0"/>
                <a:cs typeface="Times New Roman" panose="02020603050405020304" pitchFamily="18" charset="0"/>
              </a:rPr>
              <a:t>: </a:t>
            </a:r>
            <a:r>
              <a:rPr lang="ar-DZ" sz="3200" b="1" dirty="0" smtClean="0">
                <a:solidFill>
                  <a:srgbClr val="0070C0"/>
                </a:solidFill>
                <a:latin typeface="Times New Roman" panose="02020603050405020304" pitchFamily="18" charset="0"/>
                <a:cs typeface="Times New Roman" panose="02020603050405020304" pitchFamily="18" charset="0"/>
              </a:rPr>
              <a:t>لـمـعــالـج </a:t>
            </a:r>
            <a:r>
              <a:rPr lang="ar-DZ" sz="3200" b="1" dirty="0">
                <a:solidFill>
                  <a:srgbClr val="0070C0"/>
                </a:solidFill>
                <a:latin typeface="Times New Roman" panose="02020603050405020304" pitchFamily="18" charset="0"/>
                <a:cs typeface="Times New Roman" panose="02020603050405020304" pitchFamily="18" charset="0"/>
              </a:rPr>
              <a:t>الـنـصـوص</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055440" y="2806592"/>
            <a:ext cx="463468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latin typeface="Times New Roman" panose="02020603050405020304" pitchFamily="18" charset="0"/>
                <a:cs typeface="Times New Roman" panose="02020603050405020304" pitchFamily="18" charset="0"/>
              </a:rPr>
              <a:t>Excel</a:t>
            </a:r>
            <a:r>
              <a:rPr lang="ar-DZ" sz="3200" b="1" dirty="0" smtClean="0">
                <a:solidFill>
                  <a:srgbClr val="0070C0"/>
                </a:solidFill>
                <a:latin typeface="Times New Roman" panose="02020603050405020304" pitchFamily="18" charset="0"/>
                <a:cs typeface="Times New Roman" panose="02020603050405020304" pitchFamily="18" charset="0"/>
              </a:rPr>
              <a:t> : للحـسـابـات الـمـعــقــدة</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55440" y="4074815"/>
            <a:ext cx="463468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latin typeface="Times New Roman" panose="02020603050405020304" pitchFamily="18" charset="0"/>
                <a:cs typeface="Times New Roman" panose="02020603050405020304" pitchFamily="18" charset="0"/>
              </a:rPr>
              <a:t>Photoshop</a:t>
            </a:r>
            <a:r>
              <a:rPr lang="ar-DZ" sz="3200" b="1" dirty="0" smtClean="0">
                <a:solidFill>
                  <a:srgbClr val="0070C0"/>
                </a:solidFill>
                <a:latin typeface="Times New Roman" panose="02020603050405020304" pitchFamily="18" charset="0"/>
                <a:cs typeface="Times New Roman" panose="02020603050405020304" pitchFamily="18" charset="0"/>
              </a:rPr>
              <a:t> </a:t>
            </a:r>
            <a:r>
              <a:rPr lang="ar-DZ" sz="3200" b="1" dirty="0">
                <a:solidFill>
                  <a:srgbClr val="0070C0"/>
                </a:solidFill>
                <a:latin typeface="Times New Roman" panose="02020603050405020304" pitchFamily="18" charset="0"/>
                <a:cs typeface="Times New Roman" panose="02020603050405020304" pitchFamily="18" charset="0"/>
              </a:rPr>
              <a:t>: </a:t>
            </a:r>
            <a:r>
              <a:rPr lang="ar-DZ" sz="3200" b="1" dirty="0" smtClean="0">
                <a:solidFill>
                  <a:srgbClr val="0070C0"/>
                </a:solidFill>
                <a:latin typeface="Times New Roman" panose="02020603050405020304" pitchFamily="18" charset="0"/>
                <a:cs typeface="Times New Roman" panose="02020603050405020304" pitchFamily="18" charset="0"/>
              </a:rPr>
              <a:t>تـعـديـل احـتـرافي</a:t>
            </a:r>
            <a:endParaRPr lang="fr-FR" sz="3200"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91489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par>
                                <p:cTn id="19" presetID="31" presetClass="entr" presetSubtype="0" fill="hold" grpId="0" nodeType="withEffect" nodePh="1">
                                  <p:stCondLst>
                                    <p:cond delay="0"/>
                                  </p:stCondLst>
                                  <p:endCondLst>
                                    <p:cond evt="begin" delay="0">
                                      <p:tn val="19"/>
                                    </p:cond>
                                  </p:endCondLst>
                                  <p:childTnLst>
                                    <p:set>
                                      <p:cBhvr>
                                        <p:cTn id="20" dur="1" fill="hold">
                                          <p:stCondLst>
                                            <p:cond delay="0"/>
                                          </p:stCondLst>
                                        </p:cTn>
                                        <p:tgtEl>
                                          <p:spTgt spid="3">
                                            <p:txEl>
                                              <p:pRg st="0" end="0"/>
                                            </p:txEl>
                                          </p:spTgt>
                                        </p:tgtEl>
                                        <p:attrNameLst>
                                          <p:attrName>style.visibility</p:attrName>
                                        </p:attrNameLst>
                                      </p:cBhvr>
                                      <p:to>
                                        <p:strVal val="visible"/>
                                      </p:to>
                                    </p:set>
                                    <p:anim calcmode="lin" valueType="num">
                                      <p:cBhvr>
                                        <p:cTn id="21"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2"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3"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4" dur="750"/>
                                        <p:tgtEl>
                                          <p:spTgt spid="3">
                                            <p:txEl>
                                              <p:pRg st="0" end="0"/>
                                            </p:txEl>
                                          </p:spTgt>
                                        </p:tgtEl>
                                      </p:cBhvr>
                                    </p:animEffect>
                                  </p:childTnLst>
                                </p:cTn>
                              </p:par>
                              <p:par>
                                <p:cTn id="25" presetID="3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1000" fill="hold"/>
                                        <p:tgtEl>
                                          <p:spTgt spid="7"/>
                                        </p:tgtEl>
                                        <p:attrNameLst>
                                          <p:attrName>ppt_w</p:attrName>
                                        </p:attrNameLst>
                                      </p:cBhvr>
                                      <p:tavLst>
                                        <p:tav tm="0">
                                          <p:val>
                                            <p:fltVal val="0"/>
                                          </p:val>
                                        </p:tav>
                                        <p:tav tm="100000">
                                          <p:val>
                                            <p:strVal val="#ppt_w"/>
                                          </p:val>
                                        </p:tav>
                                      </p:tavLst>
                                    </p:anim>
                                    <p:anim calcmode="lin" valueType="num">
                                      <p:cBhvr>
                                        <p:cTn id="28" dur="1000" fill="hold"/>
                                        <p:tgtEl>
                                          <p:spTgt spid="7"/>
                                        </p:tgtEl>
                                        <p:attrNameLst>
                                          <p:attrName>ppt_h</p:attrName>
                                        </p:attrNameLst>
                                      </p:cBhvr>
                                      <p:tavLst>
                                        <p:tav tm="0">
                                          <p:val>
                                            <p:fltVal val="0"/>
                                          </p:val>
                                        </p:tav>
                                        <p:tav tm="100000">
                                          <p:val>
                                            <p:strVal val="#ppt_h"/>
                                          </p:val>
                                        </p:tav>
                                      </p:tavLst>
                                    </p:anim>
                                    <p:anim calcmode="lin" valueType="num">
                                      <p:cBhvr>
                                        <p:cTn id="29" dur="1000" fill="hold"/>
                                        <p:tgtEl>
                                          <p:spTgt spid="7"/>
                                        </p:tgtEl>
                                        <p:attrNameLst>
                                          <p:attrName>style.rotation</p:attrName>
                                        </p:attrNameLst>
                                      </p:cBhvr>
                                      <p:tavLst>
                                        <p:tav tm="0">
                                          <p:val>
                                            <p:fltVal val="90"/>
                                          </p:val>
                                        </p:tav>
                                        <p:tav tm="100000">
                                          <p:val>
                                            <p:fltVal val="0"/>
                                          </p:val>
                                        </p:tav>
                                      </p:tavLst>
                                    </p:anim>
                                    <p:animEffect transition="in" filter="fade">
                                      <p:cBhvr>
                                        <p:cTn id="30" dur="10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1000" fill="hold"/>
                                        <p:tgtEl>
                                          <p:spTgt spid="9"/>
                                        </p:tgtEl>
                                        <p:attrNameLst>
                                          <p:attrName>ppt_w</p:attrName>
                                        </p:attrNameLst>
                                      </p:cBhvr>
                                      <p:tavLst>
                                        <p:tav tm="0">
                                          <p:val>
                                            <p:fltVal val="0"/>
                                          </p:val>
                                        </p:tav>
                                        <p:tav tm="100000">
                                          <p:val>
                                            <p:strVal val="#ppt_w"/>
                                          </p:val>
                                        </p:tav>
                                      </p:tavLst>
                                    </p:anim>
                                    <p:anim calcmode="lin" valueType="num">
                                      <p:cBhvr>
                                        <p:cTn id="36" dur="1000" fill="hold"/>
                                        <p:tgtEl>
                                          <p:spTgt spid="9"/>
                                        </p:tgtEl>
                                        <p:attrNameLst>
                                          <p:attrName>ppt_h</p:attrName>
                                        </p:attrNameLst>
                                      </p:cBhvr>
                                      <p:tavLst>
                                        <p:tav tm="0">
                                          <p:val>
                                            <p:fltVal val="0"/>
                                          </p:val>
                                        </p:tav>
                                        <p:tav tm="100000">
                                          <p:val>
                                            <p:strVal val="#ppt_h"/>
                                          </p:val>
                                        </p:tav>
                                      </p:tavLst>
                                    </p:anim>
                                    <p:anim calcmode="lin" valueType="num">
                                      <p:cBhvr>
                                        <p:cTn id="37" dur="1000" fill="hold"/>
                                        <p:tgtEl>
                                          <p:spTgt spid="9"/>
                                        </p:tgtEl>
                                        <p:attrNameLst>
                                          <p:attrName>style.rotation</p:attrName>
                                        </p:attrNameLst>
                                      </p:cBhvr>
                                      <p:tavLst>
                                        <p:tav tm="0">
                                          <p:val>
                                            <p:fltVal val="90"/>
                                          </p:val>
                                        </p:tav>
                                        <p:tav tm="100000">
                                          <p:val>
                                            <p:fltVal val="0"/>
                                          </p:val>
                                        </p:tav>
                                      </p:tavLst>
                                    </p:anim>
                                    <p:animEffect transition="in" filter="fade">
                                      <p:cBhvr>
                                        <p:cTn id="38" dur="10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p:cTn id="43" dur="1000" fill="hold"/>
                                        <p:tgtEl>
                                          <p:spTgt spid="11"/>
                                        </p:tgtEl>
                                        <p:attrNameLst>
                                          <p:attrName>ppt_w</p:attrName>
                                        </p:attrNameLst>
                                      </p:cBhvr>
                                      <p:tavLst>
                                        <p:tav tm="0">
                                          <p:val>
                                            <p:fltVal val="0"/>
                                          </p:val>
                                        </p:tav>
                                        <p:tav tm="100000">
                                          <p:val>
                                            <p:strVal val="#ppt_w"/>
                                          </p:val>
                                        </p:tav>
                                      </p:tavLst>
                                    </p:anim>
                                    <p:anim calcmode="lin" valueType="num">
                                      <p:cBhvr>
                                        <p:cTn id="44" dur="1000" fill="hold"/>
                                        <p:tgtEl>
                                          <p:spTgt spid="11"/>
                                        </p:tgtEl>
                                        <p:attrNameLst>
                                          <p:attrName>ppt_h</p:attrName>
                                        </p:attrNameLst>
                                      </p:cBhvr>
                                      <p:tavLst>
                                        <p:tav tm="0">
                                          <p:val>
                                            <p:fltVal val="0"/>
                                          </p:val>
                                        </p:tav>
                                        <p:tav tm="100000">
                                          <p:val>
                                            <p:strVal val="#ppt_h"/>
                                          </p:val>
                                        </p:tav>
                                      </p:tavLst>
                                    </p:anim>
                                    <p:anim calcmode="lin" valueType="num">
                                      <p:cBhvr>
                                        <p:cTn id="45" dur="1000" fill="hold"/>
                                        <p:tgtEl>
                                          <p:spTgt spid="11"/>
                                        </p:tgtEl>
                                        <p:attrNameLst>
                                          <p:attrName>style.rotation</p:attrName>
                                        </p:attrNameLst>
                                      </p:cBhvr>
                                      <p:tavLst>
                                        <p:tav tm="0">
                                          <p:val>
                                            <p:fltVal val="90"/>
                                          </p:val>
                                        </p:tav>
                                        <p:tav tm="100000">
                                          <p:val>
                                            <p:fltVal val="0"/>
                                          </p:val>
                                        </p:tav>
                                      </p:tavLst>
                                    </p:anim>
                                    <p:animEffect transition="in" filter="fade">
                                      <p:cBhvr>
                                        <p:cTn id="46" dur="10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1000" fill="hold"/>
                                        <p:tgtEl>
                                          <p:spTgt spid="13"/>
                                        </p:tgtEl>
                                        <p:attrNameLst>
                                          <p:attrName>ppt_w</p:attrName>
                                        </p:attrNameLst>
                                      </p:cBhvr>
                                      <p:tavLst>
                                        <p:tav tm="0">
                                          <p:val>
                                            <p:fltVal val="0"/>
                                          </p:val>
                                        </p:tav>
                                        <p:tav tm="100000">
                                          <p:val>
                                            <p:strVal val="#ppt_w"/>
                                          </p:val>
                                        </p:tav>
                                      </p:tavLst>
                                    </p:anim>
                                    <p:anim calcmode="lin" valueType="num">
                                      <p:cBhvr>
                                        <p:cTn id="52" dur="1000" fill="hold"/>
                                        <p:tgtEl>
                                          <p:spTgt spid="13"/>
                                        </p:tgtEl>
                                        <p:attrNameLst>
                                          <p:attrName>ppt_h</p:attrName>
                                        </p:attrNameLst>
                                      </p:cBhvr>
                                      <p:tavLst>
                                        <p:tav tm="0">
                                          <p:val>
                                            <p:fltVal val="0"/>
                                          </p:val>
                                        </p:tav>
                                        <p:tav tm="100000">
                                          <p:val>
                                            <p:strVal val="#ppt_h"/>
                                          </p:val>
                                        </p:tav>
                                      </p:tavLst>
                                    </p:anim>
                                    <p:anim calcmode="lin" valueType="num">
                                      <p:cBhvr>
                                        <p:cTn id="53" dur="1000" fill="hold"/>
                                        <p:tgtEl>
                                          <p:spTgt spid="13"/>
                                        </p:tgtEl>
                                        <p:attrNameLst>
                                          <p:attrName>style.rotation</p:attrName>
                                        </p:attrNameLst>
                                      </p:cBhvr>
                                      <p:tavLst>
                                        <p:tav tm="0">
                                          <p:val>
                                            <p:fltVal val="90"/>
                                          </p:val>
                                        </p:tav>
                                        <p:tav tm="100000">
                                          <p:val>
                                            <p:fltVal val="0"/>
                                          </p:val>
                                        </p:tav>
                                      </p:tavLst>
                                    </p:anim>
                                    <p:animEffect transition="in" filter="fade">
                                      <p:cBhvr>
                                        <p:cTn id="54"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animBg="1"/>
      <p:bldP spid="9" grpId="0" animBg="1"/>
      <p:bldP spid="11"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500" b="1" dirty="0" smtClean="0">
                <a:solidFill>
                  <a:srgbClr val="FF0000"/>
                </a:solidFill>
                <a:cs typeface="+mj-cs"/>
              </a:rPr>
              <a:t>ســؤال : مـا هـي </a:t>
            </a:r>
            <a:r>
              <a:rPr lang="ar-DZ" sz="3600" b="1" dirty="0">
                <a:solidFill>
                  <a:srgbClr val="FF0000"/>
                </a:solidFill>
              </a:rPr>
              <a:t>مــهــام</a:t>
            </a:r>
            <a:r>
              <a:rPr lang="ar-DZ" sz="3500" b="1" dirty="0" smtClean="0">
                <a:solidFill>
                  <a:srgbClr val="FF0000"/>
                </a:solidFill>
                <a:cs typeface="+mj-cs"/>
              </a:rPr>
              <a:t> </a:t>
            </a:r>
            <a:r>
              <a:rPr lang="ar-DZ" sz="3500" b="1" dirty="0">
                <a:solidFill>
                  <a:srgbClr val="FF0000"/>
                </a:solidFill>
                <a:cs typeface="+mj-cs"/>
              </a:rPr>
              <a:t>نـظـام </a:t>
            </a:r>
            <a:r>
              <a:rPr lang="ar-DZ" sz="3500" b="1" dirty="0" smtClean="0">
                <a:solidFill>
                  <a:srgbClr val="FF0000"/>
                </a:solidFill>
                <a:cs typeface="+mj-cs"/>
              </a:rPr>
              <a:t>الـتـشـغــيـل ؟</a:t>
            </a:r>
            <a:endParaRPr lang="fr-FR" sz="35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8472264" y="5155503"/>
            <a:ext cx="328542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2800" b="1" dirty="0">
                <a:solidFill>
                  <a:srgbClr val="0070C0"/>
                </a:solidFill>
                <a:latin typeface="Times New Roman" panose="02020603050405020304" pitchFamily="18" charset="0"/>
                <a:cs typeface="Times New Roman" panose="02020603050405020304" pitchFamily="18" charset="0"/>
              </a:rPr>
              <a:t>…………………….</a:t>
            </a:r>
            <a:endParaRPr lang="fr-FR" sz="3600" b="1" dirty="0">
              <a:solidFill>
                <a:srgbClr val="0070C0"/>
              </a:solidFill>
            </a:endParaRPr>
          </a:p>
        </p:txBody>
      </p:sp>
      <p:sp>
        <p:nvSpPr>
          <p:cNvPr id="8" name="Rectangle 7"/>
          <p:cNvSpPr/>
          <p:nvPr/>
        </p:nvSpPr>
        <p:spPr>
          <a:xfrm>
            <a:off x="609600" y="5153196"/>
            <a:ext cx="512636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cs typeface="+mj-cs"/>
              </a:rPr>
              <a:t>تـشـغـيـل </a:t>
            </a:r>
            <a:r>
              <a:rPr lang="fr-FR" sz="3200" b="1" dirty="0">
                <a:solidFill>
                  <a:srgbClr val="0070C0"/>
                </a:solidFill>
                <a:latin typeface="Times New Roman" panose="02020603050405020304" pitchFamily="18" charset="0"/>
                <a:cs typeface="Times New Roman" panose="02020603050405020304" pitchFamily="18" charset="0"/>
              </a:rPr>
              <a:t>………………….</a:t>
            </a:r>
            <a:endParaRPr lang="fr-FR" sz="3600" b="1"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FF0000"/>
                </a:solidFill>
              </a:rPr>
              <a:t>مــهــام </a:t>
            </a:r>
            <a:r>
              <a:rPr lang="ar-DZ" sz="3200" b="1" dirty="0">
                <a:solidFill>
                  <a:srgbClr val="FF0000"/>
                </a:solidFill>
              </a:rPr>
              <a:t>نـظـام الـتـشـغــيـل</a:t>
            </a:r>
            <a:r>
              <a:rPr lang="ar-DZ" sz="3200" b="1" dirty="0" smtClean="0">
                <a:solidFill>
                  <a:srgbClr val="FF0000"/>
                </a:solidFill>
              </a:rPr>
              <a:t> </a:t>
            </a:r>
            <a:endParaRPr lang="fr-FR" sz="3600" b="1" dirty="0">
              <a:solidFill>
                <a:srgbClr val="FF0000"/>
              </a:solidFill>
            </a:endParaRPr>
          </a:p>
        </p:txBody>
      </p:sp>
      <p:sp>
        <p:nvSpPr>
          <p:cNvPr id="14" name="Rectangle 13"/>
          <p:cNvSpPr/>
          <p:nvPr/>
        </p:nvSpPr>
        <p:spPr>
          <a:xfrm>
            <a:off x="3400773" y="3042529"/>
            <a:ext cx="553447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اسـتـغـلال </a:t>
            </a:r>
            <a:r>
              <a:rPr lang="fr-FR" sz="3600" b="1" dirty="0" smtClean="0">
                <a:solidFill>
                  <a:srgbClr val="0070C0"/>
                </a:solidFill>
                <a:latin typeface="Times New Roman" panose="02020603050405020304" pitchFamily="18" charset="0"/>
                <a:cs typeface="Times New Roman" panose="02020603050405020304" pitchFamily="18" charset="0"/>
              </a:rPr>
              <a:t>………….………</a:t>
            </a:r>
            <a:endParaRPr lang="fr-FR" sz="3600" b="1" dirty="0">
              <a:solidFill>
                <a:srgbClr val="0070C0"/>
              </a:solidFill>
            </a:endParaRPr>
          </a:p>
        </p:txBody>
      </p:sp>
      <p:cxnSp>
        <p:nvCxnSpPr>
          <p:cNvPr id="16" name="Connecteur droit avec flèche 15"/>
          <p:cNvCxnSpPr>
            <a:stCxn id="6" idx="1"/>
            <a:endCxn id="8" idx="3"/>
          </p:cNvCxnSpPr>
          <p:nvPr/>
        </p:nvCxnSpPr>
        <p:spPr>
          <a:xfrm flipH="1" flipV="1">
            <a:off x="5735960" y="5550085"/>
            <a:ext cx="2736304" cy="230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H="1">
            <a:off x="6168008" y="2264230"/>
            <a:ext cx="0" cy="76527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a:endCxn id="6" idx="0"/>
          </p:cNvCxnSpPr>
          <p:nvPr/>
        </p:nvCxnSpPr>
        <p:spPr>
          <a:xfrm>
            <a:off x="8935243" y="3836306"/>
            <a:ext cx="1179734" cy="131919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Nuage 11"/>
          <p:cNvSpPr/>
          <p:nvPr/>
        </p:nvSpPr>
        <p:spPr>
          <a:xfrm>
            <a:off x="9624392" y="3597758"/>
            <a:ext cx="2314402"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تــقــديــم</a:t>
            </a:r>
            <a:endParaRPr lang="fr-FR" sz="3200" dirty="0">
              <a:solidFill>
                <a:srgbClr val="0070C0"/>
              </a:solidFill>
              <a:cs typeface="+mj-cs"/>
            </a:endParaRPr>
          </a:p>
        </p:txBody>
      </p:sp>
    </p:spTree>
    <p:extLst>
      <p:ext uri="{BB962C8B-B14F-4D97-AF65-F5344CB8AC3E}">
        <p14:creationId xmlns:p14="http://schemas.microsoft.com/office/powerpoint/2010/main" val="420790510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1000" fill="hold"/>
                                        <p:tgtEl>
                                          <p:spTgt spid="17"/>
                                        </p:tgtEl>
                                        <p:attrNameLst>
                                          <p:attrName>ppt_w</p:attrName>
                                        </p:attrNameLst>
                                      </p:cBhvr>
                                      <p:tavLst>
                                        <p:tav tm="0">
                                          <p:val>
                                            <p:fltVal val="0"/>
                                          </p:val>
                                        </p:tav>
                                        <p:tav tm="100000">
                                          <p:val>
                                            <p:strVal val="#ppt_w"/>
                                          </p:val>
                                        </p:tav>
                                      </p:tavLst>
                                    </p:anim>
                                    <p:anim calcmode="lin" valueType="num">
                                      <p:cBhvr>
                                        <p:cTn id="22" dur="1000" fill="hold"/>
                                        <p:tgtEl>
                                          <p:spTgt spid="17"/>
                                        </p:tgtEl>
                                        <p:attrNameLst>
                                          <p:attrName>ppt_h</p:attrName>
                                        </p:attrNameLst>
                                      </p:cBhvr>
                                      <p:tavLst>
                                        <p:tav tm="0">
                                          <p:val>
                                            <p:fltVal val="0"/>
                                          </p:val>
                                        </p:tav>
                                        <p:tav tm="100000">
                                          <p:val>
                                            <p:strVal val="#ppt_h"/>
                                          </p:val>
                                        </p:tav>
                                      </p:tavLst>
                                    </p:anim>
                                    <p:anim calcmode="lin" valueType="num">
                                      <p:cBhvr>
                                        <p:cTn id="23" dur="1000" fill="hold"/>
                                        <p:tgtEl>
                                          <p:spTgt spid="17"/>
                                        </p:tgtEl>
                                        <p:attrNameLst>
                                          <p:attrName>style.rotation</p:attrName>
                                        </p:attrNameLst>
                                      </p:cBhvr>
                                      <p:tavLst>
                                        <p:tav tm="0">
                                          <p:val>
                                            <p:fltVal val="90"/>
                                          </p:val>
                                        </p:tav>
                                        <p:tav tm="100000">
                                          <p:val>
                                            <p:fltVal val="0"/>
                                          </p:val>
                                        </p:tav>
                                      </p:tavLst>
                                    </p:anim>
                                    <p:animEffect transition="in" filter="fade">
                                      <p:cBhvr>
                                        <p:cTn id="24" dur="1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1000" fill="hold"/>
                                        <p:tgtEl>
                                          <p:spTgt spid="6"/>
                                        </p:tgtEl>
                                        <p:attrNameLst>
                                          <p:attrName>ppt_w</p:attrName>
                                        </p:attrNameLst>
                                      </p:cBhvr>
                                      <p:tavLst>
                                        <p:tav tm="0">
                                          <p:val>
                                            <p:fltVal val="0"/>
                                          </p:val>
                                        </p:tav>
                                        <p:tav tm="100000">
                                          <p:val>
                                            <p:strVal val="#ppt_w"/>
                                          </p:val>
                                        </p:tav>
                                      </p:tavLst>
                                    </p:anim>
                                    <p:anim calcmode="lin" valueType="num">
                                      <p:cBhvr>
                                        <p:cTn id="38" dur="1000" fill="hold"/>
                                        <p:tgtEl>
                                          <p:spTgt spid="6"/>
                                        </p:tgtEl>
                                        <p:attrNameLst>
                                          <p:attrName>ppt_h</p:attrName>
                                        </p:attrNameLst>
                                      </p:cBhvr>
                                      <p:tavLst>
                                        <p:tav tm="0">
                                          <p:val>
                                            <p:fltVal val="0"/>
                                          </p:val>
                                        </p:tav>
                                        <p:tav tm="100000">
                                          <p:val>
                                            <p:strVal val="#ppt_h"/>
                                          </p:val>
                                        </p:tav>
                                      </p:tavLst>
                                    </p:anim>
                                    <p:anim calcmode="lin" valueType="num">
                                      <p:cBhvr>
                                        <p:cTn id="39" dur="1000" fill="hold"/>
                                        <p:tgtEl>
                                          <p:spTgt spid="6"/>
                                        </p:tgtEl>
                                        <p:attrNameLst>
                                          <p:attrName>style.rotation</p:attrName>
                                        </p:attrNameLst>
                                      </p:cBhvr>
                                      <p:tavLst>
                                        <p:tav tm="0">
                                          <p:val>
                                            <p:fltVal val="90"/>
                                          </p:val>
                                        </p:tav>
                                        <p:tav tm="100000">
                                          <p:val>
                                            <p:fltVal val="0"/>
                                          </p:val>
                                        </p:tav>
                                      </p:tavLst>
                                    </p:anim>
                                    <p:animEffect transition="in" filter="fade">
                                      <p:cBhvr>
                                        <p:cTn id="40" dur="1000"/>
                                        <p:tgtEl>
                                          <p:spTgt spid="6"/>
                                        </p:tgtEl>
                                      </p:cBhvr>
                                    </p:animEffect>
                                  </p:childTnLst>
                                </p:cTn>
                              </p:par>
                              <p:par>
                                <p:cTn id="41" presetID="3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fltVal val="0"/>
                                          </p:val>
                                        </p:tav>
                                        <p:tav tm="100000">
                                          <p:val>
                                            <p:strVal val="#ppt_w"/>
                                          </p:val>
                                        </p:tav>
                                      </p:tavLst>
                                    </p:anim>
                                    <p:anim calcmode="lin" valueType="num">
                                      <p:cBhvr>
                                        <p:cTn id="44" dur="1000" fill="hold"/>
                                        <p:tgtEl>
                                          <p:spTgt spid="25"/>
                                        </p:tgtEl>
                                        <p:attrNameLst>
                                          <p:attrName>ppt_h</p:attrName>
                                        </p:attrNameLst>
                                      </p:cBhvr>
                                      <p:tavLst>
                                        <p:tav tm="0">
                                          <p:val>
                                            <p:fltVal val="0"/>
                                          </p:val>
                                        </p:tav>
                                        <p:tav tm="100000">
                                          <p:val>
                                            <p:strVal val="#ppt_h"/>
                                          </p:val>
                                        </p:tav>
                                      </p:tavLst>
                                    </p:anim>
                                    <p:anim calcmode="lin" valueType="num">
                                      <p:cBhvr>
                                        <p:cTn id="45" dur="1000" fill="hold"/>
                                        <p:tgtEl>
                                          <p:spTgt spid="25"/>
                                        </p:tgtEl>
                                        <p:attrNameLst>
                                          <p:attrName>style.rotation</p:attrName>
                                        </p:attrNameLst>
                                      </p:cBhvr>
                                      <p:tavLst>
                                        <p:tav tm="0">
                                          <p:val>
                                            <p:fltVal val="90"/>
                                          </p:val>
                                        </p:tav>
                                        <p:tav tm="100000">
                                          <p:val>
                                            <p:fltVal val="0"/>
                                          </p:val>
                                        </p:tav>
                                      </p:tavLst>
                                    </p:anim>
                                    <p:animEffect transition="in" filter="fade">
                                      <p:cBhvr>
                                        <p:cTn id="46" dur="10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1000" fill="hold"/>
                                        <p:tgtEl>
                                          <p:spTgt spid="16"/>
                                        </p:tgtEl>
                                        <p:attrNameLst>
                                          <p:attrName>ppt_w</p:attrName>
                                        </p:attrNameLst>
                                      </p:cBhvr>
                                      <p:tavLst>
                                        <p:tav tm="0">
                                          <p:val>
                                            <p:fltVal val="0"/>
                                          </p:val>
                                        </p:tav>
                                        <p:tav tm="100000">
                                          <p:val>
                                            <p:strVal val="#ppt_w"/>
                                          </p:val>
                                        </p:tav>
                                      </p:tavLst>
                                    </p:anim>
                                    <p:anim calcmode="lin" valueType="num">
                                      <p:cBhvr>
                                        <p:cTn id="52" dur="1000" fill="hold"/>
                                        <p:tgtEl>
                                          <p:spTgt spid="16"/>
                                        </p:tgtEl>
                                        <p:attrNameLst>
                                          <p:attrName>ppt_h</p:attrName>
                                        </p:attrNameLst>
                                      </p:cBhvr>
                                      <p:tavLst>
                                        <p:tav tm="0">
                                          <p:val>
                                            <p:fltVal val="0"/>
                                          </p:val>
                                        </p:tav>
                                        <p:tav tm="100000">
                                          <p:val>
                                            <p:strVal val="#ppt_h"/>
                                          </p:val>
                                        </p:tav>
                                      </p:tavLst>
                                    </p:anim>
                                    <p:anim calcmode="lin" valueType="num">
                                      <p:cBhvr>
                                        <p:cTn id="53" dur="1000" fill="hold"/>
                                        <p:tgtEl>
                                          <p:spTgt spid="16"/>
                                        </p:tgtEl>
                                        <p:attrNameLst>
                                          <p:attrName>style.rotation</p:attrName>
                                        </p:attrNameLst>
                                      </p:cBhvr>
                                      <p:tavLst>
                                        <p:tav tm="0">
                                          <p:val>
                                            <p:fltVal val="90"/>
                                          </p:val>
                                        </p:tav>
                                        <p:tav tm="100000">
                                          <p:val>
                                            <p:fltVal val="0"/>
                                          </p:val>
                                        </p:tav>
                                      </p:tavLst>
                                    </p:anim>
                                    <p:animEffect transition="in" filter="fade">
                                      <p:cBhvr>
                                        <p:cTn id="54" dur="1000"/>
                                        <p:tgtEl>
                                          <p:spTgt spid="16"/>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1000" fill="hold"/>
                                        <p:tgtEl>
                                          <p:spTgt spid="8"/>
                                        </p:tgtEl>
                                        <p:attrNameLst>
                                          <p:attrName>ppt_w</p:attrName>
                                        </p:attrNameLst>
                                      </p:cBhvr>
                                      <p:tavLst>
                                        <p:tav tm="0">
                                          <p:val>
                                            <p:fltVal val="0"/>
                                          </p:val>
                                        </p:tav>
                                        <p:tav tm="100000">
                                          <p:val>
                                            <p:strVal val="#ppt_w"/>
                                          </p:val>
                                        </p:tav>
                                      </p:tavLst>
                                    </p:anim>
                                    <p:anim calcmode="lin" valueType="num">
                                      <p:cBhvr>
                                        <p:cTn id="58" dur="1000" fill="hold"/>
                                        <p:tgtEl>
                                          <p:spTgt spid="8"/>
                                        </p:tgtEl>
                                        <p:attrNameLst>
                                          <p:attrName>ppt_h</p:attrName>
                                        </p:attrNameLst>
                                      </p:cBhvr>
                                      <p:tavLst>
                                        <p:tav tm="0">
                                          <p:val>
                                            <p:fltVal val="0"/>
                                          </p:val>
                                        </p:tav>
                                        <p:tav tm="100000">
                                          <p:val>
                                            <p:strVal val="#ppt_h"/>
                                          </p:val>
                                        </p:tav>
                                      </p:tavLst>
                                    </p:anim>
                                    <p:anim calcmode="lin" valueType="num">
                                      <p:cBhvr>
                                        <p:cTn id="59" dur="1000" fill="hold"/>
                                        <p:tgtEl>
                                          <p:spTgt spid="8"/>
                                        </p:tgtEl>
                                        <p:attrNameLst>
                                          <p:attrName>style.rotation</p:attrName>
                                        </p:attrNameLst>
                                      </p:cBhvr>
                                      <p:tavLst>
                                        <p:tav tm="0">
                                          <p:val>
                                            <p:fltVal val="90"/>
                                          </p:val>
                                        </p:tav>
                                        <p:tav tm="100000">
                                          <p:val>
                                            <p:fltVal val="0"/>
                                          </p:val>
                                        </p:tav>
                                      </p:tavLst>
                                    </p:anim>
                                    <p:animEffect transition="in" filter="fade">
                                      <p:cBhvr>
                                        <p:cTn id="60" dur="1000"/>
                                        <p:tgtEl>
                                          <p:spTgt spid="8"/>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14" grpId="0" animBg="1"/>
      <p:bldP spid="1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500" b="1" dirty="0" smtClean="0">
                <a:solidFill>
                  <a:srgbClr val="FF0000"/>
                </a:solidFill>
                <a:cs typeface="+mj-cs"/>
              </a:rPr>
              <a:t>ســؤال : مـا هـي </a:t>
            </a:r>
            <a:r>
              <a:rPr lang="ar-DZ" sz="3600" b="1" dirty="0">
                <a:solidFill>
                  <a:srgbClr val="FF0000"/>
                </a:solidFill>
              </a:rPr>
              <a:t>مــهــام</a:t>
            </a:r>
            <a:r>
              <a:rPr lang="ar-DZ" sz="3500" b="1" dirty="0" smtClean="0">
                <a:solidFill>
                  <a:srgbClr val="FF0000"/>
                </a:solidFill>
                <a:cs typeface="+mj-cs"/>
              </a:rPr>
              <a:t> </a:t>
            </a:r>
            <a:r>
              <a:rPr lang="ar-DZ" sz="3500" b="1" dirty="0">
                <a:solidFill>
                  <a:srgbClr val="FF0000"/>
                </a:solidFill>
                <a:cs typeface="+mj-cs"/>
              </a:rPr>
              <a:t>نـظـام </a:t>
            </a:r>
            <a:r>
              <a:rPr lang="ar-DZ" sz="3500" b="1" dirty="0" smtClean="0">
                <a:solidFill>
                  <a:srgbClr val="FF0000"/>
                </a:solidFill>
                <a:cs typeface="+mj-cs"/>
              </a:rPr>
              <a:t>الـتـشـغــيـل ؟</a:t>
            </a:r>
            <a:endParaRPr lang="fr-FR" sz="35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8472264" y="5155503"/>
            <a:ext cx="328542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2800" b="1" dirty="0">
                <a:solidFill>
                  <a:srgbClr val="0070C0"/>
                </a:solidFill>
                <a:latin typeface="Times New Roman" panose="02020603050405020304" pitchFamily="18" charset="0"/>
                <a:cs typeface="Times New Roman" panose="02020603050405020304" pitchFamily="18" charset="0"/>
              </a:rPr>
              <a:t>…………………….</a:t>
            </a:r>
            <a:endParaRPr lang="fr-FR" sz="3600" b="1" dirty="0">
              <a:solidFill>
                <a:srgbClr val="0070C0"/>
              </a:solidFill>
            </a:endParaRPr>
          </a:p>
        </p:txBody>
      </p:sp>
      <p:sp>
        <p:nvSpPr>
          <p:cNvPr id="8" name="Rectangle 7"/>
          <p:cNvSpPr/>
          <p:nvPr/>
        </p:nvSpPr>
        <p:spPr>
          <a:xfrm>
            <a:off x="609600" y="5153196"/>
            <a:ext cx="512636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cs typeface="+mj-cs"/>
              </a:rPr>
              <a:t>تـشـغـيـل </a:t>
            </a:r>
            <a:r>
              <a:rPr lang="fr-FR" sz="3200" b="1" dirty="0" smtClean="0">
                <a:solidFill>
                  <a:srgbClr val="0070C0"/>
                </a:solidFill>
                <a:latin typeface="Times New Roman" panose="02020603050405020304" pitchFamily="18" charset="0"/>
                <a:cs typeface="Times New Roman" panose="02020603050405020304" pitchFamily="18" charset="0"/>
              </a:rPr>
              <a:t>………………….</a:t>
            </a:r>
            <a:endParaRPr lang="fr-FR" sz="3600" b="1"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FF0000"/>
                </a:solidFill>
              </a:rPr>
              <a:t>مــهــام </a:t>
            </a:r>
            <a:r>
              <a:rPr lang="ar-DZ" sz="3200" b="1" dirty="0">
                <a:solidFill>
                  <a:srgbClr val="FF0000"/>
                </a:solidFill>
              </a:rPr>
              <a:t>نـظـام الـتـشـغــيـل</a:t>
            </a:r>
            <a:r>
              <a:rPr lang="ar-DZ" sz="3200" b="1" dirty="0" smtClean="0">
                <a:solidFill>
                  <a:srgbClr val="FF0000"/>
                </a:solidFill>
              </a:rPr>
              <a:t> </a:t>
            </a:r>
            <a:endParaRPr lang="fr-FR" sz="3600" b="1" dirty="0">
              <a:solidFill>
                <a:srgbClr val="FF0000"/>
              </a:solidFill>
            </a:endParaRPr>
          </a:p>
        </p:txBody>
      </p:sp>
      <p:sp>
        <p:nvSpPr>
          <p:cNvPr id="14" name="Rectangle 13"/>
          <p:cNvSpPr/>
          <p:nvPr/>
        </p:nvSpPr>
        <p:spPr>
          <a:xfrm>
            <a:off x="3400773" y="3042529"/>
            <a:ext cx="553447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اسـتـغـلال الـمـكـونـات الـمـاديــة</a:t>
            </a:r>
            <a:endParaRPr lang="fr-FR" sz="3600" b="1" dirty="0">
              <a:solidFill>
                <a:srgbClr val="0070C0"/>
              </a:solidFill>
            </a:endParaRPr>
          </a:p>
        </p:txBody>
      </p:sp>
      <p:cxnSp>
        <p:nvCxnSpPr>
          <p:cNvPr id="16" name="Connecteur droit avec flèche 15"/>
          <p:cNvCxnSpPr>
            <a:stCxn id="6" idx="1"/>
            <a:endCxn id="8" idx="3"/>
          </p:cNvCxnSpPr>
          <p:nvPr/>
        </p:nvCxnSpPr>
        <p:spPr>
          <a:xfrm flipH="1" flipV="1">
            <a:off x="5735960" y="5550085"/>
            <a:ext cx="2736304" cy="230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H="1">
            <a:off x="6168008" y="2264230"/>
            <a:ext cx="0" cy="76527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a:endCxn id="6" idx="0"/>
          </p:cNvCxnSpPr>
          <p:nvPr/>
        </p:nvCxnSpPr>
        <p:spPr>
          <a:xfrm>
            <a:off x="8935243" y="3836306"/>
            <a:ext cx="1179734" cy="131919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Nuage 11"/>
          <p:cNvSpPr/>
          <p:nvPr/>
        </p:nvSpPr>
        <p:spPr>
          <a:xfrm>
            <a:off x="9624392" y="3597758"/>
            <a:ext cx="2314402"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تــقــديــم</a:t>
            </a:r>
            <a:endParaRPr lang="fr-FR" sz="3200" dirty="0">
              <a:solidFill>
                <a:srgbClr val="0070C0"/>
              </a:solidFill>
              <a:cs typeface="+mj-cs"/>
            </a:endParaRPr>
          </a:p>
        </p:txBody>
      </p:sp>
    </p:spTree>
    <p:extLst>
      <p:ext uri="{BB962C8B-B14F-4D97-AF65-F5344CB8AC3E}">
        <p14:creationId xmlns:p14="http://schemas.microsoft.com/office/powerpoint/2010/main" val="419806897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1000" fill="hold"/>
                                        <p:tgtEl>
                                          <p:spTgt spid="17"/>
                                        </p:tgtEl>
                                        <p:attrNameLst>
                                          <p:attrName>ppt_w</p:attrName>
                                        </p:attrNameLst>
                                      </p:cBhvr>
                                      <p:tavLst>
                                        <p:tav tm="0">
                                          <p:val>
                                            <p:fltVal val="0"/>
                                          </p:val>
                                        </p:tav>
                                        <p:tav tm="100000">
                                          <p:val>
                                            <p:strVal val="#ppt_w"/>
                                          </p:val>
                                        </p:tav>
                                      </p:tavLst>
                                    </p:anim>
                                    <p:anim calcmode="lin" valueType="num">
                                      <p:cBhvr>
                                        <p:cTn id="22" dur="1000" fill="hold"/>
                                        <p:tgtEl>
                                          <p:spTgt spid="17"/>
                                        </p:tgtEl>
                                        <p:attrNameLst>
                                          <p:attrName>ppt_h</p:attrName>
                                        </p:attrNameLst>
                                      </p:cBhvr>
                                      <p:tavLst>
                                        <p:tav tm="0">
                                          <p:val>
                                            <p:fltVal val="0"/>
                                          </p:val>
                                        </p:tav>
                                        <p:tav tm="100000">
                                          <p:val>
                                            <p:strVal val="#ppt_h"/>
                                          </p:val>
                                        </p:tav>
                                      </p:tavLst>
                                    </p:anim>
                                    <p:anim calcmode="lin" valueType="num">
                                      <p:cBhvr>
                                        <p:cTn id="23" dur="1000" fill="hold"/>
                                        <p:tgtEl>
                                          <p:spTgt spid="17"/>
                                        </p:tgtEl>
                                        <p:attrNameLst>
                                          <p:attrName>style.rotation</p:attrName>
                                        </p:attrNameLst>
                                      </p:cBhvr>
                                      <p:tavLst>
                                        <p:tav tm="0">
                                          <p:val>
                                            <p:fltVal val="90"/>
                                          </p:val>
                                        </p:tav>
                                        <p:tav tm="100000">
                                          <p:val>
                                            <p:fltVal val="0"/>
                                          </p:val>
                                        </p:tav>
                                      </p:tavLst>
                                    </p:anim>
                                    <p:animEffect transition="in" filter="fade">
                                      <p:cBhvr>
                                        <p:cTn id="24" dur="1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1000" fill="hold"/>
                                        <p:tgtEl>
                                          <p:spTgt spid="6"/>
                                        </p:tgtEl>
                                        <p:attrNameLst>
                                          <p:attrName>ppt_w</p:attrName>
                                        </p:attrNameLst>
                                      </p:cBhvr>
                                      <p:tavLst>
                                        <p:tav tm="0">
                                          <p:val>
                                            <p:fltVal val="0"/>
                                          </p:val>
                                        </p:tav>
                                        <p:tav tm="100000">
                                          <p:val>
                                            <p:strVal val="#ppt_w"/>
                                          </p:val>
                                        </p:tav>
                                      </p:tavLst>
                                    </p:anim>
                                    <p:anim calcmode="lin" valueType="num">
                                      <p:cBhvr>
                                        <p:cTn id="38" dur="1000" fill="hold"/>
                                        <p:tgtEl>
                                          <p:spTgt spid="6"/>
                                        </p:tgtEl>
                                        <p:attrNameLst>
                                          <p:attrName>ppt_h</p:attrName>
                                        </p:attrNameLst>
                                      </p:cBhvr>
                                      <p:tavLst>
                                        <p:tav tm="0">
                                          <p:val>
                                            <p:fltVal val="0"/>
                                          </p:val>
                                        </p:tav>
                                        <p:tav tm="100000">
                                          <p:val>
                                            <p:strVal val="#ppt_h"/>
                                          </p:val>
                                        </p:tav>
                                      </p:tavLst>
                                    </p:anim>
                                    <p:anim calcmode="lin" valueType="num">
                                      <p:cBhvr>
                                        <p:cTn id="39" dur="1000" fill="hold"/>
                                        <p:tgtEl>
                                          <p:spTgt spid="6"/>
                                        </p:tgtEl>
                                        <p:attrNameLst>
                                          <p:attrName>style.rotation</p:attrName>
                                        </p:attrNameLst>
                                      </p:cBhvr>
                                      <p:tavLst>
                                        <p:tav tm="0">
                                          <p:val>
                                            <p:fltVal val="90"/>
                                          </p:val>
                                        </p:tav>
                                        <p:tav tm="100000">
                                          <p:val>
                                            <p:fltVal val="0"/>
                                          </p:val>
                                        </p:tav>
                                      </p:tavLst>
                                    </p:anim>
                                    <p:animEffect transition="in" filter="fade">
                                      <p:cBhvr>
                                        <p:cTn id="40" dur="1000"/>
                                        <p:tgtEl>
                                          <p:spTgt spid="6"/>
                                        </p:tgtEl>
                                      </p:cBhvr>
                                    </p:animEffect>
                                  </p:childTnLst>
                                </p:cTn>
                              </p:par>
                              <p:par>
                                <p:cTn id="41" presetID="3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fltVal val="0"/>
                                          </p:val>
                                        </p:tav>
                                        <p:tav tm="100000">
                                          <p:val>
                                            <p:strVal val="#ppt_w"/>
                                          </p:val>
                                        </p:tav>
                                      </p:tavLst>
                                    </p:anim>
                                    <p:anim calcmode="lin" valueType="num">
                                      <p:cBhvr>
                                        <p:cTn id="44" dur="1000" fill="hold"/>
                                        <p:tgtEl>
                                          <p:spTgt spid="25"/>
                                        </p:tgtEl>
                                        <p:attrNameLst>
                                          <p:attrName>ppt_h</p:attrName>
                                        </p:attrNameLst>
                                      </p:cBhvr>
                                      <p:tavLst>
                                        <p:tav tm="0">
                                          <p:val>
                                            <p:fltVal val="0"/>
                                          </p:val>
                                        </p:tav>
                                        <p:tav tm="100000">
                                          <p:val>
                                            <p:strVal val="#ppt_h"/>
                                          </p:val>
                                        </p:tav>
                                      </p:tavLst>
                                    </p:anim>
                                    <p:anim calcmode="lin" valueType="num">
                                      <p:cBhvr>
                                        <p:cTn id="45" dur="1000" fill="hold"/>
                                        <p:tgtEl>
                                          <p:spTgt spid="25"/>
                                        </p:tgtEl>
                                        <p:attrNameLst>
                                          <p:attrName>style.rotation</p:attrName>
                                        </p:attrNameLst>
                                      </p:cBhvr>
                                      <p:tavLst>
                                        <p:tav tm="0">
                                          <p:val>
                                            <p:fltVal val="90"/>
                                          </p:val>
                                        </p:tav>
                                        <p:tav tm="100000">
                                          <p:val>
                                            <p:fltVal val="0"/>
                                          </p:val>
                                        </p:tav>
                                      </p:tavLst>
                                    </p:anim>
                                    <p:animEffect transition="in" filter="fade">
                                      <p:cBhvr>
                                        <p:cTn id="46" dur="10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1000" fill="hold"/>
                                        <p:tgtEl>
                                          <p:spTgt spid="16"/>
                                        </p:tgtEl>
                                        <p:attrNameLst>
                                          <p:attrName>ppt_w</p:attrName>
                                        </p:attrNameLst>
                                      </p:cBhvr>
                                      <p:tavLst>
                                        <p:tav tm="0">
                                          <p:val>
                                            <p:fltVal val="0"/>
                                          </p:val>
                                        </p:tav>
                                        <p:tav tm="100000">
                                          <p:val>
                                            <p:strVal val="#ppt_w"/>
                                          </p:val>
                                        </p:tav>
                                      </p:tavLst>
                                    </p:anim>
                                    <p:anim calcmode="lin" valueType="num">
                                      <p:cBhvr>
                                        <p:cTn id="52" dur="1000" fill="hold"/>
                                        <p:tgtEl>
                                          <p:spTgt spid="16"/>
                                        </p:tgtEl>
                                        <p:attrNameLst>
                                          <p:attrName>ppt_h</p:attrName>
                                        </p:attrNameLst>
                                      </p:cBhvr>
                                      <p:tavLst>
                                        <p:tav tm="0">
                                          <p:val>
                                            <p:fltVal val="0"/>
                                          </p:val>
                                        </p:tav>
                                        <p:tav tm="100000">
                                          <p:val>
                                            <p:strVal val="#ppt_h"/>
                                          </p:val>
                                        </p:tav>
                                      </p:tavLst>
                                    </p:anim>
                                    <p:anim calcmode="lin" valueType="num">
                                      <p:cBhvr>
                                        <p:cTn id="53" dur="1000" fill="hold"/>
                                        <p:tgtEl>
                                          <p:spTgt spid="16"/>
                                        </p:tgtEl>
                                        <p:attrNameLst>
                                          <p:attrName>style.rotation</p:attrName>
                                        </p:attrNameLst>
                                      </p:cBhvr>
                                      <p:tavLst>
                                        <p:tav tm="0">
                                          <p:val>
                                            <p:fltVal val="90"/>
                                          </p:val>
                                        </p:tav>
                                        <p:tav tm="100000">
                                          <p:val>
                                            <p:fltVal val="0"/>
                                          </p:val>
                                        </p:tav>
                                      </p:tavLst>
                                    </p:anim>
                                    <p:animEffect transition="in" filter="fade">
                                      <p:cBhvr>
                                        <p:cTn id="54" dur="1000"/>
                                        <p:tgtEl>
                                          <p:spTgt spid="16"/>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1000" fill="hold"/>
                                        <p:tgtEl>
                                          <p:spTgt spid="8"/>
                                        </p:tgtEl>
                                        <p:attrNameLst>
                                          <p:attrName>ppt_w</p:attrName>
                                        </p:attrNameLst>
                                      </p:cBhvr>
                                      <p:tavLst>
                                        <p:tav tm="0">
                                          <p:val>
                                            <p:fltVal val="0"/>
                                          </p:val>
                                        </p:tav>
                                        <p:tav tm="100000">
                                          <p:val>
                                            <p:strVal val="#ppt_w"/>
                                          </p:val>
                                        </p:tav>
                                      </p:tavLst>
                                    </p:anim>
                                    <p:anim calcmode="lin" valueType="num">
                                      <p:cBhvr>
                                        <p:cTn id="58" dur="1000" fill="hold"/>
                                        <p:tgtEl>
                                          <p:spTgt spid="8"/>
                                        </p:tgtEl>
                                        <p:attrNameLst>
                                          <p:attrName>ppt_h</p:attrName>
                                        </p:attrNameLst>
                                      </p:cBhvr>
                                      <p:tavLst>
                                        <p:tav tm="0">
                                          <p:val>
                                            <p:fltVal val="0"/>
                                          </p:val>
                                        </p:tav>
                                        <p:tav tm="100000">
                                          <p:val>
                                            <p:strVal val="#ppt_h"/>
                                          </p:val>
                                        </p:tav>
                                      </p:tavLst>
                                    </p:anim>
                                    <p:anim calcmode="lin" valueType="num">
                                      <p:cBhvr>
                                        <p:cTn id="59" dur="1000" fill="hold"/>
                                        <p:tgtEl>
                                          <p:spTgt spid="8"/>
                                        </p:tgtEl>
                                        <p:attrNameLst>
                                          <p:attrName>style.rotation</p:attrName>
                                        </p:attrNameLst>
                                      </p:cBhvr>
                                      <p:tavLst>
                                        <p:tav tm="0">
                                          <p:val>
                                            <p:fltVal val="90"/>
                                          </p:val>
                                        </p:tav>
                                        <p:tav tm="100000">
                                          <p:val>
                                            <p:fltVal val="0"/>
                                          </p:val>
                                        </p:tav>
                                      </p:tavLst>
                                    </p:anim>
                                    <p:animEffect transition="in" filter="fade">
                                      <p:cBhvr>
                                        <p:cTn id="60" dur="1000"/>
                                        <p:tgtEl>
                                          <p:spTgt spid="8"/>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14"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500" b="1" dirty="0" smtClean="0">
                <a:solidFill>
                  <a:srgbClr val="FF0000"/>
                </a:solidFill>
                <a:cs typeface="+mj-cs"/>
              </a:rPr>
              <a:t>ســؤال : مـا هـي </a:t>
            </a:r>
            <a:r>
              <a:rPr lang="ar-DZ" sz="3600" b="1" dirty="0">
                <a:solidFill>
                  <a:srgbClr val="FF0000"/>
                </a:solidFill>
              </a:rPr>
              <a:t>مــهــام</a:t>
            </a:r>
            <a:r>
              <a:rPr lang="ar-DZ" sz="3500" b="1" dirty="0" smtClean="0">
                <a:solidFill>
                  <a:srgbClr val="FF0000"/>
                </a:solidFill>
                <a:cs typeface="+mj-cs"/>
              </a:rPr>
              <a:t> </a:t>
            </a:r>
            <a:r>
              <a:rPr lang="ar-DZ" sz="3500" b="1" dirty="0">
                <a:solidFill>
                  <a:srgbClr val="FF0000"/>
                </a:solidFill>
                <a:cs typeface="+mj-cs"/>
              </a:rPr>
              <a:t>نـظـام </a:t>
            </a:r>
            <a:r>
              <a:rPr lang="ar-DZ" sz="3500" b="1" dirty="0" smtClean="0">
                <a:solidFill>
                  <a:srgbClr val="FF0000"/>
                </a:solidFill>
                <a:cs typeface="+mj-cs"/>
              </a:rPr>
              <a:t>الـتـشـغــيـل ؟</a:t>
            </a:r>
            <a:endParaRPr lang="fr-FR" sz="35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8472264" y="5155503"/>
            <a:ext cx="328542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خــدمــات أســاســيــة</a:t>
            </a:r>
            <a:endParaRPr lang="fr-FR" sz="3600" b="1" dirty="0">
              <a:solidFill>
                <a:srgbClr val="0070C0"/>
              </a:solidFill>
            </a:endParaRPr>
          </a:p>
        </p:txBody>
      </p:sp>
      <p:sp>
        <p:nvSpPr>
          <p:cNvPr id="8" name="Rectangle 7"/>
          <p:cNvSpPr/>
          <p:nvPr/>
        </p:nvSpPr>
        <p:spPr>
          <a:xfrm>
            <a:off x="609600" y="5153196"/>
            <a:ext cx="512636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cs typeface="+mj-cs"/>
              </a:rPr>
              <a:t>تـشـغـيـل </a:t>
            </a:r>
            <a:r>
              <a:rPr lang="fr-FR" sz="3200" b="1" dirty="0">
                <a:solidFill>
                  <a:srgbClr val="0070C0"/>
                </a:solidFill>
                <a:latin typeface="Times New Roman" panose="02020603050405020304" pitchFamily="18" charset="0"/>
                <a:cs typeface="Times New Roman" panose="02020603050405020304" pitchFamily="18" charset="0"/>
              </a:rPr>
              <a:t>………………….</a:t>
            </a:r>
            <a:endParaRPr lang="fr-FR" sz="3600" b="1"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FF0000"/>
                </a:solidFill>
              </a:rPr>
              <a:t>مــهــام </a:t>
            </a:r>
            <a:r>
              <a:rPr lang="ar-DZ" sz="3200" b="1" dirty="0">
                <a:solidFill>
                  <a:srgbClr val="FF0000"/>
                </a:solidFill>
              </a:rPr>
              <a:t>نـظـام الـتـشـغــيـل</a:t>
            </a:r>
            <a:r>
              <a:rPr lang="ar-DZ" sz="3200" b="1" dirty="0" smtClean="0">
                <a:solidFill>
                  <a:srgbClr val="FF0000"/>
                </a:solidFill>
              </a:rPr>
              <a:t> </a:t>
            </a:r>
            <a:endParaRPr lang="fr-FR" sz="3600" b="1" dirty="0">
              <a:solidFill>
                <a:srgbClr val="FF0000"/>
              </a:solidFill>
            </a:endParaRPr>
          </a:p>
        </p:txBody>
      </p:sp>
      <p:sp>
        <p:nvSpPr>
          <p:cNvPr id="14" name="Rectangle 13"/>
          <p:cNvSpPr/>
          <p:nvPr/>
        </p:nvSpPr>
        <p:spPr>
          <a:xfrm>
            <a:off x="3400773" y="3042529"/>
            <a:ext cx="553447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اسـتـغـلال الـمـكـونـات الـمـاديــة</a:t>
            </a:r>
            <a:endParaRPr lang="fr-FR" sz="3600" b="1" dirty="0">
              <a:solidFill>
                <a:srgbClr val="0070C0"/>
              </a:solidFill>
            </a:endParaRPr>
          </a:p>
        </p:txBody>
      </p:sp>
      <p:cxnSp>
        <p:nvCxnSpPr>
          <p:cNvPr id="16" name="Connecteur droit avec flèche 15"/>
          <p:cNvCxnSpPr>
            <a:stCxn id="6" idx="1"/>
            <a:endCxn id="8" idx="3"/>
          </p:cNvCxnSpPr>
          <p:nvPr/>
        </p:nvCxnSpPr>
        <p:spPr>
          <a:xfrm flipH="1" flipV="1">
            <a:off x="5735960" y="5550085"/>
            <a:ext cx="2736304" cy="230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H="1">
            <a:off x="6168008" y="2264230"/>
            <a:ext cx="0" cy="76527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a:endCxn id="6" idx="0"/>
          </p:cNvCxnSpPr>
          <p:nvPr/>
        </p:nvCxnSpPr>
        <p:spPr>
          <a:xfrm>
            <a:off x="8935243" y="3836306"/>
            <a:ext cx="1179734" cy="131919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Nuage 11"/>
          <p:cNvSpPr/>
          <p:nvPr/>
        </p:nvSpPr>
        <p:spPr>
          <a:xfrm>
            <a:off x="9624392" y="3597758"/>
            <a:ext cx="2314402"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تــقــديــم</a:t>
            </a:r>
            <a:endParaRPr lang="fr-FR" sz="3200" dirty="0">
              <a:solidFill>
                <a:srgbClr val="0070C0"/>
              </a:solidFill>
              <a:cs typeface="+mj-cs"/>
            </a:endParaRPr>
          </a:p>
        </p:txBody>
      </p:sp>
    </p:spTree>
    <p:extLst>
      <p:ext uri="{BB962C8B-B14F-4D97-AF65-F5344CB8AC3E}">
        <p14:creationId xmlns:p14="http://schemas.microsoft.com/office/powerpoint/2010/main" val="409251856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1000" fill="hold"/>
                                        <p:tgtEl>
                                          <p:spTgt spid="17"/>
                                        </p:tgtEl>
                                        <p:attrNameLst>
                                          <p:attrName>ppt_w</p:attrName>
                                        </p:attrNameLst>
                                      </p:cBhvr>
                                      <p:tavLst>
                                        <p:tav tm="0">
                                          <p:val>
                                            <p:fltVal val="0"/>
                                          </p:val>
                                        </p:tav>
                                        <p:tav tm="100000">
                                          <p:val>
                                            <p:strVal val="#ppt_w"/>
                                          </p:val>
                                        </p:tav>
                                      </p:tavLst>
                                    </p:anim>
                                    <p:anim calcmode="lin" valueType="num">
                                      <p:cBhvr>
                                        <p:cTn id="22" dur="1000" fill="hold"/>
                                        <p:tgtEl>
                                          <p:spTgt spid="17"/>
                                        </p:tgtEl>
                                        <p:attrNameLst>
                                          <p:attrName>ppt_h</p:attrName>
                                        </p:attrNameLst>
                                      </p:cBhvr>
                                      <p:tavLst>
                                        <p:tav tm="0">
                                          <p:val>
                                            <p:fltVal val="0"/>
                                          </p:val>
                                        </p:tav>
                                        <p:tav tm="100000">
                                          <p:val>
                                            <p:strVal val="#ppt_h"/>
                                          </p:val>
                                        </p:tav>
                                      </p:tavLst>
                                    </p:anim>
                                    <p:anim calcmode="lin" valueType="num">
                                      <p:cBhvr>
                                        <p:cTn id="23" dur="1000" fill="hold"/>
                                        <p:tgtEl>
                                          <p:spTgt spid="17"/>
                                        </p:tgtEl>
                                        <p:attrNameLst>
                                          <p:attrName>style.rotation</p:attrName>
                                        </p:attrNameLst>
                                      </p:cBhvr>
                                      <p:tavLst>
                                        <p:tav tm="0">
                                          <p:val>
                                            <p:fltVal val="90"/>
                                          </p:val>
                                        </p:tav>
                                        <p:tav tm="100000">
                                          <p:val>
                                            <p:fltVal val="0"/>
                                          </p:val>
                                        </p:tav>
                                      </p:tavLst>
                                    </p:anim>
                                    <p:animEffect transition="in" filter="fade">
                                      <p:cBhvr>
                                        <p:cTn id="24" dur="1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1000" fill="hold"/>
                                        <p:tgtEl>
                                          <p:spTgt spid="6"/>
                                        </p:tgtEl>
                                        <p:attrNameLst>
                                          <p:attrName>ppt_w</p:attrName>
                                        </p:attrNameLst>
                                      </p:cBhvr>
                                      <p:tavLst>
                                        <p:tav tm="0">
                                          <p:val>
                                            <p:fltVal val="0"/>
                                          </p:val>
                                        </p:tav>
                                        <p:tav tm="100000">
                                          <p:val>
                                            <p:strVal val="#ppt_w"/>
                                          </p:val>
                                        </p:tav>
                                      </p:tavLst>
                                    </p:anim>
                                    <p:anim calcmode="lin" valueType="num">
                                      <p:cBhvr>
                                        <p:cTn id="38" dur="1000" fill="hold"/>
                                        <p:tgtEl>
                                          <p:spTgt spid="6"/>
                                        </p:tgtEl>
                                        <p:attrNameLst>
                                          <p:attrName>ppt_h</p:attrName>
                                        </p:attrNameLst>
                                      </p:cBhvr>
                                      <p:tavLst>
                                        <p:tav tm="0">
                                          <p:val>
                                            <p:fltVal val="0"/>
                                          </p:val>
                                        </p:tav>
                                        <p:tav tm="100000">
                                          <p:val>
                                            <p:strVal val="#ppt_h"/>
                                          </p:val>
                                        </p:tav>
                                      </p:tavLst>
                                    </p:anim>
                                    <p:anim calcmode="lin" valueType="num">
                                      <p:cBhvr>
                                        <p:cTn id="39" dur="1000" fill="hold"/>
                                        <p:tgtEl>
                                          <p:spTgt spid="6"/>
                                        </p:tgtEl>
                                        <p:attrNameLst>
                                          <p:attrName>style.rotation</p:attrName>
                                        </p:attrNameLst>
                                      </p:cBhvr>
                                      <p:tavLst>
                                        <p:tav tm="0">
                                          <p:val>
                                            <p:fltVal val="90"/>
                                          </p:val>
                                        </p:tav>
                                        <p:tav tm="100000">
                                          <p:val>
                                            <p:fltVal val="0"/>
                                          </p:val>
                                        </p:tav>
                                      </p:tavLst>
                                    </p:anim>
                                    <p:animEffect transition="in" filter="fade">
                                      <p:cBhvr>
                                        <p:cTn id="40" dur="1000"/>
                                        <p:tgtEl>
                                          <p:spTgt spid="6"/>
                                        </p:tgtEl>
                                      </p:cBhvr>
                                    </p:animEffect>
                                  </p:childTnLst>
                                </p:cTn>
                              </p:par>
                              <p:par>
                                <p:cTn id="41" presetID="3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fltVal val="0"/>
                                          </p:val>
                                        </p:tav>
                                        <p:tav tm="100000">
                                          <p:val>
                                            <p:strVal val="#ppt_w"/>
                                          </p:val>
                                        </p:tav>
                                      </p:tavLst>
                                    </p:anim>
                                    <p:anim calcmode="lin" valueType="num">
                                      <p:cBhvr>
                                        <p:cTn id="44" dur="1000" fill="hold"/>
                                        <p:tgtEl>
                                          <p:spTgt spid="25"/>
                                        </p:tgtEl>
                                        <p:attrNameLst>
                                          <p:attrName>ppt_h</p:attrName>
                                        </p:attrNameLst>
                                      </p:cBhvr>
                                      <p:tavLst>
                                        <p:tav tm="0">
                                          <p:val>
                                            <p:fltVal val="0"/>
                                          </p:val>
                                        </p:tav>
                                        <p:tav tm="100000">
                                          <p:val>
                                            <p:strVal val="#ppt_h"/>
                                          </p:val>
                                        </p:tav>
                                      </p:tavLst>
                                    </p:anim>
                                    <p:anim calcmode="lin" valueType="num">
                                      <p:cBhvr>
                                        <p:cTn id="45" dur="1000" fill="hold"/>
                                        <p:tgtEl>
                                          <p:spTgt spid="25"/>
                                        </p:tgtEl>
                                        <p:attrNameLst>
                                          <p:attrName>style.rotation</p:attrName>
                                        </p:attrNameLst>
                                      </p:cBhvr>
                                      <p:tavLst>
                                        <p:tav tm="0">
                                          <p:val>
                                            <p:fltVal val="90"/>
                                          </p:val>
                                        </p:tav>
                                        <p:tav tm="100000">
                                          <p:val>
                                            <p:fltVal val="0"/>
                                          </p:val>
                                        </p:tav>
                                      </p:tavLst>
                                    </p:anim>
                                    <p:animEffect transition="in" filter="fade">
                                      <p:cBhvr>
                                        <p:cTn id="46" dur="10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1000" fill="hold"/>
                                        <p:tgtEl>
                                          <p:spTgt spid="16"/>
                                        </p:tgtEl>
                                        <p:attrNameLst>
                                          <p:attrName>ppt_w</p:attrName>
                                        </p:attrNameLst>
                                      </p:cBhvr>
                                      <p:tavLst>
                                        <p:tav tm="0">
                                          <p:val>
                                            <p:fltVal val="0"/>
                                          </p:val>
                                        </p:tav>
                                        <p:tav tm="100000">
                                          <p:val>
                                            <p:strVal val="#ppt_w"/>
                                          </p:val>
                                        </p:tav>
                                      </p:tavLst>
                                    </p:anim>
                                    <p:anim calcmode="lin" valueType="num">
                                      <p:cBhvr>
                                        <p:cTn id="52" dur="1000" fill="hold"/>
                                        <p:tgtEl>
                                          <p:spTgt spid="16"/>
                                        </p:tgtEl>
                                        <p:attrNameLst>
                                          <p:attrName>ppt_h</p:attrName>
                                        </p:attrNameLst>
                                      </p:cBhvr>
                                      <p:tavLst>
                                        <p:tav tm="0">
                                          <p:val>
                                            <p:fltVal val="0"/>
                                          </p:val>
                                        </p:tav>
                                        <p:tav tm="100000">
                                          <p:val>
                                            <p:strVal val="#ppt_h"/>
                                          </p:val>
                                        </p:tav>
                                      </p:tavLst>
                                    </p:anim>
                                    <p:anim calcmode="lin" valueType="num">
                                      <p:cBhvr>
                                        <p:cTn id="53" dur="1000" fill="hold"/>
                                        <p:tgtEl>
                                          <p:spTgt spid="16"/>
                                        </p:tgtEl>
                                        <p:attrNameLst>
                                          <p:attrName>style.rotation</p:attrName>
                                        </p:attrNameLst>
                                      </p:cBhvr>
                                      <p:tavLst>
                                        <p:tav tm="0">
                                          <p:val>
                                            <p:fltVal val="90"/>
                                          </p:val>
                                        </p:tav>
                                        <p:tav tm="100000">
                                          <p:val>
                                            <p:fltVal val="0"/>
                                          </p:val>
                                        </p:tav>
                                      </p:tavLst>
                                    </p:anim>
                                    <p:animEffect transition="in" filter="fade">
                                      <p:cBhvr>
                                        <p:cTn id="54" dur="1000"/>
                                        <p:tgtEl>
                                          <p:spTgt spid="16"/>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1000" fill="hold"/>
                                        <p:tgtEl>
                                          <p:spTgt spid="8"/>
                                        </p:tgtEl>
                                        <p:attrNameLst>
                                          <p:attrName>ppt_w</p:attrName>
                                        </p:attrNameLst>
                                      </p:cBhvr>
                                      <p:tavLst>
                                        <p:tav tm="0">
                                          <p:val>
                                            <p:fltVal val="0"/>
                                          </p:val>
                                        </p:tav>
                                        <p:tav tm="100000">
                                          <p:val>
                                            <p:strVal val="#ppt_w"/>
                                          </p:val>
                                        </p:tav>
                                      </p:tavLst>
                                    </p:anim>
                                    <p:anim calcmode="lin" valueType="num">
                                      <p:cBhvr>
                                        <p:cTn id="58" dur="1000" fill="hold"/>
                                        <p:tgtEl>
                                          <p:spTgt spid="8"/>
                                        </p:tgtEl>
                                        <p:attrNameLst>
                                          <p:attrName>ppt_h</p:attrName>
                                        </p:attrNameLst>
                                      </p:cBhvr>
                                      <p:tavLst>
                                        <p:tav tm="0">
                                          <p:val>
                                            <p:fltVal val="0"/>
                                          </p:val>
                                        </p:tav>
                                        <p:tav tm="100000">
                                          <p:val>
                                            <p:strVal val="#ppt_h"/>
                                          </p:val>
                                        </p:tav>
                                      </p:tavLst>
                                    </p:anim>
                                    <p:anim calcmode="lin" valueType="num">
                                      <p:cBhvr>
                                        <p:cTn id="59" dur="1000" fill="hold"/>
                                        <p:tgtEl>
                                          <p:spTgt spid="8"/>
                                        </p:tgtEl>
                                        <p:attrNameLst>
                                          <p:attrName>style.rotation</p:attrName>
                                        </p:attrNameLst>
                                      </p:cBhvr>
                                      <p:tavLst>
                                        <p:tav tm="0">
                                          <p:val>
                                            <p:fltVal val="90"/>
                                          </p:val>
                                        </p:tav>
                                        <p:tav tm="100000">
                                          <p:val>
                                            <p:fltVal val="0"/>
                                          </p:val>
                                        </p:tav>
                                      </p:tavLst>
                                    </p:anim>
                                    <p:animEffect transition="in" filter="fade">
                                      <p:cBhvr>
                                        <p:cTn id="60" dur="1000"/>
                                        <p:tgtEl>
                                          <p:spTgt spid="8"/>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14" grpId="0" animBg="1"/>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500" b="1" dirty="0" smtClean="0">
                <a:solidFill>
                  <a:srgbClr val="FF0000"/>
                </a:solidFill>
                <a:cs typeface="+mj-cs"/>
              </a:rPr>
              <a:t>ســؤال : مـا هـي </a:t>
            </a:r>
            <a:r>
              <a:rPr lang="ar-DZ" sz="3600" b="1" dirty="0">
                <a:solidFill>
                  <a:srgbClr val="FF0000"/>
                </a:solidFill>
              </a:rPr>
              <a:t>مــهــام</a:t>
            </a:r>
            <a:r>
              <a:rPr lang="ar-DZ" sz="3500" b="1" dirty="0" smtClean="0">
                <a:solidFill>
                  <a:srgbClr val="FF0000"/>
                </a:solidFill>
                <a:cs typeface="+mj-cs"/>
              </a:rPr>
              <a:t> </a:t>
            </a:r>
            <a:r>
              <a:rPr lang="ar-DZ" sz="3500" b="1" dirty="0">
                <a:solidFill>
                  <a:srgbClr val="FF0000"/>
                </a:solidFill>
                <a:cs typeface="+mj-cs"/>
              </a:rPr>
              <a:t>نـظـام </a:t>
            </a:r>
            <a:r>
              <a:rPr lang="ar-DZ" sz="3500" b="1" dirty="0" smtClean="0">
                <a:solidFill>
                  <a:srgbClr val="FF0000"/>
                </a:solidFill>
                <a:cs typeface="+mj-cs"/>
              </a:rPr>
              <a:t>الـتـشـغــيـل ؟</a:t>
            </a:r>
            <a:endParaRPr lang="fr-FR" sz="35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8472264" y="5155503"/>
            <a:ext cx="328542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خــدمــات أســاســيــة</a:t>
            </a:r>
            <a:endParaRPr lang="fr-FR" sz="3600" b="1" dirty="0">
              <a:solidFill>
                <a:srgbClr val="0070C0"/>
              </a:solidFill>
            </a:endParaRPr>
          </a:p>
        </p:txBody>
      </p:sp>
      <p:sp>
        <p:nvSpPr>
          <p:cNvPr id="8" name="Rectangle 7"/>
          <p:cNvSpPr/>
          <p:nvPr/>
        </p:nvSpPr>
        <p:spPr>
          <a:xfrm>
            <a:off x="609600" y="5153196"/>
            <a:ext cx="512636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3600" b="1" dirty="0">
                <a:solidFill>
                  <a:srgbClr val="0070C0"/>
                </a:solidFill>
              </a:rPr>
              <a:t>تـشـغـيـل الـبـرامـج الـتـطـبـيـقـيـة</a:t>
            </a:r>
            <a:endParaRPr lang="fr-FR" sz="3600" b="1" dirty="0">
              <a:solidFill>
                <a:srgbClr val="0070C0"/>
              </a:solidFill>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FF0000"/>
                </a:solidFill>
              </a:rPr>
              <a:t>مــهــام </a:t>
            </a:r>
            <a:r>
              <a:rPr lang="ar-DZ" sz="3200" b="1" dirty="0">
                <a:solidFill>
                  <a:srgbClr val="FF0000"/>
                </a:solidFill>
              </a:rPr>
              <a:t>نـظـام الـتـشـغــيـل</a:t>
            </a:r>
            <a:r>
              <a:rPr lang="ar-DZ" sz="3200" b="1" dirty="0" smtClean="0">
                <a:solidFill>
                  <a:srgbClr val="FF0000"/>
                </a:solidFill>
              </a:rPr>
              <a:t> </a:t>
            </a:r>
            <a:endParaRPr lang="fr-FR" sz="3600" b="1" dirty="0">
              <a:solidFill>
                <a:srgbClr val="FF0000"/>
              </a:solidFill>
            </a:endParaRPr>
          </a:p>
        </p:txBody>
      </p:sp>
      <p:sp>
        <p:nvSpPr>
          <p:cNvPr id="14" name="Rectangle 13"/>
          <p:cNvSpPr/>
          <p:nvPr/>
        </p:nvSpPr>
        <p:spPr>
          <a:xfrm>
            <a:off x="3400773" y="3042529"/>
            <a:ext cx="553447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اسـتـغـلال الـمـكـونـات الـمـاديــة</a:t>
            </a:r>
            <a:endParaRPr lang="fr-FR" sz="3600" b="1" dirty="0">
              <a:solidFill>
                <a:srgbClr val="0070C0"/>
              </a:solidFill>
            </a:endParaRPr>
          </a:p>
        </p:txBody>
      </p:sp>
      <p:cxnSp>
        <p:nvCxnSpPr>
          <p:cNvPr id="16" name="Connecteur droit avec flèche 15"/>
          <p:cNvCxnSpPr>
            <a:stCxn id="6" idx="1"/>
            <a:endCxn id="8" idx="3"/>
          </p:cNvCxnSpPr>
          <p:nvPr/>
        </p:nvCxnSpPr>
        <p:spPr>
          <a:xfrm flipH="1" flipV="1">
            <a:off x="5735960" y="5550085"/>
            <a:ext cx="2736304" cy="230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H="1">
            <a:off x="6168008" y="2264230"/>
            <a:ext cx="0" cy="76527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a:endCxn id="6" idx="0"/>
          </p:cNvCxnSpPr>
          <p:nvPr/>
        </p:nvCxnSpPr>
        <p:spPr>
          <a:xfrm>
            <a:off x="8935243" y="3836306"/>
            <a:ext cx="1179734" cy="131919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Nuage 11"/>
          <p:cNvSpPr/>
          <p:nvPr/>
        </p:nvSpPr>
        <p:spPr>
          <a:xfrm>
            <a:off x="9624392" y="3597758"/>
            <a:ext cx="2314402"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تــقــديــم</a:t>
            </a:r>
            <a:endParaRPr lang="fr-FR" sz="3200" dirty="0">
              <a:solidFill>
                <a:srgbClr val="0070C0"/>
              </a:solidFill>
              <a:cs typeface="+mj-cs"/>
            </a:endParaRPr>
          </a:p>
        </p:txBody>
      </p:sp>
    </p:spTree>
    <p:extLst>
      <p:ext uri="{BB962C8B-B14F-4D97-AF65-F5344CB8AC3E}">
        <p14:creationId xmlns:p14="http://schemas.microsoft.com/office/powerpoint/2010/main" val="337981414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1000" fill="hold"/>
                                        <p:tgtEl>
                                          <p:spTgt spid="17"/>
                                        </p:tgtEl>
                                        <p:attrNameLst>
                                          <p:attrName>ppt_w</p:attrName>
                                        </p:attrNameLst>
                                      </p:cBhvr>
                                      <p:tavLst>
                                        <p:tav tm="0">
                                          <p:val>
                                            <p:fltVal val="0"/>
                                          </p:val>
                                        </p:tav>
                                        <p:tav tm="100000">
                                          <p:val>
                                            <p:strVal val="#ppt_w"/>
                                          </p:val>
                                        </p:tav>
                                      </p:tavLst>
                                    </p:anim>
                                    <p:anim calcmode="lin" valueType="num">
                                      <p:cBhvr>
                                        <p:cTn id="22" dur="1000" fill="hold"/>
                                        <p:tgtEl>
                                          <p:spTgt spid="17"/>
                                        </p:tgtEl>
                                        <p:attrNameLst>
                                          <p:attrName>ppt_h</p:attrName>
                                        </p:attrNameLst>
                                      </p:cBhvr>
                                      <p:tavLst>
                                        <p:tav tm="0">
                                          <p:val>
                                            <p:fltVal val="0"/>
                                          </p:val>
                                        </p:tav>
                                        <p:tav tm="100000">
                                          <p:val>
                                            <p:strVal val="#ppt_h"/>
                                          </p:val>
                                        </p:tav>
                                      </p:tavLst>
                                    </p:anim>
                                    <p:anim calcmode="lin" valueType="num">
                                      <p:cBhvr>
                                        <p:cTn id="23" dur="1000" fill="hold"/>
                                        <p:tgtEl>
                                          <p:spTgt spid="17"/>
                                        </p:tgtEl>
                                        <p:attrNameLst>
                                          <p:attrName>style.rotation</p:attrName>
                                        </p:attrNameLst>
                                      </p:cBhvr>
                                      <p:tavLst>
                                        <p:tav tm="0">
                                          <p:val>
                                            <p:fltVal val="90"/>
                                          </p:val>
                                        </p:tav>
                                        <p:tav tm="100000">
                                          <p:val>
                                            <p:fltVal val="0"/>
                                          </p:val>
                                        </p:tav>
                                      </p:tavLst>
                                    </p:anim>
                                    <p:animEffect transition="in" filter="fade">
                                      <p:cBhvr>
                                        <p:cTn id="24" dur="1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1000" fill="hold"/>
                                        <p:tgtEl>
                                          <p:spTgt spid="6"/>
                                        </p:tgtEl>
                                        <p:attrNameLst>
                                          <p:attrName>ppt_w</p:attrName>
                                        </p:attrNameLst>
                                      </p:cBhvr>
                                      <p:tavLst>
                                        <p:tav tm="0">
                                          <p:val>
                                            <p:fltVal val="0"/>
                                          </p:val>
                                        </p:tav>
                                        <p:tav tm="100000">
                                          <p:val>
                                            <p:strVal val="#ppt_w"/>
                                          </p:val>
                                        </p:tav>
                                      </p:tavLst>
                                    </p:anim>
                                    <p:anim calcmode="lin" valueType="num">
                                      <p:cBhvr>
                                        <p:cTn id="38" dur="1000" fill="hold"/>
                                        <p:tgtEl>
                                          <p:spTgt spid="6"/>
                                        </p:tgtEl>
                                        <p:attrNameLst>
                                          <p:attrName>ppt_h</p:attrName>
                                        </p:attrNameLst>
                                      </p:cBhvr>
                                      <p:tavLst>
                                        <p:tav tm="0">
                                          <p:val>
                                            <p:fltVal val="0"/>
                                          </p:val>
                                        </p:tav>
                                        <p:tav tm="100000">
                                          <p:val>
                                            <p:strVal val="#ppt_h"/>
                                          </p:val>
                                        </p:tav>
                                      </p:tavLst>
                                    </p:anim>
                                    <p:anim calcmode="lin" valueType="num">
                                      <p:cBhvr>
                                        <p:cTn id="39" dur="1000" fill="hold"/>
                                        <p:tgtEl>
                                          <p:spTgt spid="6"/>
                                        </p:tgtEl>
                                        <p:attrNameLst>
                                          <p:attrName>style.rotation</p:attrName>
                                        </p:attrNameLst>
                                      </p:cBhvr>
                                      <p:tavLst>
                                        <p:tav tm="0">
                                          <p:val>
                                            <p:fltVal val="90"/>
                                          </p:val>
                                        </p:tav>
                                        <p:tav tm="100000">
                                          <p:val>
                                            <p:fltVal val="0"/>
                                          </p:val>
                                        </p:tav>
                                      </p:tavLst>
                                    </p:anim>
                                    <p:animEffect transition="in" filter="fade">
                                      <p:cBhvr>
                                        <p:cTn id="40" dur="1000"/>
                                        <p:tgtEl>
                                          <p:spTgt spid="6"/>
                                        </p:tgtEl>
                                      </p:cBhvr>
                                    </p:animEffect>
                                  </p:childTnLst>
                                </p:cTn>
                              </p:par>
                              <p:par>
                                <p:cTn id="41" presetID="3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fltVal val="0"/>
                                          </p:val>
                                        </p:tav>
                                        <p:tav tm="100000">
                                          <p:val>
                                            <p:strVal val="#ppt_w"/>
                                          </p:val>
                                        </p:tav>
                                      </p:tavLst>
                                    </p:anim>
                                    <p:anim calcmode="lin" valueType="num">
                                      <p:cBhvr>
                                        <p:cTn id="44" dur="1000" fill="hold"/>
                                        <p:tgtEl>
                                          <p:spTgt spid="25"/>
                                        </p:tgtEl>
                                        <p:attrNameLst>
                                          <p:attrName>ppt_h</p:attrName>
                                        </p:attrNameLst>
                                      </p:cBhvr>
                                      <p:tavLst>
                                        <p:tav tm="0">
                                          <p:val>
                                            <p:fltVal val="0"/>
                                          </p:val>
                                        </p:tav>
                                        <p:tav tm="100000">
                                          <p:val>
                                            <p:strVal val="#ppt_h"/>
                                          </p:val>
                                        </p:tav>
                                      </p:tavLst>
                                    </p:anim>
                                    <p:anim calcmode="lin" valueType="num">
                                      <p:cBhvr>
                                        <p:cTn id="45" dur="1000" fill="hold"/>
                                        <p:tgtEl>
                                          <p:spTgt spid="25"/>
                                        </p:tgtEl>
                                        <p:attrNameLst>
                                          <p:attrName>style.rotation</p:attrName>
                                        </p:attrNameLst>
                                      </p:cBhvr>
                                      <p:tavLst>
                                        <p:tav tm="0">
                                          <p:val>
                                            <p:fltVal val="90"/>
                                          </p:val>
                                        </p:tav>
                                        <p:tav tm="100000">
                                          <p:val>
                                            <p:fltVal val="0"/>
                                          </p:val>
                                        </p:tav>
                                      </p:tavLst>
                                    </p:anim>
                                    <p:animEffect transition="in" filter="fade">
                                      <p:cBhvr>
                                        <p:cTn id="46" dur="10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1000" fill="hold"/>
                                        <p:tgtEl>
                                          <p:spTgt spid="16"/>
                                        </p:tgtEl>
                                        <p:attrNameLst>
                                          <p:attrName>ppt_w</p:attrName>
                                        </p:attrNameLst>
                                      </p:cBhvr>
                                      <p:tavLst>
                                        <p:tav tm="0">
                                          <p:val>
                                            <p:fltVal val="0"/>
                                          </p:val>
                                        </p:tav>
                                        <p:tav tm="100000">
                                          <p:val>
                                            <p:strVal val="#ppt_w"/>
                                          </p:val>
                                        </p:tav>
                                      </p:tavLst>
                                    </p:anim>
                                    <p:anim calcmode="lin" valueType="num">
                                      <p:cBhvr>
                                        <p:cTn id="52" dur="1000" fill="hold"/>
                                        <p:tgtEl>
                                          <p:spTgt spid="16"/>
                                        </p:tgtEl>
                                        <p:attrNameLst>
                                          <p:attrName>ppt_h</p:attrName>
                                        </p:attrNameLst>
                                      </p:cBhvr>
                                      <p:tavLst>
                                        <p:tav tm="0">
                                          <p:val>
                                            <p:fltVal val="0"/>
                                          </p:val>
                                        </p:tav>
                                        <p:tav tm="100000">
                                          <p:val>
                                            <p:strVal val="#ppt_h"/>
                                          </p:val>
                                        </p:tav>
                                      </p:tavLst>
                                    </p:anim>
                                    <p:anim calcmode="lin" valueType="num">
                                      <p:cBhvr>
                                        <p:cTn id="53" dur="1000" fill="hold"/>
                                        <p:tgtEl>
                                          <p:spTgt spid="16"/>
                                        </p:tgtEl>
                                        <p:attrNameLst>
                                          <p:attrName>style.rotation</p:attrName>
                                        </p:attrNameLst>
                                      </p:cBhvr>
                                      <p:tavLst>
                                        <p:tav tm="0">
                                          <p:val>
                                            <p:fltVal val="90"/>
                                          </p:val>
                                        </p:tav>
                                        <p:tav tm="100000">
                                          <p:val>
                                            <p:fltVal val="0"/>
                                          </p:val>
                                        </p:tav>
                                      </p:tavLst>
                                    </p:anim>
                                    <p:animEffect transition="in" filter="fade">
                                      <p:cBhvr>
                                        <p:cTn id="54" dur="1000"/>
                                        <p:tgtEl>
                                          <p:spTgt spid="16"/>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1000" fill="hold"/>
                                        <p:tgtEl>
                                          <p:spTgt spid="8"/>
                                        </p:tgtEl>
                                        <p:attrNameLst>
                                          <p:attrName>ppt_w</p:attrName>
                                        </p:attrNameLst>
                                      </p:cBhvr>
                                      <p:tavLst>
                                        <p:tav tm="0">
                                          <p:val>
                                            <p:fltVal val="0"/>
                                          </p:val>
                                        </p:tav>
                                        <p:tav tm="100000">
                                          <p:val>
                                            <p:strVal val="#ppt_w"/>
                                          </p:val>
                                        </p:tav>
                                      </p:tavLst>
                                    </p:anim>
                                    <p:anim calcmode="lin" valueType="num">
                                      <p:cBhvr>
                                        <p:cTn id="58" dur="1000" fill="hold"/>
                                        <p:tgtEl>
                                          <p:spTgt spid="8"/>
                                        </p:tgtEl>
                                        <p:attrNameLst>
                                          <p:attrName>ppt_h</p:attrName>
                                        </p:attrNameLst>
                                      </p:cBhvr>
                                      <p:tavLst>
                                        <p:tav tm="0">
                                          <p:val>
                                            <p:fltVal val="0"/>
                                          </p:val>
                                        </p:tav>
                                        <p:tav tm="100000">
                                          <p:val>
                                            <p:strVal val="#ppt_h"/>
                                          </p:val>
                                        </p:tav>
                                      </p:tavLst>
                                    </p:anim>
                                    <p:anim calcmode="lin" valueType="num">
                                      <p:cBhvr>
                                        <p:cTn id="59" dur="1000" fill="hold"/>
                                        <p:tgtEl>
                                          <p:spTgt spid="8"/>
                                        </p:tgtEl>
                                        <p:attrNameLst>
                                          <p:attrName>style.rotation</p:attrName>
                                        </p:attrNameLst>
                                      </p:cBhvr>
                                      <p:tavLst>
                                        <p:tav tm="0">
                                          <p:val>
                                            <p:fltVal val="90"/>
                                          </p:val>
                                        </p:tav>
                                        <p:tav tm="100000">
                                          <p:val>
                                            <p:fltVal val="0"/>
                                          </p:val>
                                        </p:tav>
                                      </p:tavLst>
                                    </p:anim>
                                    <p:animEffect transition="in" filter="fade">
                                      <p:cBhvr>
                                        <p:cTn id="60" dur="1000"/>
                                        <p:tgtEl>
                                          <p:spTgt spid="8"/>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14"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500" b="1" dirty="0" smtClean="0">
                <a:solidFill>
                  <a:srgbClr val="FF0000"/>
                </a:solidFill>
                <a:cs typeface="+mj-cs"/>
              </a:rPr>
              <a:t>ســؤال : مـا هـي </a:t>
            </a:r>
            <a:r>
              <a:rPr lang="ar-DZ" sz="3600" b="1" dirty="0">
                <a:solidFill>
                  <a:srgbClr val="FF0000"/>
                </a:solidFill>
              </a:rPr>
              <a:t>مــهــام</a:t>
            </a:r>
            <a:r>
              <a:rPr lang="ar-DZ" sz="3500" b="1" dirty="0" smtClean="0">
                <a:solidFill>
                  <a:srgbClr val="FF0000"/>
                </a:solidFill>
                <a:cs typeface="+mj-cs"/>
              </a:rPr>
              <a:t> </a:t>
            </a:r>
            <a:r>
              <a:rPr lang="ar-DZ" sz="3500" b="1" dirty="0">
                <a:solidFill>
                  <a:srgbClr val="FF0000"/>
                </a:solidFill>
                <a:cs typeface="+mj-cs"/>
              </a:rPr>
              <a:t>نـظـام </a:t>
            </a:r>
            <a:r>
              <a:rPr lang="ar-DZ" sz="3500" b="1" dirty="0" smtClean="0">
                <a:solidFill>
                  <a:srgbClr val="FF0000"/>
                </a:solidFill>
                <a:cs typeface="+mj-cs"/>
              </a:rPr>
              <a:t>الـتـشـغــيـل ؟</a:t>
            </a:r>
            <a:endParaRPr lang="fr-FR" sz="35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8472264" y="5155503"/>
            <a:ext cx="328542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خــدمــات أســاســيــة</a:t>
            </a:r>
            <a:endParaRPr lang="fr-FR" sz="3600" b="1" dirty="0">
              <a:solidFill>
                <a:srgbClr val="0070C0"/>
              </a:solidFill>
            </a:endParaRPr>
          </a:p>
        </p:txBody>
      </p:sp>
      <p:sp>
        <p:nvSpPr>
          <p:cNvPr id="8" name="Rectangle 7"/>
          <p:cNvSpPr/>
          <p:nvPr/>
        </p:nvSpPr>
        <p:spPr>
          <a:xfrm>
            <a:off x="609600" y="5153196"/>
            <a:ext cx="512636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3600" b="1" dirty="0">
                <a:solidFill>
                  <a:srgbClr val="0070C0"/>
                </a:solidFill>
              </a:rPr>
              <a:t>تـشـغـيـل الـبـرامـج الـتـطـبـيـقـيـة</a:t>
            </a:r>
            <a:endParaRPr lang="fr-FR" sz="3600" b="1" dirty="0">
              <a:solidFill>
                <a:srgbClr val="0070C0"/>
              </a:solidFill>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FF0000"/>
                </a:solidFill>
              </a:rPr>
              <a:t>مــهــام </a:t>
            </a:r>
            <a:r>
              <a:rPr lang="ar-DZ" sz="3200" b="1" dirty="0">
                <a:solidFill>
                  <a:srgbClr val="FF0000"/>
                </a:solidFill>
              </a:rPr>
              <a:t>نـظـام الـتـشـغــيـل</a:t>
            </a:r>
            <a:r>
              <a:rPr lang="ar-DZ" sz="3200" b="1" dirty="0" smtClean="0">
                <a:solidFill>
                  <a:srgbClr val="FF0000"/>
                </a:solidFill>
              </a:rPr>
              <a:t> </a:t>
            </a:r>
            <a:endParaRPr lang="fr-FR" sz="3600" b="1" dirty="0">
              <a:solidFill>
                <a:srgbClr val="FF0000"/>
              </a:solidFill>
            </a:endParaRPr>
          </a:p>
        </p:txBody>
      </p:sp>
      <p:sp>
        <p:nvSpPr>
          <p:cNvPr id="14" name="Rectangle 13"/>
          <p:cNvSpPr/>
          <p:nvPr/>
        </p:nvSpPr>
        <p:spPr>
          <a:xfrm>
            <a:off x="3400773" y="3042529"/>
            <a:ext cx="553447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اسـتـغـلال الـمـكـونـات الـمـاديــة</a:t>
            </a:r>
            <a:endParaRPr lang="fr-FR" sz="3600" b="1" dirty="0">
              <a:solidFill>
                <a:srgbClr val="0070C0"/>
              </a:solidFill>
            </a:endParaRPr>
          </a:p>
        </p:txBody>
      </p:sp>
      <p:cxnSp>
        <p:nvCxnSpPr>
          <p:cNvPr id="16" name="Connecteur droit avec flèche 15"/>
          <p:cNvCxnSpPr>
            <a:stCxn id="6" idx="1"/>
            <a:endCxn id="8" idx="3"/>
          </p:cNvCxnSpPr>
          <p:nvPr/>
        </p:nvCxnSpPr>
        <p:spPr>
          <a:xfrm flipH="1" flipV="1">
            <a:off x="5735960" y="5550085"/>
            <a:ext cx="2736304" cy="230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H="1">
            <a:off x="6168008" y="2264230"/>
            <a:ext cx="0" cy="76527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a:endCxn id="6" idx="0"/>
          </p:cNvCxnSpPr>
          <p:nvPr/>
        </p:nvCxnSpPr>
        <p:spPr>
          <a:xfrm>
            <a:off x="8935243" y="3836306"/>
            <a:ext cx="1179734" cy="131919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Nuage 11"/>
          <p:cNvSpPr/>
          <p:nvPr/>
        </p:nvSpPr>
        <p:spPr>
          <a:xfrm>
            <a:off x="9624392" y="3597758"/>
            <a:ext cx="2314402"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تــقــديــم</a:t>
            </a:r>
            <a:endParaRPr lang="fr-FR" sz="3200" dirty="0">
              <a:solidFill>
                <a:srgbClr val="0070C0"/>
              </a:solidFill>
              <a:cs typeface="+mj-cs"/>
            </a:endParaRPr>
          </a:p>
        </p:txBody>
      </p:sp>
      <p:sp>
        <p:nvSpPr>
          <p:cNvPr id="15" name="Nuage 14"/>
          <p:cNvSpPr/>
          <p:nvPr/>
        </p:nvSpPr>
        <p:spPr>
          <a:xfrm>
            <a:off x="742258" y="4009455"/>
            <a:ext cx="3913582"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rPr>
              <a:t>خـدمـات</a:t>
            </a:r>
            <a:r>
              <a:rPr lang="fr-FR" sz="3200" b="1" dirty="0" smtClean="0">
                <a:solidFill>
                  <a:srgbClr val="0070C0"/>
                </a:solidFill>
              </a:rPr>
              <a:t> </a:t>
            </a:r>
            <a:r>
              <a:rPr lang="ar-DZ" sz="3200" b="1" dirty="0" smtClean="0">
                <a:solidFill>
                  <a:srgbClr val="0070C0"/>
                </a:solidFill>
              </a:rPr>
              <a:t>مـتـقـدمـة</a:t>
            </a:r>
            <a:endParaRPr lang="fr-FR" sz="3200" dirty="0">
              <a:cs typeface="+mj-cs"/>
            </a:endParaRPr>
          </a:p>
        </p:txBody>
      </p:sp>
    </p:spTree>
    <p:extLst>
      <p:ext uri="{BB962C8B-B14F-4D97-AF65-F5344CB8AC3E}">
        <p14:creationId xmlns:p14="http://schemas.microsoft.com/office/powerpoint/2010/main" val="365441330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1000" fill="hold"/>
                                        <p:tgtEl>
                                          <p:spTgt spid="17"/>
                                        </p:tgtEl>
                                        <p:attrNameLst>
                                          <p:attrName>ppt_w</p:attrName>
                                        </p:attrNameLst>
                                      </p:cBhvr>
                                      <p:tavLst>
                                        <p:tav tm="0">
                                          <p:val>
                                            <p:fltVal val="0"/>
                                          </p:val>
                                        </p:tav>
                                        <p:tav tm="100000">
                                          <p:val>
                                            <p:strVal val="#ppt_w"/>
                                          </p:val>
                                        </p:tav>
                                      </p:tavLst>
                                    </p:anim>
                                    <p:anim calcmode="lin" valueType="num">
                                      <p:cBhvr>
                                        <p:cTn id="22" dur="1000" fill="hold"/>
                                        <p:tgtEl>
                                          <p:spTgt spid="17"/>
                                        </p:tgtEl>
                                        <p:attrNameLst>
                                          <p:attrName>ppt_h</p:attrName>
                                        </p:attrNameLst>
                                      </p:cBhvr>
                                      <p:tavLst>
                                        <p:tav tm="0">
                                          <p:val>
                                            <p:fltVal val="0"/>
                                          </p:val>
                                        </p:tav>
                                        <p:tav tm="100000">
                                          <p:val>
                                            <p:strVal val="#ppt_h"/>
                                          </p:val>
                                        </p:tav>
                                      </p:tavLst>
                                    </p:anim>
                                    <p:anim calcmode="lin" valueType="num">
                                      <p:cBhvr>
                                        <p:cTn id="23" dur="1000" fill="hold"/>
                                        <p:tgtEl>
                                          <p:spTgt spid="17"/>
                                        </p:tgtEl>
                                        <p:attrNameLst>
                                          <p:attrName>style.rotation</p:attrName>
                                        </p:attrNameLst>
                                      </p:cBhvr>
                                      <p:tavLst>
                                        <p:tav tm="0">
                                          <p:val>
                                            <p:fltVal val="90"/>
                                          </p:val>
                                        </p:tav>
                                        <p:tav tm="100000">
                                          <p:val>
                                            <p:fltVal val="0"/>
                                          </p:val>
                                        </p:tav>
                                      </p:tavLst>
                                    </p:anim>
                                    <p:animEffect transition="in" filter="fade">
                                      <p:cBhvr>
                                        <p:cTn id="24" dur="1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1000" fill="hold"/>
                                        <p:tgtEl>
                                          <p:spTgt spid="6"/>
                                        </p:tgtEl>
                                        <p:attrNameLst>
                                          <p:attrName>ppt_w</p:attrName>
                                        </p:attrNameLst>
                                      </p:cBhvr>
                                      <p:tavLst>
                                        <p:tav tm="0">
                                          <p:val>
                                            <p:fltVal val="0"/>
                                          </p:val>
                                        </p:tav>
                                        <p:tav tm="100000">
                                          <p:val>
                                            <p:strVal val="#ppt_w"/>
                                          </p:val>
                                        </p:tav>
                                      </p:tavLst>
                                    </p:anim>
                                    <p:anim calcmode="lin" valueType="num">
                                      <p:cBhvr>
                                        <p:cTn id="38" dur="1000" fill="hold"/>
                                        <p:tgtEl>
                                          <p:spTgt spid="6"/>
                                        </p:tgtEl>
                                        <p:attrNameLst>
                                          <p:attrName>ppt_h</p:attrName>
                                        </p:attrNameLst>
                                      </p:cBhvr>
                                      <p:tavLst>
                                        <p:tav tm="0">
                                          <p:val>
                                            <p:fltVal val="0"/>
                                          </p:val>
                                        </p:tav>
                                        <p:tav tm="100000">
                                          <p:val>
                                            <p:strVal val="#ppt_h"/>
                                          </p:val>
                                        </p:tav>
                                      </p:tavLst>
                                    </p:anim>
                                    <p:anim calcmode="lin" valueType="num">
                                      <p:cBhvr>
                                        <p:cTn id="39" dur="1000" fill="hold"/>
                                        <p:tgtEl>
                                          <p:spTgt spid="6"/>
                                        </p:tgtEl>
                                        <p:attrNameLst>
                                          <p:attrName>style.rotation</p:attrName>
                                        </p:attrNameLst>
                                      </p:cBhvr>
                                      <p:tavLst>
                                        <p:tav tm="0">
                                          <p:val>
                                            <p:fltVal val="90"/>
                                          </p:val>
                                        </p:tav>
                                        <p:tav tm="100000">
                                          <p:val>
                                            <p:fltVal val="0"/>
                                          </p:val>
                                        </p:tav>
                                      </p:tavLst>
                                    </p:anim>
                                    <p:animEffect transition="in" filter="fade">
                                      <p:cBhvr>
                                        <p:cTn id="40" dur="1000"/>
                                        <p:tgtEl>
                                          <p:spTgt spid="6"/>
                                        </p:tgtEl>
                                      </p:cBhvr>
                                    </p:animEffect>
                                  </p:childTnLst>
                                </p:cTn>
                              </p:par>
                              <p:par>
                                <p:cTn id="41" presetID="3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fltVal val="0"/>
                                          </p:val>
                                        </p:tav>
                                        <p:tav tm="100000">
                                          <p:val>
                                            <p:strVal val="#ppt_w"/>
                                          </p:val>
                                        </p:tav>
                                      </p:tavLst>
                                    </p:anim>
                                    <p:anim calcmode="lin" valueType="num">
                                      <p:cBhvr>
                                        <p:cTn id="44" dur="1000" fill="hold"/>
                                        <p:tgtEl>
                                          <p:spTgt spid="25"/>
                                        </p:tgtEl>
                                        <p:attrNameLst>
                                          <p:attrName>ppt_h</p:attrName>
                                        </p:attrNameLst>
                                      </p:cBhvr>
                                      <p:tavLst>
                                        <p:tav tm="0">
                                          <p:val>
                                            <p:fltVal val="0"/>
                                          </p:val>
                                        </p:tav>
                                        <p:tav tm="100000">
                                          <p:val>
                                            <p:strVal val="#ppt_h"/>
                                          </p:val>
                                        </p:tav>
                                      </p:tavLst>
                                    </p:anim>
                                    <p:anim calcmode="lin" valueType="num">
                                      <p:cBhvr>
                                        <p:cTn id="45" dur="1000" fill="hold"/>
                                        <p:tgtEl>
                                          <p:spTgt spid="25"/>
                                        </p:tgtEl>
                                        <p:attrNameLst>
                                          <p:attrName>style.rotation</p:attrName>
                                        </p:attrNameLst>
                                      </p:cBhvr>
                                      <p:tavLst>
                                        <p:tav tm="0">
                                          <p:val>
                                            <p:fltVal val="90"/>
                                          </p:val>
                                        </p:tav>
                                        <p:tav tm="100000">
                                          <p:val>
                                            <p:fltVal val="0"/>
                                          </p:val>
                                        </p:tav>
                                      </p:tavLst>
                                    </p:anim>
                                    <p:animEffect transition="in" filter="fade">
                                      <p:cBhvr>
                                        <p:cTn id="46" dur="10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1000" fill="hold"/>
                                        <p:tgtEl>
                                          <p:spTgt spid="16"/>
                                        </p:tgtEl>
                                        <p:attrNameLst>
                                          <p:attrName>ppt_w</p:attrName>
                                        </p:attrNameLst>
                                      </p:cBhvr>
                                      <p:tavLst>
                                        <p:tav tm="0">
                                          <p:val>
                                            <p:fltVal val="0"/>
                                          </p:val>
                                        </p:tav>
                                        <p:tav tm="100000">
                                          <p:val>
                                            <p:strVal val="#ppt_w"/>
                                          </p:val>
                                        </p:tav>
                                      </p:tavLst>
                                    </p:anim>
                                    <p:anim calcmode="lin" valueType="num">
                                      <p:cBhvr>
                                        <p:cTn id="52" dur="1000" fill="hold"/>
                                        <p:tgtEl>
                                          <p:spTgt spid="16"/>
                                        </p:tgtEl>
                                        <p:attrNameLst>
                                          <p:attrName>ppt_h</p:attrName>
                                        </p:attrNameLst>
                                      </p:cBhvr>
                                      <p:tavLst>
                                        <p:tav tm="0">
                                          <p:val>
                                            <p:fltVal val="0"/>
                                          </p:val>
                                        </p:tav>
                                        <p:tav tm="100000">
                                          <p:val>
                                            <p:strVal val="#ppt_h"/>
                                          </p:val>
                                        </p:tav>
                                      </p:tavLst>
                                    </p:anim>
                                    <p:anim calcmode="lin" valueType="num">
                                      <p:cBhvr>
                                        <p:cTn id="53" dur="1000" fill="hold"/>
                                        <p:tgtEl>
                                          <p:spTgt spid="16"/>
                                        </p:tgtEl>
                                        <p:attrNameLst>
                                          <p:attrName>style.rotation</p:attrName>
                                        </p:attrNameLst>
                                      </p:cBhvr>
                                      <p:tavLst>
                                        <p:tav tm="0">
                                          <p:val>
                                            <p:fltVal val="90"/>
                                          </p:val>
                                        </p:tav>
                                        <p:tav tm="100000">
                                          <p:val>
                                            <p:fltVal val="0"/>
                                          </p:val>
                                        </p:tav>
                                      </p:tavLst>
                                    </p:anim>
                                    <p:animEffect transition="in" filter="fade">
                                      <p:cBhvr>
                                        <p:cTn id="54" dur="1000"/>
                                        <p:tgtEl>
                                          <p:spTgt spid="16"/>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1000" fill="hold"/>
                                        <p:tgtEl>
                                          <p:spTgt spid="8"/>
                                        </p:tgtEl>
                                        <p:attrNameLst>
                                          <p:attrName>ppt_w</p:attrName>
                                        </p:attrNameLst>
                                      </p:cBhvr>
                                      <p:tavLst>
                                        <p:tav tm="0">
                                          <p:val>
                                            <p:fltVal val="0"/>
                                          </p:val>
                                        </p:tav>
                                        <p:tav tm="100000">
                                          <p:val>
                                            <p:strVal val="#ppt_w"/>
                                          </p:val>
                                        </p:tav>
                                      </p:tavLst>
                                    </p:anim>
                                    <p:anim calcmode="lin" valueType="num">
                                      <p:cBhvr>
                                        <p:cTn id="58" dur="1000" fill="hold"/>
                                        <p:tgtEl>
                                          <p:spTgt spid="8"/>
                                        </p:tgtEl>
                                        <p:attrNameLst>
                                          <p:attrName>ppt_h</p:attrName>
                                        </p:attrNameLst>
                                      </p:cBhvr>
                                      <p:tavLst>
                                        <p:tav tm="0">
                                          <p:val>
                                            <p:fltVal val="0"/>
                                          </p:val>
                                        </p:tav>
                                        <p:tav tm="100000">
                                          <p:val>
                                            <p:strVal val="#ppt_h"/>
                                          </p:val>
                                        </p:tav>
                                      </p:tavLst>
                                    </p:anim>
                                    <p:anim calcmode="lin" valueType="num">
                                      <p:cBhvr>
                                        <p:cTn id="59" dur="1000" fill="hold"/>
                                        <p:tgtEl>
                                          <p:spTgt spid="8"/>
                                        </p:tgtEl>
                                        <p:attrNameLst>
                                          <p:attrName>style.rotation</p:attrName>
                                        </p:attrNameLst>
                                      </p:cBhvr>
                                      <p:tavLst>
                                        <p:tav tm="0">
                                          <p:val>
                                            <p:fltVal val="90"/>
                                          </p:val>
                                        </p:tav>
                                        <p:tav tm="100000">
                                          <p:val>
                                            <p:fltVal val="0"/>
                                          </p:val>
                                        </p:tav>
                                      </p:tavLst>
                                    </p:anim>
                                    <p:animEffect transition="in" filter="fade">
                                      <p:cBhvr>
                                        <p:cTn id="60" dur="1000"/>
                                        <p:tgtEl>
                                          <p:spTgt spid="8"/>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par>
                                <p:cTn id="64" presetID="6" presetClass="entr" presetSubtype="16"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circle(in)">
                                      <p:cBhvr>
                                        <p:cTn id="66"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14" grpId="0" animBg="1"/>
      <p:bldP spid="12" grpId="0" animBg="1"/>
      <p:bldP spid="1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endParaRPr lang="ar-DZ" sz="1000" b="1" dirty="0" smtClean="0"/>
          </a:p>
          <a:p>
            <a:pPr marL="0" indent="0" algn="just" rtl="1">
              <a:lnSpc>
                <a:spcPct val="150000"/>
              </a:lnSpc>
              <a:buNone/>
            </a:pPr>
            <a:r>
              <a:rPr lang="ar-DZ" sz="4000" b="1" dirty="0" smtClean="0">
                <a:solidFill>
                  <a:srgbClr val="002060"/>
                </a:solidFill>
                <a:cs typeface="+mj-cs"/>
              </a:rPr>
              <a:t>نـظــام </a:t>
            </a:r>
            <a:r>
              <a:rPr lang="ar-DZ" sz="4000" b="1" dirty="0">
                <a:solidFill>
                  <a:srgbClr val="002060"/>
                </a:solidFill>
                <a:cs typeface="+mj-cs"/>
              </a:rPr>
              <a:t>الـتـشـغــيــل هــو الـقــاعــدة الأســاســيــة الَّـتي تـضـمُّ مـجـمـوعـة</a:t>
            </a:r>
            <a:r>
              <a:rPr lang="ar-DZ" sz="4000" b="1" dirty="0" smtClean="0">
                <a:solidFill>
                  <a:srgbClr val="002060"/>
                </a:solidFill>
                <a:cs typeface="+mj-cs"/>
              </a:rPr>
              <a:t>،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فــيـمـا بـيـنـهـا مـن أجـل تــوفــيــر بــيــئــة مــلائــمــة للـمـسـتـخــدم تـسـمـح لـه بـ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4800" b="1" u="sng" dirty="0">
                <a:solidFill>
                  <a:srgbClr val="FF0000"/>
                </a:solidFill>
              </a:rPr>
              <a:t>1. تــعــريــف نـظـام </a:t>
            </a:r>
            <a:r>
              <a:rPr lang="ar-DZ" sz="4800" b="1" u="sng" dirty="0" smtClean="0">
                <a:solidFill>
                  <a:srgbClr val="FF0000"/>
                </a:solidFill>
              </a:rPr>
              <a:t>الـتـشـغــيـل</a:t>
            </a:r>
            <a:r>
              <a:rPr lang="ar-DZ" sz="4800" b="1" dirty="0" smtClean="0">
                <a:solidFill>
                  <a:srgbClr val="FF0000"/>
                </a:solidFill>
              </a:rPr>
              <a:t> </a:t>
            </a:r>
            <a:r>
              <a:rPr lang="ar-DZ" sz="4800" b="1" dirty="0">
                <a:solidFill>
                  <a:srgbClr val="FF0000"/>
                </a:solidFill>
              </a:rPr>
              <a:t>:</a:t>
            </a:r>
            <a:endParaRPr lang="fr-FR" sz="4800" i="1" dirty="0">
              <a:solidFill>
                <a:srgbClr val="FF0000"/>
              </a:solidFill>
            </a:endParaRPr>
          </a:p>
        </p:txBody>
      </p:sp>
    </p:spTree>
    <p:extLst>
      <p:ext uri="{BB962C8B-B14F-4D97-AF65-F5344CB8AC3E}">
        <p14:creationId xmlns:p14="http://schemas.microsoft.com/office/powerpoint/2010/main" val="15087805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animBg="1"/>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endParaRPr lang="ar-DZ" sz="1000" b="1" dirty="0" smtClean="0"/>
          </a:p>
          <a:p>
            <a:pPr marL="0" indent="0" algn="just" rtl="1">
              <a:lnSpc>
                <a:spcPct val="150000"/>
              </a:lnSpc>
              <a:buNone/>
            </a:pPr>
            <a:r>
              <a:rPr lang="ar-DZ" sz="4000" b="1" dirty="0" smtClean="0">
                <a:solidFill>
                  <a:srgbClr val="002060"/>
                </a:solidFill>
                <a:cs typeface="+mj-cs"/>
              </a:rPr>
              <a:t>نـظــام </a:t>
            </a:r>
            <a:r>
              <a:rPr lang="ar-DZ" sz="4000" b="1" dirty="0">
                <a:solidFill>
                  <a:srgbClr val="002060"/>
                </a:solidFill>
                <a:cs typeface="+mj-cs"/>
              </a:rPr>
              <a:t>الـتـشـغــيــل هــو الـقــاعــدة الأســاســيــة الَّـتي تـضـمُّ مـجـمـوعـة</a:t>
            </a:r>
            <a:r>
              <a:rPr lang="ar-DZ" sz="4000" b="1" dirty="0" smtClean="0">
                <a:solidFill>
                  <a:srgbClr val="002060"/>
                </a:solidFill>
                <a:cs typeface="+mj-cs"/>
              </a:rPr>
              <a:t>،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فــيـمـا بـيـنـهـا مـن أجـل تــوفــيــر بــيــئــة مــلائــمــة للـمـسـتـخــدم تـسـمـح لـه بـ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4800" b="1" u="sng" dirty="0">
                <a:solidFill>
                  <a:srgbClr val="FF0000"/>
                </a:solidFill>
              </a:rPr>
              <a:t>1. تــعــريــف نـظـام </a:t>
            </a:r>
            <a:r>
              <a:rPr lang="ar-DZ" sz="4800" b="1" u="sng" dirty="0" smtClean="0">
                <a:solidFill>
                  <a:srgbClr val="FF0000"/>
                </a:solidFill>
              </a:rPr>
              <a:t>الـتـشـغــيـل</a:t>
            </a:r>
            <a:r>
              <a:rPr lang="ar-DZ" sz="4800" b="1" dirty="0" smtClean="0">
                <a:solidFill>
                  <a:srgbClr val="FF0000"/>
                </a:solidFill>
              </a:rPr>
              <a:t> </a:t>
            </a:r>
            <a:r>
              <a:rPr lang="ar-DZ" sz="4800" b="1" dirty="0">
                <a:solidFill>
                  <a:srgbClr val="FF0000"/>
                </a:solidFill>
              </a:rPr>
              <a:t>:</a:t>
            </a:r>
            <a:endParaRPr lang="fr-FR" sz="4800" i="1" dirty="0">
              <a:solidFill>
                <a:srgbClr val="FF0000"/>
              </a:solidFill>
            </a:endParaRPr>
          </a:p>
        </p:txBody>
      </p:sp>
      <p:sp>
        <p:nvSpPr>
          <p:cNvPr id="6" name="Rectangle 5"/>
          <p:cNvSpPr/>
          <p:nvPr/>
        </p:nvSpPr>
        <p:spPr>
          <a:xfrm>
            <a:off x="4007768" y="3506062"/>
            <a:ext cx="511256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الـبــرمـجــيــات الـمـتـكــامــلــة</a:t>
            </a:r>
            <a:endParaRPr lang="fr-FR" sz="4000" b="1" dirty="0">
              <a:solidFill>
                <a:srgbClr val="0070C0"/>
              </a:solidFill>
              <a:cs typeface="+mj-cs"/>
            </a:endParaRPr>
          </a:p>
        </p:txBody>
      </p:sp>
    </p:spTree>
    <p:extLst>
      <p:ext uri="{BB962C8B-B14F-4D97-AF65-F5344CB8AC3E}">
        <p14:creationId xmlns:p14="http://schemas.microsoft.com/office/powerpoint/2010/main" val="344714087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4800" b="1" u="sng" dirty="0">
                <a:solidFill>
                  <a:srgbClr val="FF0000"/>
                </a:solidFill>
                <a:cs typeface="+mj-cs"/>
              </a:rPr>
              <a:t>1. تــعــريــف نـظـام </a:t>
            </a:r>
            <a:r>
              <a:rPr lang="ar-DZ" sz="4800" b="1" u="sng" dirty="0" smtClean="0">
                <a:solidFill>
                  <a:srgbClr val="FF0000"/>
                </a:solidFill>
                <a:cs typeface="+mj-cs"/>
              </a:rPr>
              <a:t>الـتـشـغــيـل</a:t>
            </a:r>
            <a:r>
              <a:rPr lang="ar-DZ" sz="4800" b="1" dirty="0" smtClean="0">
                <a:solidFill>
                  <a:srgbClr val="FF0000"/>
                </a:solidFill>
                <a:cs typeface="+mj-cs"/>
              </a:rPr>
              <a:t> ( تــابــع )</a:t>
            </a:r>
            <a:endParaRPr lang="fr-FR" sz="4800" i="1" dirty="0">
              <a:solidFill>
                <a:srgbClr val="FF000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اســتــغــــلال </a:t>
            </a:r>
            <a:r>
              <a:rPr lang="ar-DZ" sz="4000" b="1" dirty="0" smtClean="0">
                <a:solidFill>
                  <a:srgbClr val="0070C0"/>
                </a:solidFill>
                <a:cs typeface="Times New Roman" panose="02020603050405020304" pitchFamily="18" charset="0"/>
              </a:rPr>
              <a:t>........................................</a:t>
            </a:r>
            <a:r>
              <a:rPr lang="ar-DZ" sz="4000" b="1" dirty="0" smtClean="0">
                <a:solidFill>
                  <a:srgbClr val="0070C0"/>
                </a:solidFill>
              </a:rPr>
              <a:t> </a:t>
            </a:r>
            <a:endParaRPr lang="fr-FR" sz="4000" b="1" dirty="0">
              <a:solidFill>
                <a:srgbClr val="0070C0"/>
              </a:solidFill>
            </a:endParaRPr>
          </a:p>
        </p:txBody>
      </p:sp>
      <p:sp>
        <p:nvSpPr>
          <p:cNvPr id="10" name="Rectangle 9"/>
          <p:cNvSpPr/>
          <p:nvPr/>
        </p:nvSpPr>
        <p:spPr>
          <a:xfrm>
            <a:off x="1343472" y="3827371"/>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تـــقــــديــــ</a:t>
            </a:r>
            <a:r>
              <a:rPr lang="ar-DZ" sz="4000" b="1" dirty="0">
                <a:solidFill>
                  <a:srgbClr val="0070C0"/>
                </a:solidFill>
              </a:rPr>
              <a:t>ـ</a:t>
            </a:r>
            <a:r>
              <a:rPr lang="ar-DZ" sz="4000" b="1" dirty="0" smtClean="0">
                <a:solidFill>
                  <a:srgbClr val="0070C0"/>
                </a:solidFill>
              </a:rPr>
              <a:t>م</a:t>
            </a:r>
            <a:r>
              <a:rPr lang="fr-FR" sz="4000" b="1" dirty="0" smtClean="0">
                <a:solidFill>
                  <a:srgbClr val="0070C0"/>
                </a:solidFill>
              </a:rPr>
              <a:t> </a:t>
            </a:r>
            <a:r>
              <a:rPr lang="ar-DZ" sz="4000" b="1" dirty="0">
                <a:solidFill>
                  <a:srgbClr val="0070C0"/>
                </a:solidFill>
                <a:cs typeface="Times New Roman" panose="02020603050405020304" pitchFamily="18" charset="0"/>
              </a:rPr>
              <a:t>........................................</a:t>
            </a:r>
            <a:endParaRPr lang="fr-FR" sz="4000" b="1" dirty="0">
              <a:solidFill>
                <a:srgbClr val="0070C0"/>
              </a:solidFill>
            </a:endParaRPr>
          </a:p>
        </p:txBody>
      </p:sp>
      <p:sp>
        <p:nvSpPr>
          <p:cNvPr id="11" name="Rectangle 10"/>
          <p:cNvSpPr/>
          <p:nvPr/>
        </p:nvSpPr>
        <p:spPr>
          <a:xfrm>
            <a:off x="1343472" y="5009197"/>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تــشــغـــيـــل </a:t>
            </a:r>
            <a:r>
              <a:rPr lang="ar-DZ" sz="4000" b="1" dirty="0">
                <a:solidFill>
                  <a:srgbClr val="0070C0"/>
                </a:solidFill>
                <a:cs typeface="Times New Roman" panose="02020603050405020304" pitchFamily="18" charset="0"/>
              </a:rPr>
              <a:t>........................................</a:t>
            </a:r>
            <a:endParaRPr lang="fr-FR" sz="4000" b="1" dirty="0">
              <a:solidFill>
                <a:srgbClr val="0070C0"/>
              </a:solidFill>
            </a:endParaRPr>
          </a:p>
        </p:txBody>
      </p:sp>
    </p:spTree>
    <p:extLst>
      <p:ext uri="{BB962C8B-B14F-4D97-AF65-F5344CB8AC3E}">
        <p14:creationId xmlns:p14="http://schemas.microsoft.com/office/powerpoint/2010/main" val="188418630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p:cTn id="51" dur="1000" fill="hold"/>
                                        <p:tgtEl>
                                          <p:spTgt spid="11"/>
                                        </p:tgtEl>
                                        <p:attrNameLst>
                                          <p:attrName>ppt_w</p:attrName>
                                        </p:attrNameLst>
                                      </p:cBhvr>
                                      <p:tavLst>
                                        <p:tav tm="0">
                                          <p:val>
                                            <p:fltVal val="0"/>
                                          </p:val>
                                        </p:tav>
                                        <p:tav tm="100000">
                                          <p:val>
                                            <p:strVal val="#ppt_w"/>
                                          </p:val>
                                        </p:tav>
                                      </p:tavLst>
                                    </p:anim>
                                    <p:anim calcmode="lin" valueType="num">
                                      <p:cBhvr>
                                        <p:cTn id="52" dur="1000" fill="hold"/>
                                        <p:tgtEl>
                                          <p:spTgt spid="11"/>
                                        </p:tgtEl>
                                        <p:attrNameLst>
                                          <p:attrName>ppt_h</p:attrName>
                                        </p:attrNameLst>
                                      </p:cBhvr>
                                      <p:tavLst>
                                        <p:tav tm="0">
                                          <p:val>
                                            <p:fltVal val="0"/>
                                          </p:val>
                                        </p:tav>
                                        <p:tav tm="100000">
                                          <p:val>
                                            <p:strVal val="#ppt_h"/>
                                          </p:val>
                                        </p:tav>
                                      </p:tavLst>
                                    </p:anim>
                                    <p:anim calcmode="lin" valueType="num">
                                      <p:cBhvr>
                                        <p:cTn id="53" dur="1000" fill="hold"/>
                                        <p:tgtEl>
                                          <p:spTgt spid="11"/>
                                        </p:tgtEl>
                                        <p:attrNameLst>
                                          <p:attrName>style.rotation</p:attrName>
                                        </p:attrNameLst>
                                      </p:cBhvr>
                                      <p:tavLst>
                                        <p:tav tm="0">
                                          <p:val>
                                            <p:fltVal val="90"/>
                                          </p:val>
                                        </p:tav>
                                        <p:tav tm="100000">
                                          <p:val>
                                            <p:fltVal val="0"/>
                                          </p:val>
                                        </p:tav>
                                      </p:tavLst>
                                    </p:anim>
                                    <p:animEffect transition="in" filter="fade">
                                      <p:cBhvr>
                                        <p:cTn id="5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10" grpId="0" animBg="1"/>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4800" b="1" u="sng" dirty="0">
                <a:solidFill>
                  <a:srgbClr val="FF0000"/>
                </a:solidFill>
                <a:cs typeface="+mj-cs"/>
              </a:rPr>
              <a:t>1. تــعــريــف نـظـام </a:t>
            </a:r>
            <a:r>
              <a:rPr lang="ar-DZ" sz="4800" b="1" u="sng" dirty="0" smtClean="0">
                <a:solidFill>
                  <a:srgbClr val="FF0000"/>
                </a:solidFill>
                <a:cs typeface="+mj-cs"/>
              </a:rPr>
              <a:t>الـتـشـغــيـل</a:t>
            </a:r>
            <a:r>
              <a:rPr lang="ar-DZ" sz="4800" b="1" dirty="0" smtClean="0">
                <a:solidFill>
                  <a:srgbClr val="FF0000"/>
                </a:solidFill>
                <a:cs typeface="+mj-cs"/>
              </a:rPr>
              <a:t> ( تــابــع )</a:t>
            </a:r>
            <a:endParaRPr lang="fr-FR" sz="4800" i="1" dirty="0">
              <a:solidFill>
                <a:srgbClr val="FF000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اســتــغــــلال الــمـــكـــونـــــات الــمــــاديــــة </a:t>
            </a:r>
            <a:endParaRPr lang="fr-FR" sz="4000" b="1" dirty="0">
              <a:solidFill>
                <a:srgbClr val="0070C0"/>
              </a:solidFill>
            </a:endParaRPr>
          </a:p>
        </p:txBody>
      </p:sp>
      <p:sp>
        <p:nvSpPr>
          <p:cNvPr id="10" name="Rectangle 9"/>
          <p:cNvSpPr/>
          <p:nvPr/>
        </p:nvSpPr>
        <p:spPr>
          <a:xfrm>
            <a:off x="1343472" y="3827371"/>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تـــقــــديــــ</a:t>
            </a:r>
            <a:r>
              <a:rPr lang="ar-DZ" sz="4000" b="1" dirty="0">
                <a:solidFill>
                  <a:srgbClr val="0070C0"/>
                </a:solidFill>
              </a:rPr>
              <a:t>ـ</a:t>
            </a:r>
            <a:r>
              <a:rPr lang="ar-DZ" sz="4000" b="1" dirty="0" smtClean="0">
                <a:solidFill>
                  <a:srgbClr val="0070C0"/>
                </a:solidFill>
              </a:rPr>
              <a:t>م</a:t>
            </a:r>
            <a:r>
              <a:rPr lang="fr-FR" sz="4000" b="1" dirty="0" smtClean="0">
                <a:solidFill>
                  <a:srgbClr val="0070C0"/>
                </a:solidFill>
              </a:rPr>
              <a:t> </a:t>
            </a:r>
            <a:r>
              <a:rPr lang="ar-DZ" sz="4000" b="1" dirty="0" smtClean="0">
                <a:solidFill>
                  <a:srgbClr val="0070C0"/>
                </a:solidFill>
              </a:rPr>
              <a:t>خـــــدمــ</a:t>
            </a:r>
            <a:r>
              <a:rPr lang="ar-DZ" sz="4000" b="1" dirty="0">
                <a:solidFill>
                  <a:srgbClr val="0070C0"/>
                </a:solidFill>
              </a:rPr>
              <a:t>ـ</a:t>
            </a:r>
            <a:r>
              <a:rPr lang="ar-DZ" sz="4000" b="1" dirty="0" smtClean="0">
                <a:solidFill>
                  <a:srgbClr val="0070C0"/>
                </a:solidFill>
              </a:rPr>
              <a:t>ــات أســ</a:t>
            </a:r>
            <a:r>
              <a:rPr lang="ar-DZ" sz="4000" b="1" dirty="0">
                <a:solidFill>
                  <a:srgbClr val="0070C0"/>
                </a:solidFill>
              </a:rPr>
              <a:t>ـ</a:t>
            </a:r>
            <a:r>
              <a:rPr lang="ar-DZ" sz="4000" b="1" dirty="0" smtClean="0">
                <a:solidFill>
                  <a:srgbClr val="0070C0"/>
                </a:solidFill>
              </a:rPr>
              <a:t>ــاســــيــــة</a:t>
            </a:r>
            <a:endParaRPr lang="fr-FR" sz="4000" b="1" dirty="0">
              <a:solidFill>
                <a:srgbClr val="0070C0"/>
              </a:solidFill>
            </a:endParaRPr>
          </a:p>
        </p:txBody>
      </p:sp>
      <p:sp>
        <p:nvSpPr>
          <p:cNvPr id="11" name="Rectangle 10"/>
          <p:cNvSpPr/>
          <p:nvPr/>
        </p:nvSpPr>
        <p:spPr>
          <a:xfrm>
            <a:off x="1343472" y="5009197"/>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تــشــغـــيـــل الــبـــرامــج الــتــطــبـــيــقـــيـــة</a:t>
            </a:r>
            <a:endParaRPr lang="fr-FR" sz="4000" b="1" dirty="0">
              <a:solidFill>
                <a:srgbClr val="0070C0"/>
              </a:solidFill>
            </a:endParaRPr>
          </a:p>
        </p:txBody>
      </p:sp>
    </p:spTree>
    <p:extLst>
      <p:ext uri="{BB962C8B-B14F-4D97-AF65-F5344CB8AC3E}">
        <p14:creationId xmlns:p14="http://schemas.microsoft.com/office/powerpoint/2010/main" val="57972868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p:cTn id="51" dur="1000" fill="hold"/>
                                        <p:tgtEl>
                                          <p:spTgt spid="11"/>
                                        </p:tgtEl>
                                        <p:attrNameLst>
                                          <p:attrName>ppt_w</p:attrName>
                                        </p:attrNameLst>
                                      </p:cBhvr>
                                      <p:tavLst>
                                        <p:tav tm="0">
                                          <p:val>
                                            <p:fltVal val="0"/>
                                          </p:val>
                                        </p:tav>
                                        <p:tav tm="100000">
                                          <p:val>
                                            <p:strVal val="#ppt_w"/>
                                          </p:val>
                                        </p:tav>
                                      </p:tavLst>
                                    </p:anim>
                                    <p:anim calcmode="lin" valueType="num">
                                      <p:cBhvr>
                                        <p:cTn id="52" dur="1000" fill="hold"/>
                                        <p:tgtEl>
                                          <p:spTgt spid="11"/>
                                        </p:tgtEl>
                                        <p:attrNameLst>
                                          <p:attrName>ppt_h</p:attrName>
                                        </p:attrNameLst>
                                      </p:cBhvr>
                                      <p:tavLst>
                                        <p:tav tm="0">
                                          <p:val>
                                            <p:fltVal val="0"/>
                                          </p:val>
                                        </p:tav>
                                        <p:tav tm="100000">
                                          <p:val>
                                            <p:strVal val="#ppt_h"/>
                                          </p:val>
                                        </p:tav>
                                      </p:tavLst>
                                    </p:anim>
                                    <p:anim calcmode="lin" valueType="num">
                                      <p:cBhvr>
                                        <p:cTn id="53" dur="1000" fill="hold"/>
                                        <p:tgtEl>
                                          <p:spTgt spid="11"/>
                                        </p:tgtEl>
                                        <p:attrNameLst>
                                          <p:attrName>style.rotation</p:attrName>
                                        </p:attrNameLst>
                                      </p:cBhvr>
                                      <p:tavLst>
                                        <p:tav tm="0">
                                          <p:val>
                                            <p:fltVal val="90"/>
                                          </p:val>
                                        </p:tav>
                                        <p:tav tm="100000">
                                          <p:val>
                                            <p:fltVal val="0"/>
                                          </p:val>
                                        </p:tav>
                                      </p:tavLst>
                                    </p:anim>
                                    <p:animEffect transition="in" filter="fade">
                                      <p:cBhvr>
                                        <p:cTn id="5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10" grpId="0" animBg="1"/>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a:solidFill>
                  <a:srgbClr val="FF0000"/>
                </a:solidFill>
                <a:cs typeface="+mj-cs"/>
              </a:rPr>
              <a:t>2. </a:t>
            </a:r>
            <a:r>
              <a:rPr lang="ar-DZ" b="1" dirty="0" smtClean="0">
                <a:solidFill>
                  <a:srgbClr val="FF0000"/>
                </a:solidFill>
                <a:cs typeface="+mj-cs"/>
              </a:rPr>
              <a:t>تــثــبــيــت </a:t>
            </a:r>
            <a:r>
              <a:rPr lang="ar-DZ" b="1" dirty="0">
                <a:solidFill>
                  <a:srgbClr val="FF0000"/>
                </a:solidFill>
                <a:cs typeface="+mj-cs"/>
              </a:rPr>
              <a:t>نـظــام </a:t>
            </a:r>
            <a:r>
              <a:rPr lang="ar-DZ" b="1" dirty="0" smtClean="0">
                <a:solidFill>
                  <a:srgbClr val="FF0000"/>
                </a:solidFill>
                <a:cs typeface="+mj-cs"/>
              </a:rPr>
              <a:t>الـتـشـغــيــل  </a:t>
            </a:r>
            <a:r>
              <a:rPr lang="fr-FR" b="1" dirty="0" smtClean="0">
                <a:solidFill>
                  <a:srgbClr val="FF0000"/>
                </a:solidFill>
                <a:cs typeface="+mj-cs"/>
              </a:rPr>
              <a:t>Installation OS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r>
              <a:rPr lang="ar-DZ" sz="4800" b="1" dirty="0">
                <a:cs typeface="+mj-cs"/>
              </a:rPr>
              <a:t>مــاذا يُــمَــثِّــلُ لــكــم مــفــهــوم " ت</a:t>
            </a:r>
            <a:r>
              <a:rPr lang="ar-DZ" sz="4800" b="1" dirty="0" smtClean="0">
                <a:cs typeface="+mj-cs"/>
              </a:rPr>
              <a:t>ــثـبــيــت </a:t>
            </a:r>
            <a:r>
              <a:rPr lang="ar-DZ" sz="4800" b="1" dirty="0">
                <a:cs typeface="+mj-cs"/>
              </a:rPr>
              <a:t>نــظــام </a:t>
            </a:r>
            <a:r>
              <a:rPr lang="ar-DZ" sz="4800" b="1" dirty="0" smtClean="0">
                <a:cs typeface="+mj-cs"/>
              </a:rPr>
              <a:t>الـتـشـغــيــل </a:t>
            </a:r>
            <a:r>
              <a:rPr lang="fr-FR" sz="4800" b="1" dirty="0">
                <a:cs typeface="+mj-cs"/>
              </a:rPr>
              <a:t>Installation </a:t>
            </a:r>
            <a:r>
              <a:rPr lang="fr-FR" sz="4800" b="1" dirty="0" smtClean="0">
                <a:cs typeface="+mj-cs"/>
              </a:rPr>
              <a:t>du Système d’Exploitation</a:t>
            </a:r>
            <a:r>
              <a:rPr lang="ar-DZ" sz="4800" b="1" dirty="0" smtClean="0">
                <a:cs typeface="+mj-cs"/>
              </a:rPr>
              <a:t>" </a:t>
            </a:r>
            <a:r>
              <a:rPr lang="ar-DZ" b="1" dirty="0" smtClean="0">
                <a:cs typeface="+mj-cs"/>
              </a:rPr>
              <a:t>.</a:t>
            </a: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5400" b="1" u="sng" dirty="0">
                <a:solidFill>
                  <a:srgbClr val="00B050"/>
                </a:solidFill>
                <a:cs typeface="+mj-cs"/>
              </a:rPr>
              <a:t>نـشـاط </a:t>
            </a:r>
            <a:r>
              <a:rPr lang="ar-DZ" sz="5400" b="1" u="sng" dirty="0" smtClean="0">
                <a:solidFill>
                  <a:srgbClr val="00B050"/>
                </a:solidFill>
                <a:cs typeface="+mj-cs"/>
              </a:rPr>
              <a:t>2</a:t>
            </a:r>
            <a:r>
              <a:rPr lang="ar-DZ" sz="5400" b="1" dirty="0" smtClean="0">
                <a:solidFill>
                  <a:srgbClr val="00B050"/>
                </a:solidFill>
                <a:cs typeface="+mj-cs"/>
              </a:rPr>
              <a:t> :</a:t>
            </a:r>
            <a:endParaRPr lang="fr-FR" sz="5400" i="1" dirty="0">
              <a:solidFill>
                <a:srgbClr val="00B050"/>
              </a:solidFill>
              <a:cs typeface="+mj-cs"/>
            </a:endParaRPr>
          </a:p>
        </p:txBody>
      </p:sp>
    </p:spTree>
    <p:extLst>
      <p:ext uri="{BB962C8B-B14F-4D97-AF65-F5344CB8AC3E}">
        <p14:creationId xmlns:p14="http://schemas.microsoft.com/office/powerpoint/2010/main" val="105695261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 calcmode="lin" valueType="num">
                                      <p:cBhvr>
                                        <p:cTn id="21"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2"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3"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4" dur="7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642483"/>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u="sng" dirty="0">
                <a:solidFill>
                  <a:srgbClr val="FF0000"/>
                </a:solidFill>
                <a:cs typeface="+mj-cs"/>
              </a:rPr>
              <a:t>نَـشَــاط </a:t>
            </a:r>
            <a:r>
              <a:rPr lang="ar-DZ" sz="3800" b="1" u="sng" dirty="0" smtClean="0">
                <a:solidFill>
                  <a:srgbClr val="FF0000"/>
                </a:solidFill>
                <a:cs typeface="+mj-cs"/>
              </a:rPr>
              <a:t>5 – الــوحـــدة 2</a:t>
            </a:r>
            <a:r>
              <a:rPr lang="ar-DZ" sz="3800" b="1" dirty="0" smtClean="0">
                <a:solidFill>
                  <a:srgbClr val="FF0000"/>
                </a:solidFill>
                <a:cs typeface="+mj-cs"/>
              </a:rPr>
              <a:t> </a:t>
            </a:r>
            <a:r>
              <a:rPr lang="ar-DZ" sz="3800" b="1" dirty="0">
                <a:solidFill>
                  <a:srgbClr val="FF0000"/>
                </a:solidFill>
                <a:cs typeface="+mj-cs"/>
              </a:rPr>
              <a:t>( تــابـع </a:t>
            </a:r>
            <a:r>
              <a:rPr lang="ar-DZ" sz="3800" b="1" dirty="0" smtClean="0">
                <a:solidFill>
                  <a:srgbClr val="FF0000"/>
                </a:solidFill>
                <a:cs typeface="+mj-cs"/>
              </a:rPr>
              <a:t>) : </a:t>
            </a:r>
            <a:r>
              <a:rPr lang="ar-DZ" sz="3800" b="1" dirty="0">
                <a:solidFill>
                  <a:srgbClr val="FF0000"/>
                </a:solidFill>
                <a:cs typeface="+mj-cs"/>
              </a:rPr>
              <a:t>الـمــكــونــات </a:t>
            </a:r>
            <a:r>
              <a:rPr lang="ar-DZ" sz="3800" b="1" dirty="0" smtClean="0">
                <a:solidFill>
                  <a:srgbClr val="FF0000"/>
                </a:solidFill>
                <a:cs typeface="+mj-cs"/>
              </a:rPr>
              <a:t>الـداخــلــيــة</a:t>
            </a:r>
            <a:endParaRPr lang="fr-FR" sz="3800" i="1" dirty="0">
              <a:solidFill>
                <a:srgbClr val="FF0000"/>
              </a:solidFill>
              <a:cs typeface="+mj-cs"/>
            </a:endParaRPr>
          </a:p>
        </p:txBody>
      </p:sp>
      <p:sp>
        <p:nvSpPr>
          <p:cNvPr id="3" name="Espace réservé du contenu 2"/>
          <p:cNvSpPr>
            <a:spLocks noGrp="1"/>
          </p:cNvSpPr>
          <p:nvPr>
            <p:ph idx="1"/>
          </p:nvPr>
        </p:nvSpPr>
        <p:spPr>
          <a:xfrm>
            <a:off x="609600" y="1052736"/>
            <a:ext cx="10814992" cy="5317103"/>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endParaRPr lang="fr-FR" sz="500" b="1" smtClean="0">
              <a:cs typeface="+mj-cs"/>
            </a:endParaRPr>
          </a:p>
          <a:p>
            <a:pPr marL="0" indent="0" algn="just" rtl="1">
              <a:lnSpc>
                <a:spcPct val="150000"/>
              </a:lnSpc>
              <a:buNone/>
            </a:pPr>
            <a:endParaRPr lang="ar-DZ"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graphicFrame>
        <p:nvGraphicFramePr>
          <p:cNvPr id="7" name="Tableau 6"/>
          <p:cNvGraphicFramePr>
            <a:graphicFrameLocks noGrp="1"/>
          </p:cNvGraphicFramePr>
          <p:nvPr>
            <p:extLst>
              <p:ext uri="{D42A27DB-BD31-4B8C-83A1-F6EECF244321}">
                <p14:modId xmlns:p14="http://schemas.microsoft.com/office/powerpoint/2010/main" val="1359879791"/>
              </p:ext>
            </p:extLst>
          </p:nvPr>
        </p:nvGraphicFramePr>
        <p:xfrm>
          <a:off x="818069" y="1093913"/>
          <a:ext cx="10429169" cy="5026334"/>
        </p:xfrm>
        <a:graphic>
          <a:graphicData uri="http://schemas.openxmlformats.org/drawingml/2006/table">
            <a:tbl>
              <a:tblPr rtl="1" firstRow="1" bandRow="1">
                <a:tableStyleId>{5C22544A-7EE6-4342-B048-85BDC9FD1C3A}</a:tableStyleId>
              </a:tblPr>
              <a:tblGrid>
                <a:gridCol w="3602297"/>
                <a:gridCol w="6826872"/>
              </a:tblGrid>
              <a:tr h="771228">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000" b="1" u="none" kern="1200" dirty="0" smtClean="0">
                          <a:solidFill>
                            <a:srgbClr val="002060"/>
                          </a:solidFill>
                          <a:effectLst/>
                          <a:latin typeface="+mn-lt"/>
                          <a:ea typeface="+mn-ea"/>
                          <a:cs typeface="+mj-cs"/>
                        </a:rPr>
                        <a:t>الــمــكــونـــات الــمــاديـــة</a:t>
                      </a:r>
                      <a:endParaRPr lang="fr-FR" sz="3000" b="1" u="none" kern="1200" dirty="0" smtClean="0">
                        <a:solidFill>
                          <a:srgbClr val="002060"/>
                        </a:solidFill>
                        <a:latin typeface="+mn-lt"/>
                        <a:ea typeface="+mn-ea"/>
                        <a:cs typeface="+mj-cs"/>
                      </a:endParaRPr>
                    </a:p>
                  </a:txBody>
                  <a:tcPr anchor="ctr">
                    <a:lnR w="38100" cap="flat" cmpd="sng" algn="ctr">
                      <a:solidFill>
                        <a:schemeClr val="tx2"/>
                      </a:solidFill>
                      <a:prstDash val="solid"/>
                      <a:round/>
                      <a:headEnd type="none" w="med" len="med"/>
                      <a:tailEnd type="none" w="med" len="med"/>
                    </a:lnR>
                    <a:solidFill>
                      <a:schemeClr val="tx2">
                        <a:lumMod val="60000"/>
                        <a:lumOff val="4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000" b="1" u="none" kern="1200" dirty="0" smtClean="0">
                          <a:solidFill>
                            <a:srgbClr val="002060"/>
                          </a:solidFill>
                          <a:effectLst/>
                          <a:latin typeface="+mn-lt"/>
                          <a:ea typeface="+mn-ea"/>
                          <a:cs typeface="+mj-cs"/>
                        </a:rPr>
                        <a:t>دَوْر الــمـــكـــونـــــــات الــــمـــــاديـــــــة</a:t>
                      </a:r>
                      <a:endParaRPr lang="fr-FR" sz="3000" b="1" u="none" kern="1200" dirty="0" smtClean="0">
                        <a:solidFill>
                          <a:srgbClr val="002060"/>
                        </a:solidFill>
                        <a:latin typeface="+mn-lt"/>
                        <a:ea typeface="+mn-ea"/>
                        <a:cs typeface="+mj-cs"/>
                      </a:endParaRPr>
                    </a:p>
                  </a:txBody>
                  <a:tcPr anchor="ctr">
                    <a:lnL w="38100" cap="flat" cmpd="sng" algn="ctr">
                      <a:solidFill>
                        <a:schemeClr val="tx2"/>
                      </a:solidFill>
                      <a:prstDash val="solid"/>
                      <a:round/>
                      <a:headEnd type="none" w="med" len="med"/>
                      <a:tailEnd type="none" w="med" len="med"/>
                    </a:lnL>
                    <a:solidFill>
                      <a:schemeClr val="tx2">
                        <a:lumMod val="60000"/>
                        <a:lumOff val="40000"/>
                      </a:schemeClr>
                    </a:solidFill>
                  </a:tcPr>
                </a:tc>
              </a:tr>
              <a:tr h="1451873">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2800" b="0" kern="1200" dirty="0" smtClean="0">
                          <a:solidFill>
                            <a:schemeClr val="tx2"/>
                          </a:solidFill>
                          <a:latin typeface="+mn-lt"/>
                          <a:ea typeface="+mn-ea"/>
                          <a:cs typeface="+mj-cs"/>
                        </a:rPr>
                        <a:t>.....................................</a:t>
                      </a:r>
                      <a:endParaRPr lang="fr-FR" sz="3200" b="0" kern="1200" dirty="0" smtClean="0">
                        <a:solidFill>
                          <a:schemeClr val="tx2"/>
                        </a:solidFill>
                        <a:latin typeface="+mn-lt"/>
                        <a:ea typeface="+mn-ea"/>
                        <a:cs typeface="+mj-cs"/>
                      </a:endParaRPr>
                    </a:p>
                  </a:txBody>
                  <a:tcPr anchor="ctr">
                    <a:lnR w="38100" cap="flat" cmpd="sng" algn="ctr">
                      <a:solidFill>
                        <a:schemeClr val="tx2"/>
                      </a:solidFill>
                      <a:prstDash val="solid"/>
                      <a:round/>
                      <a:headEnd type="none" w="med" len="med"/>
                      <a:tailEnd type="none" w="med" len="med"/>
                    </a:lnR>
                    <a:solidFill>
                      <a:schemeClr val="accent5">
                        <a:lumMod val="20000"/>
                        <a:lumOff val="8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000" b="1" kern="1200" dirty="0" smtClean="0">
                          <a:solidFill>
                            <a:srgbClr val="002060"/>
                          </a:solidFill>
                          <a:effectLst/>
                          <a:latin typeface="+mn-lt"/>
                          <a:ea typeface="+mn-ea"/>
                          <a:cs typeface="+mj-cs"/>
                        </a:rPr>
                        <a:t>تــخــزيــن نــظــام الإِدْخَـال والإِخْــرَاج الأسـاسي  </a:t>
                      </a:r>
                      <a:r>
                        <a:rPr lang="fr-FR" sz="3000" b="1" kern="1200" dirty="0" smtClean="0">
                          <a:solidFill>
                            <a:srgbClr val="002060"/>
                          </a:solidFill>
                          <a:effectLst/>
                          <a:latin typeface="+mn-lt"/>
                          <a:ea typeface="+mn-ea"/>
                          <a:cs typeface="+mj-cs"/>
                        </a:rPr>
                        <a:t>BIOS</a:t>
                      </a:r>
                      <a:r>
                        <a:rPr lang="ar-DZ" sz="3000" b="1" kern="1200" dirty="0" smtClean="0">
                          <a:solidFill>
                            <a:srgbClr val="002060"/>
                          </a:solidFill>
                          <a:effectLst/>
                          <a:latin typeface="+mn-lt"/>
                          <a:ea typeface="+mn-ea"/>
                          <a:cs typeface="+mj-cs"/>
                        </a:rPr>
                        <a:t> </a:t>
                      </a:r>
                      <a:r>
                        <a:rPr lang="fr-FR" sz="3000" b="1" kern="1200" dirty="0" smtClean="0">
                          <a:solidFill>
                            <a:srgbClr val="002060"/>
                          </a:solidFill>
                          <a:effectLst/>
                          <a:latin typeface="+mn-lt"/>
                          <a:ea typeface="+mn-ea"/>
                          <a:cs typeface="+mj-cs"/>
                        </a:rPr>
                        <a:t>  </a:t>
                      </a:r>
                      <a:r>
                        <a:rPr lang="ar-DZ" sz="3000" b="1" kern="1200" dirty="0" smtClean="0">
                          <a:solidFill>
                            <a:srgbClr val="002060"/>
                          </a:solidFill>
                          <a:effectLst/>
                          <a:latin typeface="+mn-lt"/>
                          <a:ea typeface="+mn-ea"/>
                          <a:cs typeface="+mj-cs"/>
                        </a:rPr>
                        <a:t>بـصـفـة دائـمـة مِـن طَــرَفِ الــشَـرِكَـة الــمُـــصَـــنِّــعَـــة لِـــ : لـــوحــة الأم  </a:t>
                      </a:r>
                      <a:endParaRPr lang="fr-FR" sz="3000" b="1" kern="1200" dirty="0" smtClean="0">
                        <a:solidFill>
                          <a:srgbClr val="002060"/>
                        </a:solidFill>
                        <a:latin typeface="+mn-lt"/>
                        <a:ea typeface="+mn-ea"/>
                        <a:cs typeface="+mj-cs"/>
                      </a:endParaRPr>
                    </a:p>
                  </a:txBody>
                  <a:tcPr anchor="ctr">
                    <a:lnL w="38100" cap="flat" cmpd="sng" algn="ctr">
                      <a:solidFill>
                        <a:schemeClr val="tx2"/>
                      </a:solidFill>
                      <a:prstDash val="solid"/>
                      <a:round/>
                      <a:headEnd type="none" w="med" len="med"/>
                      <a:tailEnd type="none" w="med" len="med"/>
                    </a:lnL>
                    <a:solidFill>
                      <a:schemeClr val="accent5">
                        <a:lumMod val="20000"/>
                        <a:lumOff val="80000"/>
                      </a:schemeClr>
                    </a:solidFill>
                  </a:tcPr>
                </a:tc>
              </a:tr>
              <a:tr h="1451873">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2800" b="0" kern="1200" dirty="0" smtClean="0">
                          <a:solidFill>
                            <a:srgbClr val="FF0000"/>
                          </a:solidFill>
                          <a:latin typeface="+mn-lt"/>
                          <a:ea typeface="+mn-ea"/>
                          <a:cs typeface="+mj-cs"/>
                        </a:rPr>
                        <a:t>....................................</a:t>
                      </a:r>
                      <a:endParaRPr lang="fr-FR" sz="2800" b="0" kern="1200" dirty="0" smtClean="0">
                        <a:solidFill>
                          <a:srgbClr val="FF0000"/>
                        </a:solidFill>
                        <a:latin typeface="+mn-lt"/>
                        <a:ea typeface="+mn-ea"/>
                        <a:cs typeface="+mj-cs"/>
                      </a:endParaRPr>
                    </a:p>
                  </a:txBody>
                  <a:tcPr anchor="ctr">
                    <a:lnR w="38100" cap="flat" cmpd="sng" algn="ctr">
                      <a:solidFill>
                        <a:schemeClr val="tx2"/>
                      </a:solidFill>
                      <a:prstDash val="solid"/>
                      <a:round/>
                      <a:headEnd type="none" w="med" len="med"/>
                      <a:tailEnd type="none" w="med" len="med"/>
                    </a:lnR>
                    <a:solidFill>
                      <a:schemeClr val="accent5">
                        <a:lumMod val="60000"/>
                        <a:lumOff val="4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000" b="1" dirty="0" smtClean="0">
                          <a:solidFill>
                            <a:srgbClr val="002060"/>
                          </a:solidFill>
                          <a:effectLst/>
                          <a:ea typeface="Droid Sans Fallback"/>
                          <a:cs typeface="+mj-cs"/>
                        </a:rPr>
                        <a:t>تــخـــزيـــن الــمـــلــفـــات وذلـك بــصــفــة دائــمــة</a:t>
                      </a:r>
                    </a:p>
                    <a:p>
                      <a:pPr marL="0" marR="0" indent="0" algn="ctr" defTabSz="914400" rtl="1" eaLnBrk="1" fontAlgn="auto" latinLnBrk="0" hangingPunct="1">
                        <a:lnSpc>
                          <a:spcPct val="100000"/>
                        </a:lnSpc>
                        <a:spcBef>
                          <a:spcPts val="0"/>
                        </a:spcBef>
                        <a:spcAft>
                          <a:spcPts val="0"/>
                        </a:spcAft>
                        <a:buClrTx/>
                        <a:buSzTx/>
                        <a:buFontTx/>
                        <a:buNone/>
                        <a:tabLst/>
                        <a:defRPr/>
                      </a:pPr>
                      <a:r>
                        <a:rPr lang="ar-DZ" sz="3000" b="1" dirty="0" smtClean="0">
                          <a:solidFill>
                            <a:srgbClr val="002060"/>
                          </a:solidFill>
                          <a:effectLst/>
                          <a:ea typeface="Droid Sans Fallback"/>
                          <a:cs typeface="+mj-cs"/>
                        </a:rPr>
                        <a:t> ( مـــلــفــات : </a:t>
                      </a:r>
                      <a:r>
                        <a:rPr lang="ar-DZ" sz="3000" b="1" u="sng" dirty="0" smtClean="0">
                          <a:solidFill>
                            <a:srgbClr val="FF0000"/>
                          </a:solidFill>
                          <a:effectLst/>
                          <a:ea typeface="Droid Sans Fallback"/>
                          <a:cs typeface="+mj-cs"/>
                        </a:rPr>
                        <a:t>نــظـــام الــتــشــغـــيــل</a:t>
                      </a:r>
                      <a:r>
                        <a:rPr lang="ar-DZ" sz="3000" b="1" dirty="0" smtClean="0">
                          <a:solidFill>
                            <a:srgbClr val="002060"/>
                          </a:solidFill>
                          <a:effectLst/>
                          <a:ea typeface="Droid Sans Fallback"/>
                          <a:cs typeface="+mj-cs"/>
                        </a:rPr>
                        <a:t>، الـبـــرامــج الــمُـــثَـــبَّــــتَـــة، صُـــوَر، مُــــسْــــتَـــــنَــــدَات ...</a:t>
                      </a:r>
                      <a:endParaRPr lang="fr-FR" sz="3000" b="1" kern="1200" dirty="0" smtClean="0">
                        <a:solidFill>
                          <a:srgbClr val="002060"/>
                        </a:solidFill>
                        <a:latin typeface="+mn-lt"/>
                        <a:ea typeface="+mn-ea"/>
                        <a:cs typeface="+mj-cs"/>
                      </a:endParaRPr>
                    </a:p>
                  </a:txBody>
                  <a:tcPr anchor="ctr">
                    <a:lnL w="38100" cap="flat" cmpd="sng" algn="ctr">
                      <a:solidFill>
                        <a:schemeClr val="tx2"/>
                      </a:solidFill>
                      <a:prstDash val="solid"/>
                      <a:round/>
                      <a:headEnd type="none" w="med" len="med"/>
                      <a:tailEnd type="none" w="med" len="med"/>
                    </a:lnL>
                    <a:solidFill>
                      <a:schemeClr val="accent5">
                        <a:lumMod val="60000"/>
                        <a:lumOff val="40000"/>
                      </a:schemeClr>
                    </a:solidFill>
                  </a:tcPr>
                </a:tc>
              </a:tr>
              <a:tr h="1329026">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2800" b="0" kern="1200" dirty="0" smtClean="0">
                          <a:solidFill>
                            <a:schemeClr val="tx2"/>
                          </a:solidFill>
                          <a:latin typeface="+mn-lt"/>
                          <a:ea typeface="+mn-ea"/>
                          <a:cs typeface="+mj-cs"/>
                        </a:rPr>
                        <a:t>....................................</a:t>
                      </a:r>
                      <a:endParaRPr lang="fr-FR" sz="2800" b="0" kern="1200" dirty="0" smtClean="0">
                        <a:solidFill>
                          <a:schemeClr val="tx2"/>
                        </a:solidFill>
                        <a:latin typeface="+mn-lt"/>
                        <a:ea typeface="+mn-ea"/>
                        <a:cs typeface="+mj-cs"/>
                      </a:endParaRPr>
                    </a:p>
                  </a:txBody>
                  <a:tcPr anchor="ctr">
                    <a:lnR w="38100" cap="flat" cmpd="sng" algn="ctr">
                      <a:solidFill>
                        <a:schemeClr val="tx2"/>
                      </a:solidFill>
                      <a:prstDash val="solid"/>
                      <a:round/>
                      <a:headEnd type="none" w="med" len="med"/>
                      <a:tailEnd type="none" w="med" len="med"/>
                    </a:lnR>
                    <a:solidFill>
                      <a:schemeClr val="accent5">
                        <a:lumMod val="20000"/>
                        <a:lumOff val="80000"/>
                      </a:schemeClr>
                    </a:solidFill>
                  </a:tcPr>
                </a:tc>
                <a:tc>
                  <a:txBody>
                    <a:bodyPr/>
                    <a:lstStyle/>
                    <a:p>
                      <a:pPr algn="ctr" rtl="1">
                        <a:lnSpc>
                          <a:spcPct val="115000"/>
                        </a:lnSpc>
                        <a:spcAft>
                          <a:spcPts val="0"/>
                        </a:spcAft>
                      </a:pPr>
                      <a:r>
                        <a:rPr lang="fr-FR" sz="3200" b="1" dirty="0">
                          <a:solidFill>
                            <a:srgbClr val="002060"/>
                          </a:solidFill>
                          <a:effectLst/>
                          <a:latin typeface="Traditional Arabic" panose="02020603050405020304" pitchFamily="18" charset="-78"/>
                          <a:ea typeface="Droid Sans Fallback"/>
                          <a:cs typeface="+mj-cs"/>
                        </a:rPr>
                        <a:t> </a:t>
                      </a:r>
                      <a:r>
                        <a:rPr lang="ar-DZ" sz="3000" b="1" dirty="0" smtClean="0">
                          <a:solidFill>
                            <a:srgbClr val="002060"/>
                          </a:solidFill>
                          <a:effectLst/>
                          <a:latin typeface="Traditional Arabic" panose="02020603050405020304" pitchFamily="18" charset="-78"/>
                          <a:ea typeface="Droid Sans Fallback"/>
                          <a:cs typeface="+mj-cs"/>
                        </a:rPr>
                        <a:t>تَـــزْوِيــــدِ مُــــكَــــوِنَــــاتِ الــحــــــاســـــوب</a:t>
                      </a:r>
                    </a:p>
                    <a:p>
                      <a:pPr algn="ctr" rtl="1">
                        <a:lnSpc>
                          <a:spcPct val="115000"/>
                        </a:lnSpc>
                        <a:spcAft>
                          <a:spcPts val="0"/>
                        </a:spcAft>
                      </a:pPr>
                      <a:r>
                        <a:rPr lang="ar-DZ" sz="3000" b="1" dirty="0" smtClean="0">
                          <a:solidFill>
                            <a:srgbClr val="002060"/>
                          </a:solidFill>
                          <a:effectLst/>
                          <a:latin typeface="Traditional Arabic" panose="02020603050405020304" pitchFamily="18" charset="-78"/>
                          <a:ea typeface="Droid Sans Fallback"/>
                          <a:cs typeface="+mj-cs"/>
                        </a:rPr>
                        <a:t> بـالــطـــــاقــــــة الــكـــهــــربـــــــــائــــــيــــة</a:t>
                      </a:r>
                      <a:endParaRPr lang="fr-FR" sz="3000" dirty="0">
                        <a:solidFill>
                          <a:srgbClr val="00000A"/>
                        </a:solidFill>
                        <a:effectLst/>
                        <a:latin typeface="Liberation Serif"/>
                        <a:ea typeface="Droid Sans Fallback"/>
                        <a:cs typeface="+mj-cs"/>
                      </a:endParaRPr>
                    </a:p>
                  </a:txBody>
                  <a:tcPr marL="68580" marR="68580" marT="0" marB="0" anchor="ctr">
                    <a:lnL w="38100" cap="flat" cmpd="sng" algn="ctr">
                      <a:solidFill>
                        <a:schemeClr val="tx2"/>
                      </a:solidFill>
                      <a:prstDash val="solid"/>
                      <a:round/>
                      <a:headEnd type="none" w="med" len="med"/>
                      <a:tailEnd type="none" w="med" len="med"/>
                    </a:lnL>
                    <a:solidFill>
                      <a:schemeClr val="accent5">
                        <a:lumMod val="20000"/>
                        <a:lumOff val="80000"/>
                      </a:schemeClr>
                    </a:solidFill>
                  </a:tcPr>
                </a:tc>
              </a:tr>
            </a:tbl>
          </a:graphicData>
        </a:graphic>
      </p:graphicFrame>
      <p:sp>
        <p:nvSpPr>
          <p:cNvPr id="9" name="Rectangle 8"/>
          <p:cNvSpPr/>
          <p:nvPr/>
        </p:nvSpPr>
        <p:spPr>
          <a:xfrm>
            <a:off x="7795616" y="2204864"/>
            <a:ext cx="331236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000" b="1" dirty="0" smtClean="0">
                <a:solidFill>
                  <a:srgbClr val="0070C0"/>
                </a:solidFill>
              </a:rPr>
              <a:t>الـذَاكِـرَة الـمَـيِّـتَـة </a:t>
            </a:r>
            <a:r>
              <a:rPr lang="fr-FR" sz="3000" b="1" dirty="0" smtClean="0">
                <a:solidFill>
                  <a:srgbClr val="0070C0"/>
                </a:solidFill>
              </a:rPr>
              <a:t> </a:t>
            </a:r>
            <a:r>
              <a:rPr lang="fr-FR" sz="2600" b="1" dirty="0" smtClean="0">
                <a:solidFill>
                  <a:srgbClr val="0070C0"/>
                </a:solidFill>
              </a:rPr>
              <a:t>ROM</a:t>
            </a:r>
            <a:endParaRPr lang="fr-FR" sz="2600" b="1" dirty="0">
              <a:solidFill>
                <a:srgbClr val="0070C0"/>
              </a:solidFill>
            </a:endParaRPr>
          </a:p>
        </p:txBody>
      </p:sp>
      <p:sp>
        <p:nvSpPr>
          <p:cNvPr id="10" name="Rectangle 9"/>
          <p:cNvSpPr/>
          <p:nvPr/>
        </p:nvSpPr>
        <p:spPr>
          <a:xfrm>
            <a:off x="7729628" y="3657060"/>
            <a:ext cx="342667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FF0000"/>
                </a:solidFill>
                <a:cs typeface="+mj-cs"/>
              </a:rPr>
              <a:t>الـقُــرْص الـصَّـلْـب </a:t>
            </a:r>
            <a:r>
              <a:rPr lang="fr-FR" sz="2800" b="1" dirty="0" smtClean="0">
                <a:solidFill>
                  <a:srgbClr val="FF0000"/>
                </a:solidFill>
                <a:cs typeface="+mj-cs"/>
              </a:rPr>
              <a:t>HDD</a:t>
            </a:r>
            <a:endParaRPr lang="fr-FR" sz="2800" b="1" dirty="0">
              <a:solidFill>
                <a:srgbClr val="FF0000"/>
              </a:solidFill>
              <a:cs typeface="+mj-cs"/>
            </a:endParaRPr>
          </a:p>
        </p:txBody>
      </p:sp>
      <p:sp>
        <p:nvSpPr>
          <p:cNvPr id="11" name="Rectangle 10"/>
          <p:cNvSpPr/>
          <p:nvPr/>
        </p:nvSpPr>
        <p:spPr>
          <a:xfrm>
            <a:off x="7738464" y="5066393"/>
            <a:ext cx="349200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000" b="1" dirty="0" smtClean="0">
                <a:solidFill>
                  <a:srgbClr val="0070C0"/>
                </a:solidFill>
                <a:cs typeface="+mj-cs"/>
              </a:rPr>
              <a:t>عُـلْـبَـة الإِمْـدَاد بالـكـهـربـاء</a:t>
            </a:r>
            <a:endParaRPr lang="fr-FR" sz="3000" b="1" dirty="0">
              <a:solidFill>
                <a:srgbClr val="0070C0"/>
              </a:solidFill>
              <a:cs typeface="+mj-cs"/>
            </a:endParaRPr>
          </a:p>
        </p:txBody>
      </p:sp>
    </p:spTree>
    <p:extLst>
      <p:ext uri="{BB962C8B-B14F-4D97-AF65-F5344CB8AC3E}">
        <p14:creationId xmlns:p14="http://schemas.microsoft.com/office/powerpoint/2010/main" val="17284349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
                                            <p:bg/>
                                          </p:spTgt>
                                        </p:tgtEl>
                                        <p:attrNameLst>
                                          <p:attrName>style.visibility</p:attrName>
                                        </p:attrNameLst>
                                      </p:cBhvr>
                                      <p:to>
                                        <p:strVal val="visible"/>
                                      </p:to>
                                    </p:set>
                                    <p:anim calcmode="lin" valueType="num">
                                      <p:cBhvr>
                                        <p:cTn id="13" dur="750" fill="hold"/>
                                        <p:tgtEl>
                                          <p:spTgt spid="3">
                                            <p:bg/>
                                          </p:spTgt>
                                        </p:tgtEl>
                                        <p:attrNameLst>
                                          <p:attrName>ppt_w</p:attrName>
                                        </p:attrNameLst>
                                      </p:cBhvr>
                                      <p:tavLst>
                                        <p:tav tm="0">
                                          <p:val>
                                            <p:fltVal val="0"/>
                                          </p:val>
                                        </p:tav>
                                        <p:tav tm="100000">
                                          <p:val>
                                            <p:strVal val="#ppt_w"/>
                                          </p:val>
                                        </p:tav>
                                      </p:tavLst>
                                    </p:anim>
                                    <p:anim calcmode="lin" valueType="num">
                                      <p:cBhvr>
                                        <p:cTn id="14" dur="750" fill="hold"/>
                                        <p:tgtEl>
                                          <p:spTgt spid="3">
                                            <p:bg/>
                                          </p:spTgt>
                                        </p:tgtEl>
                                        <p:attrNameLst>
                                          <p:attrName>ppt_h</p:attrName>
                                        </p:attrNameLst>
                                      </p:cBhvr>
                                      <p:tavLst>
                                        <p:tav tm="0">
                                          <p:val>
                                            <p:fltVal val="0"/>
                                          </p:val>
                                        </p:tav>
                                        <p:tav tm="100000">
                                          <p:val>
                                            <p:strVal val="#ppt_h"/>
                                          </p:val>
                                        </p:tav>
                                      </p:tavLst>
                                    </p:anim>
                                    <p:anim calcmode="lin" valueType="num">
                                      <p:cBhvr>
                                        <p:cTn id="15" dur="750" fill="hold"/>
                                        <p:tgtEl>
                                          <p:spTgt spid="3">
                                            <p:bg/>
                                          </p:spTgt>
                                        </p:tgtEl>
                                        <p:attrNameLst>
                                          <p:attrName>style.rotation</p:attrName>
                                        </p:attrNameLst>
                                      </p:cBhvr>
                                      <p:tavLst>
                                        <p:tav tm="0">
                                          <p:val>
                                            <p:fltVal val="90"/>
                                          </p:val>
                                        </p:tav>
                                        <p:tav tm="100000">
                                          <p:val>
                                            <p:fltVal val="0"/>
                                          </p:val>
                                        </p:tav>
                                      </p:tavLst>
                                    </p:anim>
                                    <p:animEffect transition="in" filter="fade">
                                      <p:cBhvr>
                                        <p:cTn id="16" dur="750"/>
                                        <p:tgtEl>
                                          <p:spTgt spid="3">
                                            <p:bg/>
                                          </p:spTgt>
                                        </p:tgtEl>
                                      </p:cBhvr>
                                    </p:animEffect>
                                  </p:childTnLst>
                                </p:cTn>
                              </p:par>
                              <p:par>
                                <p:cTn id="17" presetID="31" presetClass="entr" presetSubtype="0" fill="hold" grpId="0" nodeType="withEffect" nodePh="1">
                                  <p:stCondLst>
                                    <p:cond delay="0"/>
                                  </p:stCondLst>
                                  <p:endCondLst>
                                    <p:cond evt="begin" delay="0">
                                      <p:tn val="17"/>
                                    </p:cond>
                                  </p:end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p:cTn id="19"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0"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1"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2" dur="750"/>
                                        <p:tgtEl>
                                          <p:spTgt spid="3">
                                            <p:txEl>
                                              <p:pRg st="0" end="0"/>
                                            </p:txEl>
                                          </p:spTgt>
                                        </p:tgtEl>
                                      </p:cBhvr>
                                    </p:animEffect>
                                  </p:childTnLst>
                                </p:cTn>
                              </p:par>
                              <p:par>
                                <p:cTn id="23" presetID="3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1000" fill="hold"/>
                                        <p:tgtEl>
                                          <p:spTgt spid="7"/>
                                        </p:tgtEl>
                                        <p:attrNameLst>
                                          <p:attrName>ppt_w</p:attrName>
                                        </p:attrNameLst>
                                      </p:cBhvr>
                                      <p:tavLst>
                                        <p:tav tm="0">
                                          <p:val>
                                            <p:fltVal val="0"/>
                                          </p:val>
                                        </p:tav>
                                        <p:tav tm="100000">
                                          <p:val>
                                            <p:strVal val="#ppt_w"/>
                                          </p:val>
                                        </p:tav>
                                      </p:tavLst>
                                    </p:anim>
                                    <p:anim calcmode="lin" valueType="num">
                                      <p:cBhvr>
                                        <p:cTn id="26" dur="1000" fill="hold"/>
                                        <p:tgtEl>
                                          <p:spTgt spid="7"/>
                                        </p:tgtEl>
                                        <p:attrNameLst>
                                          <p:attrName>ppt_h</p:attrName>
                                        </p:attrNameLst>
                                      </p:cBhvr>
                                      <p:tavLst>
                                        <p:tav tm="0">
                                          <p:val>
                                            <p:fltVal val="0"/>
                                          </p:val>
                                        </p:tav>
                                        <p:tav tm="100000">
                                          <p:val>
                                            <p:strVal val="#ppt_h"/>
                                          </p:val>
                                        </p:tav>
                                      </p:tavLst>
                                    </p:anim>
                                    <p:anim calcmode="lin" valueType="num">
                                      <p:cBhvr>
                                        <p:cTn id="27" dur="1000" fill="hold"/>
                                        <p:tgtEl>
                                          <p:spTgt spid="7"/>
                                        </p:tgtEl>
                                        <p:attrNameLst>
                                          <p:attrName>style.rotation</p:attrName>
                                        </p:attrNameLst>
                                      </p:cBhvr>
                                      <p:tavLst>
                                        <p:tav tm="0">
                                          <p:val>
                                            <p:fltVal val="90"/>
                                          </p:val>
                                        </p:tav>
                                        <p:tav tm="100000">
                                          <p:val>
                                            <p:fltVal val="0"/>
                                          </p:val>
                                        </p:tav>
                                      </p:tavLst>
                                    </p:anim>
                                    <p:animEffect transition="in" filter="fade">
                                      <p:cBhvr>
                                        <p:cTn id="28" dur="1000"/>
                                        <p:tgtEl>
                                          <p:spTgt spid="7"/>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1000" fill="hold"/>
                                        <p:tgtEl>
                                          <p:spTgt spid="9"/>
                                        </p:tgtEl>
                                        <p:attrNameLst>
                                          <p:attrName>ppt_w</p:attrName>
                                        </p:attrNameLst>
                                      </p:cBhvr>
                                      <p:tavLst>
                                        <p:tav tm="0">
                                          <p:val>
                                            <p:fltVal val="0"/>
                                          </p:val>
                                        </p:tav>
                                        <p:tav tm="100000">
                                          <p:val>
                                            <p:strVal val="#ppt_w"/>
                                          </p:val>
                                        </p:tav>
                                      </p:tavLst>
                                    </p:anim>
                                    <p:anim calcmode="lin" valueType="num">
                                      <p:cBhvr>
                                        <p:cTn id="32" dur="1000" fill="hold"/>
                                        <p:tgtEl>
                                          <p:spTgt spid="9"/>
                                        </p:tgtEl>
                                        <p:attrNameLst>
                                          <p:attrName>ppt_h</p:attrName>
                                        </p:attrNameLst>
                                      </p:cBhvr>
                                      <p:tavLst>
                                        <p:tav tm="0">
                                          <p:val>
                                            <p:fltVal val="0"/>
                                          </p:val>
                                        </p:tav>
                                        <p:tav tm="100000">
                                          <p:val>
                                            <p:strVal val="#ppt_h"/>
                                          </p:val>
                                        </p:tav>
                                      </p:tavLst>
                                    </p:anim>
                                    <p:anim calcmode="lin" valueType="num">
                                      <p:cBhvr>
                                        <p:cTn id="33" dur="1000" fill="hold"/>
                                        <p:tgtEl>
                                          <p:spTgt spid="9"/>
                                        </p:tgtEl>
                                        <p:attrNameLst>
                                          <p:attrName>style.rotation</p:attrName>
                                        </p:attrNameLst>
                                      </p:cBhvr>
                                      <p:tavLst>
                                        <p:tav tm="0">
                                          <p:val>
                                            <p:fltVal val="90"/>
                                          </p:val>
                                        </p:tav>
                                        <p:tav tm="100000">
                                          <p:val>
                                            <p:fltVal val="0"/>
                                          </p:val>
                                        </p:tav>
                                      </p:tavLst>
                                    </p:anim>
                                    <p:animEffect transition="in" filter="fade">
                                      <p:cBhvr>
                                        <p:cTn id="34" dur="1000"/>
                                        <p:tgtEl>
                                          <p:spTgt spid="9"/>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1000" fill="hold"/>
                                        <p:tgtEl>
                                          <p:spTgt spid="11"/>
                                        </p:tgtEl>
                                        <p:attrNameLst>
                                          <p:attrName>ppt_w</p:attrName>
                                        </p:attrNameLst>
                                      </p:cBhvr>
                                      <p:tavLst>
                                        <p:tav tm="0">
                                          <p:val>
                                            <p:fltVal val="0"/>
                                          </p:val>
                                        </p:tav>
                                        <p:tav tm="100000">
                                          <p:val>
                                            <p:strVal val="#ppt_w"/>
                                          </p:val>
                                        </p:tav>
                                      </p:tavLst>
                                    </p:anim>
                                    <p:anim calcmode="lin" valueType="num">
                                      <p:cBhvr>
                                        <p:cTn id="38" dur="1000" fill="hold"/>
                                        <p:tgtEl>
                                          <p:spTgt spid="11"/>
                                        </p:tgtEl>
                                        <p:attrNameLst>
                                          <p:attrName>ppt_h</p:attrName>
                                        </p:attrNameLst>
                                      </p:cBhvr>
                                      <p:tavLst>
                                        <p:tav tm="0">
                                          <p:val>
                                            <p:fltVal val="0"/>
                                          </p:val>
                                        </p:tav>
                                        <p:tav tm="100000">
                                          <p:val>
                                            <p:strVal val="#ppt_h"/>
                                          </p:val>
                                        </p:tav>
                                      </p:tavLst>
                                    </p:anim>
                                    <p:anim calcmode="lin" valueType="num">
                                      <p:cBhvr>
                                        <p:cTn id="39" dur="1000" fill="hold"/>
                                        <p:tgtEl>
                                          <p:spTgt spid="11"/>
                                        </p:tgtEl>
                                        <p:attrNameLst>
                                          <p:attrName>style.rotation</p:attrName>
                                        </p:attrNameLst>
                                      </p:cBhvr>
                                      <p:tavLst>
                                        <p:tav tm="0">
                                          <p:val>
                                            <p:fltVal val="90"/>
                                          </p:val>
                                        </p:tav>
                                        <p:tav tm="100000">
                                          <p:val>
                                            <p:fltVal val="0"/>
                                          </p:val>
                                        </p:tav>
                                      </p:tavLst>
                                    </p:anim>
                                    <p:animEffect transition="in" filter="fade">
                                      <p:cBhvr>
                                        <p:cTn id="40" dur="10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p:cTn id="45" dur="1000" fill="hold"/>
                                        <p:tgtEl>
                                          <p:spTgt spid="10"/>
                                        </p:tgtEl>
                                        <p:attrNameLst>
                                          <p:attrName>ppt_w</p:attrName>
                                        </p:attrNameLst>
                                      </p:cBhvr>
                                      <p:tavLst>
                                        <p:tav tm="0">
                                          <p:val>
                                            <p:fltVal val="0"/>
                                          </p:val>
                                        </p:tav>
                                        <p:tav tm="100000">
                                          <p:val>
                                            <p:strVal val="#ppt_w"/>
                                          </p:val>
                                        </p:tav>
                                      </p:tavLst>
                                    </p:anim>
                                    <p:anim calcmode="lin" valueType="num">
                                      <p:cBhvr>
                                        <p:cTn id="46" dur="1000" fill="hold"/>
                                        <p:tgtEl>
                                          <p:spTgt spid="10"/>
                                        </p:tgtEl>
                                        <p:attrNameLst>
                                          <p:attrName>ppt_h</p:attrName>
                                        </p:attrNameLst>
                                      </p:cBhvr>
                                      <p:tavLst>
                                        <p:tav tm="0">
                                          <p:val>
                                            <p:fltVal val="0"/>
                                          </p:val>
                                        </p:tav>
                                        <p:tav tm="100000">
                                          <p:val>
                                            <p:strVal val="#ppt_h"/>
                                          </p:val>
                                        </p:tav>
                                      </p:tavLst>
                                    </p:anim>
                                    <p:anim calcmode="lin" valueType="num">
                                      <p:cBhvr>
                                        <p:cTn id="47" dur="1000" fill="hold"/>
                                        <p:tgtEl>
                                          <p:spTgt spid="10"/>
                                        </p:tgtEl>
                                        <p:attrNameLst>
                                          <p:attrName>style.rotation</p:attrName>
                                        </p:attrNameLst>
                                      </p:cBhvr>
                                      <p:tavLst>
                                        <p:tav tm="0">
                                          <p:val>
                                            <p:fltVal val="90"/>
                                          </p:val>
                                        </p:tav>
                                        <p:tav tm="100000">
                                          <p:val>
                                            <p:fltVal val="0"/>
                                          </p:val>
                                        </p:tav>
                                      </p:tavLst>
                                    </p:anim>
                                    <p:animEffect transition="in" filter="fade">
                                      <p:cBhvr>
                                        <p:cTn id="48"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9" grpId="0" animBg="1"/>
      <p:bldP spid="10" grpId="0" animBg="1"/>
      <p:bldP spid="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ســؤال </a:t>
            </a:r>
            <a:r>
              <a:rPr lang="ar-DZ" sz="3800" b="1" dirty="0">
                <a:solidFill>
                  <a:srgbClr val="FF0000"/>
                </a:solidFill>
                <a:cs typeface="+mj-cs"/>
              </a:rPr>
              <a:t>: </a:t>
            </a:r>
            <a:r>
              <a:rPr lang="ar-DZ" sz="3800" b="1" dirty="0" smtClean="0">
                <a:solidFill>
                  <a:srgbClr val="FF0000"/>
                </a:solidFill>
                <a:cs typeface="+mj-cs"/>
              </a:rPr>
              <a:t>أيــن تـكـون مـلـفــات نــظــام الـتـشـغــيـل قـبـل تــثــبــيــتـه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92144" y="3067271"/>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2800" b="1" dirty="0">
                <a:solidFill>
                  <a:srgbClr val="002060"/>
                </a:solidFill>
                <a:latin typeface="Times New Roman" panose="02020603050405020304" pitchFamily="18" charset="0"/>
                <a:cs typeface="Times New Roman" panose="02020603050405020304" pitchFamily="18" charset="0"/>
              </a:rPr>
              <a:t>...........</a:t>
            </a:r>
            <a:endParaRPr lang="fr-FR" sz="3000" b="1" dirty="0">
              <a:solidFill>
                <a:srgbClr val="00206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a:solidFill>
                  <a:srgbClr val="002060"/>
                </a:solidFill>
                <a:latin typeface="Times New Roman" panose="02020603050405020304" pitchFamily="18" charset="0"/>
                <a:cs typeface="Times New Roman" panose="02020603050405020304" pitchFamily="18" charset="0"/>
              </a:rPr>
              <a:t>...........</a:t>
            </a:r>
            <a:endParaRPr lang="fr-FR" sz="3200" b="1" dirty="0">
              <a:solidFill>
                <a:srgbClr val="002060"/>
              </a:solidFill>
              <a:cs typeface="+mj-cs"/>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cs typeface="+mj-cs"/>
              </a:rPr>
              <a:t>مـلـفــات نــظــام </a:t>
            </a:r>
            <a:r>
              <a:rPr lang="ar-DZ" sz="4400" b="1" dirty="0" smtClean="0">
                <a:solidFill>
                  <a:srgbClr val="FF0000"/>
                </a:solidFill>
                <a:cs typeface="+mj-cs"/>
              </a:rPr>
              <a:t>الـتـشـغــيـل </a:t>
            </a:r>
            <a:r>
              <a:rPr lang="ar-DZ" sz="4400" b="1" dirty="0">
                <a:solidFill>
                  <a:srgbClr val="FF0000"/>
                </a:solidFill>
                <a:cs typeface="+mj-cs"/>
              </a:rPr>
              <a:t>تـكـون </a:t>
            </a:r>
            <a:r>
              <a:rPr lang="ar-DZ" sz="4400" b="1" dirty="0" smtClean="0">
                <a:solidFill>
                  <a:srgbClr val="FF0000"/>
                </a:solidFill>
                <a:cs typeface="+mj-cs"/>
              </a:rPr>
              <a:t>في :</a:t>
            </a:r>
            <a:endParaRPr lang="fr-FR" sz="4400" b="1" dirty="0">
              <a:solidFill>
                <a:srgbClr val="0070C0"/>
              </a:solidFill>
              <a:cs typeface="+mj-cs"/>
            </a:endParaRPr>
          </a:p>
        </p:txBody>
      </p:sp>
      <p:sp>
        <p:nvSpPr>
          <p:cNvPr id="14" name="Rectangle 13"/>
          <p:cNvSpPr/>
          <p:nvPr/>
        </p:nvSpPr>
        <p:spPr>
          <a:xfrm>
            <a:off x="7392144"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a:solidFill>
                  <a:srgbClr val="002060"/>
                </a:solidFill>
                <a:latin typeface="Times New Roman" panose="02020603050405020304" pitchFamily="18" charset="0"/>
                <a:cs typeface="Times New Roman" panose="02020603050405020304" pitchFamily="18" charset="0"/>
              </a:rPr>
              <a:t>...........</a:t>
            </a:r>
            <a:endParaRPr lang="fr-FR" sz="3200" b="1" dirty="0">
              <a:solidFill>
                <a:srgbClr val="002060"/>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1030666" y="3060999"/>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2060"/>
                </a:solidFill>
                <a:latin typeface="Times New Roman" panose="02020603050405020304" pitchFamily="18" charset="0"/>
                <a:cs typeface="Times New Roman" panose="02020603050405020304" pitchFamily="18" charset="0"/>
              </a:rPr>
              <a:t>...........</a:t>
            </a:r>
            <a:endParaRPr lang="fr-FR" sz="3200" b="1" dirty="0">
              <a:solidFill>
                <a:srgbClr val="002060"/>
              </a:solidFill>
              <a:cs typeface="+mj-cs"/>
            </a:endParaRPr>
          </a:p>
        </p:txBody>
      </p:sp>
    </p:spTree>
    <p:extLst>
      <p:ext uri="{BB962C8B-B14F-4D97-AF65-F5344CB8AC3E}">
        <p14:creationId xmlns:p14="http://schemas.microsoft.com/office/powerpoint/2010/main" val="364981744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1000" fill="hold"/>
                                        <p:tgtEl>
                                          <p:spTgt spid="18"/>
                                        </p:tgtEl>
                                        <p:attrNameLst>
                                          <p:attrName>ppt_w</p:attrName>
                                        </p:attrNameLst>
                                      </p:cBhvr>
                                      <p:tavLst>
                                        <p:tav tm="0">
                                          <p:val>
                                            <p:fltVal val="0"/>
                                          </p:val>
                                        </p:tav>
                                        <p:tav tm="100000">
                                          <p:val>
                                            <p:strVal val="#ppt_w"/>
                                          </p:val>
                                        </p:tav>
                                      </p:tavLst>
                                    </p:anim>
                                    <p:anim calcmode="lin" valueType="num">
                                      <p:cBhvr>
                                        <p:cTn id="32" dur="1000" fill="hold"/>
                                        <p:tgtEl>
                                          <p:spTgt spid="18"/>
                                        </p:tgtEl>
                                        <p:attrNameLst>
                                          <p:attrName>ppt_h</p:attrName>
                                        </p:attrNameLst>
                                      </p:cBhvr>
                                      <p:tavLst>
                                        <p:tav tm="0">
                                          <p:val>
                                            <p:fltVal val="0"/>
                                          </p:val>
                                        </p:tav>
                                        <p:tav tm="100000">
                                          <p:val>
                                            <p:strVal val="#ppt_h"/>
                                          </p:val>
                                        </p:tav>
                                      </p:tavLst>
                                    </p:anim>
                                    <p:anim calcmode="lin" valueType="num">
                                      <p:cBhvr>
                                        <p:cTn id="33" dur="1000" fill="hold"/>
                                        <p:tgtEl>
                                          <p:spTgt spid="18"/>
                                        </p:tgtEl>
                                        <p:attrNameLst>
                                          <p:attrName>style.rotation</p:attrName>
                                        </p:attrNameLst>
                                      </p:cBhvr>
                                      <p:tavLst>
                                        <p:tav tm="0">
                                          <p:val>
                                            <p:fltVal val="90"/>
                                          </p:val>
                                        </p:tav>
                                        <p:tav tm="100000">
                                          <p:val>
                                            <p:fltVal val="0"/>
                                          </p:val>
                                        </p:tav>
                                      </p:tavLst>
                                    </p:anim>
                                    <p:animEffect transition="in" filter="fade">
                                      <p:cBhvr>
                                        <p:cTn id="34" dur="10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1000" fill="hold"/>
                                        <p:tgtEl>
                                          <p:spTgt spid="14"/>
                                        </p:tgtEl>
                                        <p:attrNameLst>
                                          <p:attrName>ppt_w</p:attrName>
                                        </p:attrNameLst>
                                      </p:cBhvr>
                                      <p:tavLst>
                                        <p:tav tm="0">
                                          <p:val>
                                            <p:fltVal val="0"/>
                                          </p:val>
                                        </p:tav>
                                        <p:tav tm="100000">
                                          <p:val>
                                            <p:strVal val="#ppt_w"/>
                                          </p:val>
                                        </p:tav>
                                      </p:tavLst>
                                    </p:anim>
                                    <p:anim calcmode="lin" valueType="num">
                                      <p:cBhvr>
                                        <p:cTn id="40" dur="1000" fill="hold"/>
                                        <p:tgtEl>
                                          <p:spTgt spid="14"/>
                                        </p:tgtEl>
                                        <p:attrNameLst>
                                          <p:attrName>ppt_h</p:attrName>
                                        </p:attrNameLst>
                                      </p:cBhvr>
                                      <p:tavLst>
                                        <p:tav tm="0">
                                          <p:val>
                                            <p:fltVal val="0"/>
                                          </p:val>
                                        </p:tav>
                                        <p:tav tm="100000">
                                          <p:val>
                                            <p:strVal val="#ppt_h"/>
                                          </p:val>
                                        </p:tav>
                                      </p:tavLst>
                                    </p:anim>
                                    <p:anim calcmode="lin" valueType="num">
                                      <p:cBhvr>
                                        <p:cTn id="41" dur="1000" fill="hold"/>
                                        <p:tgtEl>
                                          <p:spTgt spid="14"/>
                                        </p:tgtEl>
                                        <p:attrNameLst>
                                          <p:attrName>style.rotation</p:attrName>
                                        </p:attrNameLst>
                                      </p:cBhvr>
                                      <p:tavLst>
                                        <p:tav tm="0">
                                          <p:val>
                                            <p:fltVal val="90"/>
                                          </p:val>
                                        </p:tav>
                                        <p:tav tm="100000">
                                          <p:val>
                                            <p:fltVal val="0"/>
                                          </p:val>
                                        </p:tav>
                                      </p:tavLst>
                                    </p:anim>
                                    <p:animEffect transition="in" filter="fade">
                                      <p:cBhvr>
                                        <p:cTn id="42" dur="10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1000" fill="hold"/>
                                        <p:tgtEl>
                                          <p:spTgt spid="7"/>
                                        </p:tgtEl>
                                        <p:attrNameLst>
                                          <p:attrName>ppt_w</p:attrName>
                                        </p:attrNameLst>
                                      </p:cBhvr>
                                      <p:tavLst>
                                        <p:tav tm="0">
                                          <p:val>
                                            <p:fltVal val="0"/>
                                          </p:val>
                                        </p:tav>
                                        <p:tav tm="100000">
                                          <p:val>
                                            <p:strVal val="#ppt_w"/>
                                          </p:val>
                                        </p:tav>
                                      </p:tavLst>
                                    </p:anim>
                                    <p:anim calcmode="lin" valueType="num">
                                      <p:cBhvr>
                                        <p:cTn id="48" dur="1000" fill="hold"/>
                                        <p:tgtEl>
                                          <p:spTgt spid="7"/>
                                        </p:tgtEl>
                                        <p:attrNameLst>
                                          <p:attrName>ppt_h</p:attrName>
                                        </p:attrNameLst>
                                      </p:cBhvr>
                                      <p:tavLst>
                                        <p:tav tm="0">
                                          <p:val>
                                            <p:fltVal val="0"/>
                                          </p:val>
                                        </p:tav>
                                        <p:tav tm="100000">
                                          <p:val>
                                            <p:strVal val="#ppt_h"/>
                                          </p:val>
                                        </p:tav>
                                      </p:tavLst>
                                    </p:anim>
                                    <p:anim calcmode="lin" valueType="num">
                                      <p:cBhvr>
                                        <p:cTn id="49" dur="1000" fill="hold"/>
                                        <p:tgtEl>
                                          <p:spTgt spid="7"/>
                                        </p:tgtEl>
                                        <p:attrNameLst>
                                          <p:attrName>style.rotation</p:attrName>
                                        </p:attrNameLst>
                                      </p:cBhvr>
                                      <p:tavLst>
                                        <p:tav tm="0">
                                          <p:val>
                                            <p:fltVal val="90"/>
                                          </p:val>
                                        </p:tav>
                                        <p:tav tm="100000">
                                          <p:val>
                                            <p:fltVal val="0"/>
                                          </p:val>
                                        </p:tav>
                                      </p:tavLst>
                                    </p:anim>
                                    <p:animEffect transition="in" filter="fade">
                                      <p:cBhvr>
                                        <p:cTn id="5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ســؤال </a:t>
            </a:r>
            <a:r>
              <a:rPr lang="ar-DZ" sz="3800" b="1" dirty="0">
                <a:solidFill>
                  <a:srgbClr val="FF0000"/>
                </a:solidFill>
                <a:cs typeface="+mj-cs"/>
              </a:rPr>
              <a:t>: </a:t>
            </a:r>
            <a:r>
              <a:rPr lang="ar-DZ" sz="3800" b="1" dirty="0" smtClean="0">
                <a:solidFill>
                  <a:srgbClr val="FF0000"/>
                </a:solidFill>
                <a:cs typeface="+mj-cs"/>
              </a:rPr>
              <a:t>أيــن تـكـون مـلـفــات نــظــام الـتـشـغــيـل قـبـل تــثــبــيــتـه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92144" y="3067271"/>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000" b="1" dirty="0" smtClean="0">
                <a:solidFill>
                  <a:srgbClr val="002060"/>
                </a:solidFill>
                <a:latin typeface="Times New Roman" panose="02020603050405020304" pitchFamily="18" charset="0"/>
                <a:cs typeface="Times New Roman" panose="02020603050405020304" pitchFamily="18" charset="0"/>
              </a:rPr>
              <a:t>DVD</a:t>
            </a:r>
            <a:endParaRPr lang="fr-FR" sz="3000" b="1" dirty="0">
              <a:solidFill>
                <a:srgbClr val="00206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2060"/>
                </a:solidFill>
                <a:cs typeface="+mj-cs"/>
              </a:rPr>
              <a:t>HDD ( Network ) …</a:t>
            </a:r>
            <a:endParaRPr lang="fr-FR" sz="3200" b="1" dirty="0">
              <a:solidFill>
                <a:srgbClr val="002060"/>
              </a:solidFill>
              <a:cs typeface="+mj-cs"/>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cs typeface="+mj-cs"/>
              </a:rPr>
              <a:t>مـلـفــات نــظــام </a:t>
            </a:r>
            <a:r>
              <a:rPr lang="ar-DZ" sz="4400" b="1" dirty="0" smtClean="0">
                <a:solidFill>
                  <a:srgbClr val="FF0000"/>
                </a:solidFill>
                <a:cs typeface="+mj-cs"/>
              </a:rPr>
              <a:t>الـتـشـغــيـل </a:t>
            </a:r>
            <a:r>
              <a:rPr lang="ar-DZ" sz="4400" b="1" dirty="0">
                <a:solidFill>
                  <a:srgbClr val="FF0000"/>
                </a:solidFill>
                <a:cs typeface="+mj-cs"/>
              </a:rPr>
              <a:t>تـكـون </a:t>
            </a:r>
            <a:r>
              <a:rPr lang="ar-DZ" sz="4400" b="1" dirty="0" smtClean="0">
                <a:solidFill>
                  <a:srgbClr val="FF0000"/>
                </a:solidFill>
                <a:cs typeface="+mj-cs"/>
              </a:rPr>
              <a:t>في :</a:t>
            </a:r>
            <a:endParaRPr lang="fr-FR" sz="4400" b="1" dirty="0">
              <a:solidFill>
                <a:srgbClr val="0070C0"/>
              </a:solidFill>
              <a:cs typeface="+mj-cs"/>
            </a:endParaRPr>
          </a:p>
        </p:txBody>
      </p:sp>
      <p:sp>
        <p:nvSpPr>
          <p:cNvPr id="14" name="Rectangle 13"/>
          <p:cNvSpPr/>
          <p:nvPr/>
        </p:nvSpPr>
        <p:spPr>
          <a:xfrm>
            <a:off x="7392144"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2060"/>
                </a:solidFill>
                <a:latin typeface="Times New Roman" panose="02020603050405020304" pitchFamily="18" charset="0"/>
                <a:cs typeface="Times New Roman" panose="02020603050405020304" pitchFamily="18" charset="0"/>
              </a:rPr>
              <a:t>Flash </a:t>
            </a:r>
            <a:r>
              <a:rPr lang="fr-FR" sz="3200" b="1" dirty="0" err="1" smtClean="0">
                <a:solidFill>
                  <a:srgbClr val="002060"/>
                </a:solidFill>
                <a:latin typeface="Times New Roman" panose="02020603050405020304" pitchFamily="18" charset="0"/>
                <a:cs typeface="Times New Roman" panose="02020603050405020304" pitchFamily="18" charset="0"/>
              </a:rPr>
              <a:t>Disk</a:t>
            </a:r>
            <a:endParaRPr lang="fr-FR" sz="3200" b="1" dirty="0">
              <a:solidFill>
                <a:srgbClr val="002060"/>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1030666" y="3060999"/>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a:solidFill>
                  <a:srgbClr val="002060"/>
                </a:solidFill>
                <a:latin typeface="Times New Roman" panose="02020603050405020304" pitchFamily="18" charset="0"/>
                <a:cs typeface="Times New Roman" panose="02020603050405020304" pitchFamily="18" charset="0"/>
              </a:rPr>
              <a:t>C</a:t>
            </a:r>
            <a:r>
              <a:rPr lang="fr-FR" sz="3200" b="1" dirty="0" smtClean="0">
                <a:solidFill>
                  <a:srgbClr val="002060"/>
                </a:solidFill>
                <a:latin typeface="Times New Roman" panose="02020603050405020304" pitchFamily="18" charset="0"/>
                <a:cs typeface="Times New Roman" panose="02020603050405020304" pitchFamily="18" charset="0"/>
              </a:rPr>
              <a:t>D</a:t>
            </a:r>
            <a:endParaRPr lang="fr-FR" sz="3200" b="1" dirty="0">
              <a:solidFill>
                <a:srgbClr val="002060"/>
              </a:solidFill>
              <a:cs typeface="+mj-cs"/>
            </a:endParaRPr>
          </a:p>
        </p:txBody>
      </p:sp>
    </p:spTree>
    <p:extLst>
      <p:ext uri="{BB962C8B-B14F-4D97-AF65-F5344CB8AC3E}">
        <p14:creationId xmlns:p14="http://schemas.microsoft.com/office/powerpoint/2010/main" val="67040885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1000" fill="hold"/>
                                        <p:tgtEl>
                                          <p:spTgt spid="18"/>
                                        </p:tgtEl>
                                        <p:attrNameLst>
                                          <p:attrName>ppt_w</p:attrName>
                                        </p:attrNameLst>
                                      </p:cBhvr>
                                      <p:tavLst>
                                        <p:tav tm="0">
                                          <p:val>
                                            <p:fltVal val="0"/>
                                          </p:val>
                                        </p:tav>
                                        <p:tav tm="100000">
                                          <p:val>
                                            <p:strVal val="#ppt_w"/>
                                          </p:val>
                                        </p:tav>
                                      </p:tavLst>
                                    </p:anim>
                                    <p:anim calcmode="lin" valueType="num">
                                      <p:cBhvr>
                                        <p:cTn id="32" dur="1000" fill="hold"/>
                                        <p:tgtEl>
                                          <p:spTgt spid="18"/>
                                        </p:tgtEl>
                                        <p:attrNameLst>
                                          <p:attrName>ppt_h</p:attrName>
                                        </p:attrNameLst>
                                      </p:cBhvr>
                                      <p:tavLst>
                                        <p:tav tm="0">
                                          <p:val>
                                            <p:fltVal val="0"/>
                                          </p:val>
                                        </p:tav>
                                        <p:tav tm="100000">
                                          <p:val>
                                            <p:strVal val="#ppt_h"/>
                                          </p:val>
                                        </p:tav>
                                      </p:tavLst>
                                    </p:anim>
                                    <p:anim calcmode="lin" valueType="num">
                                      <p:cBhvr>
                                        <p:cTn id="33" dur="1000" fill="hold"/>
                                        <p:tgtEl>
                                          <p:spTgt spid="18"/>
                                        </p:tgtEl>
                                        <p:attrNameLst>
                                          <p:attrName>style.rotation</p:attrName>
                                        </p:attrNameLst>
                                      </p:cBhvr>
                                      <p:tavLst>
                                        <p:tav tm="0">
                                          <p:val>
                                            <p:fltVal val="90"/>
                                          </p:val>
                                        </p:tav>
                                        <p:tav tm="100000">
                                          <p:val>
                                            <p:fltVal val="0"/>
                                          </p:val>
                                        </p:tav>
                                      </p:tavLst>
                                    </p:anim>
                                    <p:animEffect transition="in" filter="fade">
                                      <p:cBhvr>
                                        <p:cTn id="34" dur="10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1000" fill="hold"/>
                                        <p:tgtEl>
                                          <p:spTgt spid="14"/>
                                        </p:tgtEl>
                                        <p:attrNameLst>
                                          <p:attrName>ppt_w</p:attrName>
                                        </p:attrNameLst>
                                      </p:cBhvr>
                                      <p:tavLst>
                                        <p:tav tm="0">
                                          <p:val>
                                            <p:fltVal val="0"/>
                                          </p:val>
                                        </p:tav>
                                        <p:tav tm="100000">
                                          <p:val>
                                            <p:strVal val="#ppt_w"/>
                                          </p:val>
                                        </p:tav>
                                      </p:tavLst>
                                    </p:anim>
                                    <p:anim calcmode="lin" valueType="num">
                                      <p:cBhvr>
                                        <p:cTn id="40" dur="1000" fill="hold"/>
                                        <p:tgtEl>
                                          <p:spTgt spid="14"/>
                                        </p:tgtEl>
                                        <p:attrNameLst>
                                          <p:attrName>ppt_h</p:attrName>
                                        </p:attrNameLst>
                                      </p:cBhvr>
                                      <p:tavLst>
                                        <p:tav tm="0">
                                          <p:val>
                                            <p:fltVal val="0"/>
                                          </p:val>
                                        </p:tav>
                                        <p:tav tm="100000">
                                          <p:val>
                                            <p:strVal val="#ppt_h"/>
                                          </p:val>
                                        </p:tav>
                                      </p:tavLst>
                                    </p:anim>
                                    <p:anim calcmode="lin" valueType="num">
                                      <p:cBhvr>
                                        <p:cTn id="41" dur="1000" fill="hold"/>
                                        <p:tgtEl>
                                          <p:spTgt spid="14"/>
                                        </p:tgtEl>
                                        <p:attrNameLst>
                                          <p:attrName>style.rotation</p:attrName>
                                        </p:attrNameLst>
                                      </p:cBhvr>
                                      <p:tavLst>
                                        <p:tav tm="0">
                                          <p:val>
                                            <p:fltVal val="90"/>
                                          </p:val>
                                        </p:tav>
                                        <p:tav tm="100000">
                                          <p:val>
                                            <p:fltVal val="0"/>
                                          </p:val>
                                        </p:tav>
                                      </p:tavLst>
                                    </p:anim>
                                    <p:animEffect transition="in" filter="fade">
                                      <p:cBhvr>
                                        <p:cTn id="42" dur="10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1000" fill="hold"/>
                                        <p:tgtEl>
                                          <p:spTgt spid="7"/>
                                        </p:tgtEl>
                                        <p:attrNameLst>
                                          <p:attrName>ppt_w</p:attrName>
                                        </p:attrNameLst>
                                      </p:cBhvr>
                                      <p:tavLst>
                                        <p:tav tm="0">
                                          <p:val>
                                            <p:fltVal val="0"/>
                                          </p:val>
                                        </p:tav>
                                        <p:tav tm="100000">
                                          <p:val>
                                            <p:strVal val="#ppt_w"/>
                                          </p:val>
                                        </p:tav>
                                      </p:tavLst>
                                    </p:anim>
                                    <p:anim calcmode="lin" valueType="num">
                                      <p:cBhvr>
                                        <p:cTn id="48" dur="1000" fill="hold"/>
                                        <p:tgtEl>
                                          <p:spTgt spid="7"/>
                                        </p:tgtEl>
                                        <p:attrNameLst>
                                          <p:attrName>ppt_h</p:attrName>
                                        </p:attrNameLst>
                                      </p:cBhvr>
                                      <p:tavLst>
                                        <p:tav tm="0">
                                          <p:val>
                                            <p:fltVal val="0"/>
                                          </p:val>
                                        </p:tav>
                                        <p:tav tm="100000">
                                          <p:val>
                                            <p:strVal val="#ppt_h"/>
                                          </p:val>
                                        </p:tav>
                                      </p:tavLst>
                                    </p:anim>
                                    <p:anim calcmode="lin" valueType="num">
                                      <p:cBhvr>
                                        <p:cTn id="49" dur="1000" fill="hold"/>
                                        <p:tgtEl>
                                          <p:spTgt spid="7"/>
                                        </p:tgtEl>
                                        <p:attrNameLst>
                                          <p:attrName>style.rotation</p:attrName>
                                        </p:attrNameLst>
                                      </p:cBhvr>
                                      <p:tavLst>
                                        <p:tav tm="0">
                                          <p:val>
                                            <p:fltVal val="90"/>
                                          </p:val>
                                        </p:tav>
                                        <p:tav tm="100000">
                                          <p:val>
                                            <p:fltVal val="0"/>
                                          </p:val>
                                        </p:tav>
                                      </p:tavLst>
                                    </p:anim>
                                    <p:animEffect transition="in" filter="fade">
                                      <p:cBhvr>
                                        <p:cTn id="5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642483"/>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u="sng" dirty="0">
                <a:solidFill>
                  <a:srgbClr val="FF0000"/>
                </a:solidFill>
                <a:cs typeface="+mj-cs"/>
              </a:rPr>
              <a:t>نَـشَــاط </a:t>
            </a:r>
            <a:r>
              <a:rPr lang="ar-DZ" sz="3800" b="1" u="sng" dirty="0" smtClean="0">
                <a:solidFill>
                  <a:srgbClr val="FF0000"/>
                </a:solidFill>
                <a:cs typeface="+mj-cs"/>
              </a:rPr>
              <a:t>5 – الــوحـــدة 2</a:t>
            </a:r>
            <a:r>
              <a:rPr lang="ar-DZ" sz="3800" b="1" dirty="0" smtClean="0">
                <a:solidFill>
                  <a:srgbClr val="FF0000"/>
                </a:solidFill>
                <a:cs typeface="+mj-cs"/>
              </a:rPr>
              <a:t> </a:t>
            </a:r>
            <a:r>
              <a:rPr lang="ar-DZ" sz="3800" b="1" dirty="0">
                <a:solidFill>
                  <a:srgbClr val="FF0000"/>
                </a:solidFill>
                <a:cs typeface="+mj-cs"/>
              </a:rPr>
              <a:t>( تــابـع </a:t>
            </a:r>
            <a:r>
              <a:rPr lang="ar-DZ" sz="3800" b="1" dirty="0" smtClean="0">
                <a:solidFill>
                  <a:srgbClr val="FF0000"/>
                </a:solidFill>
                <a:cs typeface="+mj-cs"/>
              </a:rPr>
              <a:t>) : </a:t>
            </a:r>
            <a:r>
              <a:rPr lang="ar-DZ" sz="3800" b="1" dirty="0">
                <a:solidFill>
                  <a:srgbClr val="FF0000"/>
                </a:solidFill>
                <a:cs typeface="+mj-cs"/>
              </a:rPr>
              <a:t>الـمــكــونــات </a:t>
            </a:r>
            <a:r>
              <a:rPr lang="ar-DZ" sz="3800" b="1" dirty="0" smtClean="0">
                <a:solidFill>
                  <a:srgbClr val="FF0000"/>
                </a:solidFill>
                <a:cs typeface="+mj-cs"/>
              </a:rPr>
              <a:t>الـداخــلــيــة</a:t>
            </a:r>
            <a:endParaRPr lang="fr-FR" sz="3800" i="1" dirty="0">
              <a:solidFill>
                <a:srgbClr val="FF0000"/>
              </a:solidFill>
              <a:cs typeface="+mj-cs"/>
            </a:endParaRPr>
          </a:p>
        </p:txBody>
      </p:sp>
      <p:sp>
        <p:nvSpPr>
          <p:cNvPr id="3" name="Espace réservé du contenu 2"/>
          <p:cNvSpPr>
            <a:spLocks noGrp="1"/>
          </p:cNvSpPr>
          <p:nvPr>
            <p:ph idx="1"/>
          </p:nvPr>
        </p:nvSpPr>
        <p:spPr>
          <a:xfrm>
            <a:off x="609600" y="1052736"/>
            <a:ext cx="10814992" cy="5317103"/>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endParaRPr lang="fr-FR" sz="500" b="1" smtClean="0">
              <a:cs typeface="+mj-cs"/>
            </a:endParaRPr>
          </a:p>
          <a:p>
            <a:pPr marL="0" indent="0" algn="just" rtl="1">
              <a:lnSpc>
                <a:spcPct val="150000"/>
              </a:lnSpc>
              <a:buNone/>
            </a:pPr>
            <a:endParaRPr lang="ar-DZ"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graphicFrame>
        <p:nvGraphicFramePr>
          <p:cNvPr id="7" name="Tableau 6"/>
          <p:cNvGraphicFramePr>
            <a:graphicFrameLocks noGrp="1"/>
          </p:cNvGraphicFramePr>
          <p:nvPr>
            <p:extLst>
              <p:ext uri="{D42A27DB-BD31-4B8C-83A1-F6EECF244321}">
                <p14:modId xmlns:p14="http://schemas.microsoft.com/office/powerpoint/2010/main" val="1359879791"/>
              </p:ext>
            </p:extLst>
          </p:nvPr>
        </p:nvGraphicFramePr>
        <p:xfrm>
          <a:off x="818069" y="1093913"/>
          <a:ext cx="10429169" cy="5026334"/>
        </p:xfrm>
        <a:graphic>
          <a:graphicData uri="http://schemas.openxmlformats.org/drawingml/2006/table">
            <a:tbl>
              <a:tblPr rtl="1" firstRow="1" bandRow="1">
                <a:tableStyleId>{5C22544A-7EE6-4342-B048-85BDC9FD1C3A}</a:tableStyleId>
              </a:tblPr>
              <a:tblGrid>
                <a:gridCol w="3602297"/>
                <a:gridCol w="6826872"/>
              </a:tblGrid>
              <a:tr h="771228">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000" b="1" u="none" kern="1200" dirty="0" smtClean="0">
                          <a:solidFill>
                            <a:srgbClr val="002060"/>
                          </a:solidFill>
                          <a:effectLst/>
                          <a:latin typeface="+mn-lt"/>
                          <a:ea typeface="+mn-ea"/>
                          <a:cs typeface="+mj-cs"/>
                        </a:rPr>
                        <a:t>الــمــكــونـــات الــمــاديـــة</a:t>
                      </a:r>
                      <a:endParaRPr lang="fr-FR" sz="3000" b="1" u="none" kern="1200" dirty="0" smtClean="0">
                        <a:solidFill>
                          <a:srgbClr val="002060"/>
                        </a:solidFill>
                        <a:latin typeface="+mn-lt"/>
                        <a:ea typeface="+mn-ea"/>
                        <a:cs typeface="+mj-cs"/>
                      </a:endParaRPr>
                    </a:p>
                  </a:txBody>
                  <a:tcPr anchor="ctr">
                    <a:lnR w="38100" cap="flat" cmpd="sng" algn="ctr">
                      <a:solidFill>
                        <a:schemeClr val="tx2"/>
                      </a:solidFill>
                      <a:prstDash val="solid"/>
                      <a:round/>
                      <a:headEnd type="none" w="med" len="med"/>
                      <a:tailEnd type="none" w="med" len="med"/>
                    </a:lnR>
                    <a:solidFill>
                      <a:schemeClr val="tx2">
                        <a:lumMod val="60000"/>
                        <a:lumOff val="4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000" b="1" u="none" kern="1200" dirty="0" smtClean="0">
                          <a:solidFill>
                            <a:srgbClr val="002060"/>
                          </a:solidFill>
                          <a:effectLst/>
                          <a:latin typeface="+mn-lt"/>
                          <a:ea typeface="+mn-ea"/>
                          <a:cs typeface="+mj-cs"/>
                        </a:rPr>
                        <a:t>دَوْر الــمـــكـــونـــــــات الــــمـــــاديـــــــة</a:t>
                      </a:r>
                      <a:endParaRPr lang="fr-FR" sz="3000" b="1" u="none" kern="1200" dirty="0" smtClean="0">
                        <a:solidFill>
                          <a:srgbClr val="002060"/>
                        </a:solidFill>
                        <a:latin typeface="+mn-lt"/>
                        <a:ea typeface="+mn-ea"/>
                        <a:cs typeface="+mj-cs"/>
                      </a:endParaRPr>
                    </a:p>
                  </a:txBody>
                  <a:tcPr anchor="ctr">
                    <a:lnL w="38100" cap="flat" cmpd="sng" algn="ctr">
                      <a:solidFill>
                        <a:schemeClr val="tx2"/>
                      </a:solidFill>
                      <a:prstDash val="solid"/>
                      <a:round/>
                      <a:headEnd type="none" w="med" len="med"/>
                      <a:tailEnd type="none" w="med" len="med"/>
                    </a:lnL>
                    <a:solidFill>
                      <a:schemeClr val="tx2">
                        <a:lumMod val="60000"/>
                        <a:lumOff val="40000"/>
                      </a:schemeClr>
                    </a:solidFill>
                  </a:tcPr>
                </a:tc>
              </a:tr>
              <a:tr h="1451873">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2800" b="0" kern="1200" dirty="0" smtClean="0">
                          <a:solidFill>
                            <a:schemeClr val="tx2"/>
                          </a:solidFill>
                          <a:latin typeface="+mn-lt"/>
                          <a:ea typeface="+mn-ea"/>
                          <a:cs typeface="+mj-cs"/>
                        </a:rPr>
                        <a:t>.....................................</a:t>
                      </a:r>
                      <a:endParaRPr lang="fr-FR" sz="3200" b="0" kern="1200" dirty="0" smtClean="0">
                        <a:solidFill>
                          <a:schemeClr val="tx2"/>
                        </a:solidFill>
                        <a:latin typeface="+mn-lt"/>
                        <a:ea typeface="+mn-ea"/>
                        <a:cs typeface="+mj-cs"/>
                      </a:endParaRPr>
                    </a:p>
                  </a:txBody>
                  <a:tcPr anchor="ctr">
                    <a:lnR w="38100" cap="flat" cmpd="sng" algn="ctr">
                      <a:solidFill>
                        <a:schemeClr val="tx2"/>
                      </a:solidFill>
                      <a:prstDash val="solid"/>
                      <a:round/>
                      <a:headEnd type="none" w="med" len="med"/>
                      <a:tailEnd type="none" w="med" len="med"/>
                    </a:lnR>
                    <a:solidFill>
                      <a:schemeClr val="accent5">
                        <a:lumMod val="20000"/>
                        <a:lumOff val="8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000" b="1" kern="1200" dirty="0" smtClean="0">
                          <a:solidFill>
                            <a:srgbClr val="002060"/>
                          </a:solidFill>
                          <a:effectLst/>
                          <a:latin typeface="+mn-lt"/>
                          <a:ea typeface="+mn-ea"/>
                          <a:cs typeface="+mj-cs"/>
                        </a:rPr>
                        <a:t>تــخــزيــن نــظــام الإِدْخَـال والإِخْــرَاج الأسـاسي  </a:t>
                      </a:r>
                      <a:r>
                        <a:rPr lang="fr-FR" sz="3000" b="1" kern="1200" dirty="0" smtClean="0">
                          <a:solidFill>
                            <a:srgbClr val="002060"/>
                          </a:solidFill>
                          <a:effectLst/>
                          <a:latin typeface="+mn-lt"/>
                          <a:ea typeface="+mn-ea"/>
                          <a:cs typeface="+mj-cs"/>
                        </a:rPr>
                        <a:t>BIOS</a:t>
                      </a:r>
                      <a:r>
                        <a:rPr lang="ar-DZ" sz="3000" b="1" kern="1200" dirty="0" smtClean="0">
                          <a:solidFill>
                            <a:srgbClr val="002060"/>
                          </a:solidFill>
                          <a:effectLst/>
                          <a:latin typeface="+mn-lt"/>
                          <a:ea typeface="+mn-ea"/>
                          <a:cs typeface="+mj-cs"/>
                        </a:rPr>
                        <a:t> </a:t>
                      </a:r>
                      <a:r>
                        <a:rPr lang="fr-FR" sz="3000" b="1" kern="1200" dirty="0" smtClean="0">
                          <a:solidFill>
                            <a:srgbClr val="002060"/>
                          </a:solidFill>
                          <a:effectLst/>
                          <a:latin typeface="+mn-lt"/>
                          <a:ea typeface="+mn-ea"/>
                          <a:cs typeface="+mj-cs"/>
                        </a:rPr>
                        <a:t>  </a:t>
                      </a:r>
                      <a:r>
                        <a:rPr lang="ar-DZ" sz="3000" b="1" kern="1200" dirty="0" smtClean="0">
                          <a:solidFill>
                            <a:srgbClr val="002060"/>
                          </a:solidFill>
                          <a:effectLst/>
                          <a:latin typeface="+mn-lt"/>
                          <a:ea typeface="+mn-ea"/>
                          <a:cs typeface="+mj-cs"/>
                        </a:rPr>
                        <a:t>بـصـفـة دائـمـة مِـن طَــرَفِ الــشَـرِكَـة الــمُـــصَـــنِّــعَـــة لِـــ : لـــوحــة الأم  </a:t>
                      </a:r>
                      <a:endParaRPr lang="fr-FR" sz="3000" b="1" kern="1200" dirty="0" smtClean="0">
                        <a:solidFill>
                          <a:srgbClr val="002060"/>
                        </a:solidFill>
                        <a:latin typeface="+mn-lt"/>
                        <a:ea typeface="+mn-ea"/>
                        <a:cs typeface="+mj-cs"/>
                      </a:endParaRPr>
                    </a:p>
                  </a:txBody>
                  <a:tcPr anchor="ctr">
                    <a:lnL w="38100" cap="flat" cmpd="sng" algn="ctr">
                      <a:solidFill>
                        <a:schemeClr val="tx2"/>
                      </a:solidFill>
                      <a:prstDash val="solid"/>
                      <a:round/>
                      <a:headEnd type="none" w="med" len="med"/>
                      <a:tailEnd type="none" w="med" len="med"/>
                    </a:lnL>
                    <a:solidFill>
                      <a:schemeClr val="accent5">
                        <a:lumMod val="20000"/>
                        <a:lumOff val="80000"/>
                      </a:schemeClr>
                    </a:solidFill>
                  </a:tcPr>
                </a:tc>
              </a:tr>
              <a:tr h="1451873">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2800" b="0" kern="1200" dirty="0" smtClean="0">
                          <a:solidFill>
                            <a:srgbClr val="FF0000"/>
                          </a:solidFill>
                          <a:latin typeface="+mn-lt"/>
                          <a:ea typeface="+mn-ea"/>
                          <a:cs typeface="+mj-cs"/>
                        </a:rPr>
                        <a:t>....................................</a:t>
                      </a:r>
                      <a:endParaRPr lang="fr-FR" sz="2800" b="0" kern="1200" dirty="0" smtClean="0">
                        <a:solidFill>
                          <a:srgbClr val="FF0000"/>
                        </a:solidFill>
                        <a:latin typeface="+mn-lt"/>
                        <a:ea typeface="+mn-ea"/>
                        <a:cs typeface="+mj-cs"/>
                      </a:endParaRPr>
                    </a:p>
                  </a:txBody>
                  <a:tcPr anchor="ctr">
                    <a:lnR w="38100" cap="flat" cmpd="sng" algn="ctr">
                      <a:solidFill>
                        <a:schemeClr val="tx2"/>
                      </a:solidFill>
                      <a:prstDash val="solid"/>
                      <a:round/>
                      <a:headEnd type="none" w="med" len="med"/>
                      <a:tailEnd type="none" w="med" len="med"/>
                    </a:lnR>
                    <a:solidFill>
                      <a:schemeClr val="accent5">
                        <a:lumMod val="60000"/>
                        <a:lumOff val="4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000" b="1" dirty="0" smtClean="0">
                          <a:solidFill>
                            <a:srgbClr val="002060"/>
                          </a:solidFill>
                          <a:effectLst/>
                          <a:ea typeface="Droid Sans Fallback"/>
                          <a:cs typeface="+mj-cs"/>
                        </a:rPr>
                        <a:t>تــخـــزيـــن الــمـــلــفـــات وذلـك بــصــفــة دائــمــة</a:t>
                      </a:r>
                    </a:p>
                    <a:p>
                      <a:pPr marL="0" marR="0" indent="0" algn="ctr" defTabSz="914400" rtl="1" eaLnBrk="1" fontAlgn="auto" latinLnBrk="0" hangingPunct="1">
                        <a:lnSpc>
                          <a:spcPct val="100000"/>
                        </a:lnSpc>
                        <a:spcBef>
                          <a:spcPts val="0"/>
                        </a:spcBef>
                        <a:spcAft>
                          <a:spcPts val="0"/>
                        </a:spcAft>
                        <a:buClrTx/>
                        <a:buSzTx/>
                        <a:buFontTx/>
                        <a:buNone/>
                        <a:tabLst/>
                        <a:defRPr/>
                      </a:pPr>
                      <a:r>
                        <a:rPr lang="ar-DZ" sz="3000" b="1" dirty="0" smtClean="0">
                          <a:solidFill>
                            <a:srgbClr val="002060"/>
                          </a:solidFill>
                          <a:effectLst/>
                          <a:ea typeface="Droid Sans Fallback"/>
                          <a:cs typeface="+mj-cs"/>
                        </a:rPr>
                        <a:t> ( مـــلــفــات : </a:t>
                      </a:r>
                      <a:r>
                        <a:rPr lang="ar-DZ" sz="3000" b="1" u="sng" dirty="0" smtClean="0">
                          <a:solidFill>
                            <a:srgbClr val="FF0000"/>
                          </a:solidFill>
                          <a:effectLst/>
                          <a:ea typeface="Droid Sans Fallback"/>
                          <a:cs typeface="+mj-cs"/>
                        </a:rPr>
                        <a:t>نــظـــام الــتــشــغـــيــل</a:t>
                      </a:r>
                      <a:r>
                        <a:rPr lang="ar-DZ" sz="3000" b="1" dirty="0" smtClean="0">
                          <a:solidFill>
                            <a:srgbClr val="002060"/>
                          </a:solidFill>
                          <a:effectLst/>
                          <a:ea typeface="Droid Sans Fallback"/>
                          <a:cs typeface="+mj-cs"/>
                        </a:rPr>
                        <a:t>، الـبـــرامــج الــمُـــثَـــبَّــــتَـــة، صُـــوَر، مُــــسْــــتَـــــنَــــدَات ...</a:t>
                      </a:r>
                      <a:endParaRPr lang="fr-FR" sz="3000" b="1" kern="1200" dirty="0" smtClean="0">
                        <a:solidFill>
                          <a:srgbClr val="002060"/>
                        </a:solidFill>
                        <a:latin typeface="+mn-lt"/>
                        <a:ea typeface="+mn-ea"/>
                        <a:cs typeface="+mj-cs"/>
                      </a:endParaRPr>
                    </a:p>
                  </a:txBody>
                  <a:tcPr anchor="ctr">
                    <a:lnL w="38100" cap="flat" cmpd="sng" algn="ctr">
                      <a:solidFill>
                        <a:schemeClr val="tx2"/>
                      </a:solidFill>
                      <a:prstDash val="solid"/>
                      <a:round/>
                      <a:headEnd type="none" w="med" len="med"/>
                      <a:tailEnd type="none" w="med" len="med"/>
                    </a:lnL>
                    <a:solidFill>
                      <a:schemeClr val="accent5">
                        <a:lumMod val="60000"/>
                        <a:lumOff val="40000"/>
                      </a:schemeClr>
                    </a:solidFill>
                  </a:tcPr>
                </a:tc>
              </a:tr>
              <a:tr h="1329026">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2800" b="0" kern="1200" dirty="0" smtClean="0">
                          <a:solidFill>
                            <a:schemeClr val="tx2"/>
                          </a:solidFill>
                          <a:latin typeface="+mn-lt"/>
                          <a:ea typeface="+mn-ea"/>
                          <a:cs typeface="+mj-cs"/>
                        </a:rPr>
                        <a:t>....................................</a:t>
                      </a:r>
                      <a:endParaRPr lang="fr-FR" sz="2800" b="0" kern="1200" dirty="0" smtClean="0">
                        <a:solidFill>
                          <a:schemeClr val="tx2"/>
                        </a:solidFill>
                        <a:latin typeface="+mn-lt"/>
                        <a:ea typeface="+mn-ea"/>
                        <a:cs typeface="+mj-cs"/>
                      </a:endParaRPr>
                    </a:p>
                  </a:txBody>
                  <a:tcPr anchor="ctr">
                    <a:lnR w="38100" cap="flat" cmpd="sng" algn="ctr">
                      <a:solidFill>
                        <a:schemeClr val="tx2"/>
                      </a:solidFill>
                      <a:prstDash val="solid"/>
                      <a:round/>
                      <a:headEnd type="none" w="med" len="med"/>
                      <a:tailEnd type="none" w="med" len="med"/>
                    </a:lnR>
                    <a:solidFill>
                      <a:schemeClr val="accent5">
                        <a:lumMod val="20000"/>
                        <a:lumOff val="80000"/>
                      </a:schemeClr>
                    </a:solidFill>
                  </a:tcPr>
                </a:tc>
                <a:tc>
                  <a:txBody>
                    <a:bodyPr/>
                    <a:lstStyle/>
                    <a:p>
                      <a:pPr algn="ctr" rtl="1">
                        <a:lnSpc>
                          <a:spcPct val="115000"/>
                        </a:lnSpc>
                        <a:spcAft>
                          <a:spcPts val="0"/>
                        </a:spcAft>
                      </a:pPr>
                      <a:r>
                        <a:rPr lang="fr-FR" sz="3200" b="1" dirty="0">
                          <a:solidFill>
                            <a:srgbClr val="002060"/>
                          </a:solidFill>
                          <a:effectLst/>
                          <a:latin typeface="Traditional Arabic" panose="02020603050405020304" pitchFamily="18" charset="-78"/>
                          <a:ea typeface="Droid Sans Fallback"/>
                          <a:cs typeface="+mj-cs"/>
                        </a:rPr>
                        <a:t> </a:t>
                      </a:r>
                      <a:r>
                        <a:rPr lang="ar-DZ" sz="3000" b="1" dirty="0" smtClean="0">
                          <a:solidFill>
                            <a:srgbClr val="002060"/>
                          </a:solidFill>
                          <a:effectLst/>
                          <a:latin typeface="Traditional Arabic" panose="02020603050405020304" pitchFamily="18" charset="-78"/>
                          <a:ea typeface="Droid Sans Fallback"/>
                          <a:cs typeface="+mj-cs"/>
                        </a:rPr>
                        <a:t>تَـــزْوِيــــدِ مُــــكَــــوِنَــــاتِ الــحــــــاســـــوب</a:t>
                      </a:r>
                    </a:p>
                    <a:p>
                      <a:pPr algn="ctr" rtl="1">
                        <a:lnSpc>
                          <a:spcPct val="115000"/>
                        </a:lnSpc>
                        <a:spcAft>
                          <a:spcPts val="0"/>
                        </a:spcAft>
                      </a:pPr>
                      <a:r>
                        <a:rPr lang="ar-DZ" sz="3000" b="1" dirty="0" smtClean="0">
                          <a:solidFill>
                            <a:srgbClr val="002060"/>
                          </a:solidFill>
                          <a:effectLst/>
                          <a:latin typeface="Traditional Arabic" panose="02020603050405020304" pitchFamily="18" charset="-78"/>
                          <a:ea typeface="Droid Sans Fallback"/>
                          <a:cs typeface="+mj-cs"/>
                        </a:rPr>
                        <a:t> بـالــطـــــاقــــــة الــكـــهــــربـــــــــائــــــيــــة</a:t>
                      </a:r>
                      <a:endParaRPr lang="fr-FR" sz="3000" dirty="0">
                        <a:solidFill>
                          <a:srgbClr val="00000A"/>
                        </a:solidFill>
                        <a:effectLst/>
                        <a:latin typeface="Liberation Serif"/>
                        <a:ea typeface="Droid Sans Fallback"/>
                        <a:cs typeface="+mj-cs"/>
                      </a:endParaRPr>
                    </a:p>
                  </a:txBody>
                  <a:tcPr marL="68580" marR="68580" marT="0" marB="0" anchor="ctr">
                    <a:lnL w="38100" cap="flat" cmpd="sng" algn="ctr">
                      <a:solidFill>
                        <a:schemeClr val="tx2"/>
                      </a:solidFill>
                      <a:prstDash val="solid"/>
                      <a:round/>
                      <a:headEnd type="none" w="med" len="med"/>
                      <a:tailEnd type="none" w="med" len="med"/>
                    </a:lnL>
                    <a:solidFill>
                      <a:schemeClr val="accent5">
                        <a:lumMod val="20000"/>
                        <a:lumOff val="80000"/>
                      </a:schemeClr>
                    </a:solidFill>
                  </a:tcPr>
                </a:tc>
              </a:tr>
            </a:tbl>
          </a:graphicData>
        </a:graphic>
      </p:graphicFrame>
      <p:sp>
        <p:nvSpPr>
          <p:cNvPr id="9" name="Rectangle 8"/>
          <p:cNvSpPr/>
          <p:nvPr/>
        </p:nvSpPr>
        <p:spPr>
          <a:xfrm>
            <a:off x="7795616" y="2204864"/>
            <a:ext cx="331236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000" b="1" dirty="0" smtClean="0">
                <a:solidFill>
                  <a:srgbClr val="0070C0"/>
                </a:solidFill>
              </a:rPr>
              <a:t>الـذَاكِـرَة الـمَـيِّـتَـة </a:t>
            </a:r>
            <a:r>
              <a:rPr lang="fr-FR" sz="3000" b="1" dirty="0" smtClean="0">
                <a:solidFill>
                  <a:srgbClr val="0070C0"/>
                </a:solidFill>
              </a:rPr>
              <a:t> </a:t>
            </a:r>
            <a:r>
              <a:rPr lang="fr-FR" sz="2600" b="1" dirty="0" smtClean="0">
                <a:solidFill>
                  <a:srgbClr val="0070C0"/>
                </a:solidFill>
              </a:rPr>
              <a:t>ROM</a:t>
            </a:r>
            <a:endParaRPr lang="fr-FR" sz="2600" b="1" dirty="0">
              <a:solidFill>
                <a:srgbClr val="0070C0"/>
              </a:solidFill>
            </a:endParaRPr>
          </a:p>
        </p:txBody>
      </p:sp>
      <p:sp>
        <p:nvSpPr>
          <p:cNvPr id="10" name="Rectangle 9"/>
          <p:cNvSpPr/>
          <p:nvPr/>
        </p:nvSpPr>
        <p:spPr>
          <a:xfrm>
            <a:off x="7729628" y="3657060"/>
            <a:ext cx="342667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FF0000"/>
                </a:solidFill>
                <a:cs typeface="+mj-cs"/>
              </a:rPr>
              <a:t>الـقُــرْص الـصَّـلْـب </a:t>
            </a:r>
            <a:r>
              <a:rPr lang="fr-FR" sz="2800" b="1" dirty="0" smtClean="0">
                <a:solidFill>
                  <a:srgbClr val="FF0000"/>
                </a:solidFill>
                <a:cs typeface="+mj-cs"/>
              </a:rPr>
              <a:t>HDD</a:t>
            </a:r>
            <a:endParaRPr lang="fr-FR" sz="2800" b="1" dirty="0">
              <a:solidFill>
                <a:srgbClr val="FF0000"/>
              </a:solidFill>
              <a:cs typeface="+mj-cs"/>
            </a:endParaRPr>
          </a:p>
        </p:txBody>
      </p:sp>
      <p:sp>
        <p:nvSpPr>
          <p:cNvPr id="11" name="Rectangle 10"/>
          <p:cNvSpPr/>
          <p:nvPr/>
        </p:nvSpPr>
        <p:spPr>
          <a:xfrm>
            <a:off x="7738464" y="5066393"/>
            <a:ext cx="349200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000" b="1" dirty="0" smtClean="0">
                <a:solidFill>
                  <a:srgbClr val="0070C0"/>
                </a:solidFill>
                <a:cs typeface="+mj-cs"/>
              </a:rPr>
              <a:t>عُـلْـبَـة الإِمْـدَاد بالـكـهـربـاء</a:t>
            </a:r>
            <a:endParaRPr lang="fr-FR" sz="3000" b="1" dirty="0">
              <a:solidFill>
                <a:srgbClr val="0070C0"/>
              </a:solidFill>
              <a:cs typeface="+mj-cs"/>
            </a:endParaRPr>
          </a:p>
        </p:txBody>
      </p:sp>
    </p:spTree>
    <p:extLst>
      <p:ext uri="{BB962C8B-B14F-4D97-AF65-F5344CB8AC3E}">
        <p14:creationId xmlns:p14="http://schemas.microsoft.com/office/powerpoint/2010/main" val="310904220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
                                            <p:bg/>
                                          </p:spTgt>
                                        </p:tgtEl>
                                        <p:attrNameLst>
                                          <p:attrName>style.visibility</p:attrName>
                                        </p:attrNameLst>
                                      </p:cBhvr>
                                      <p:to>
                                        <p:strVal val="visible"/>
                                      </p:to>
                                    </p:set>
                                    <p:anim calcmode="lin" valueType="num">
                                      <p:cBhvr>
                                        <p:cTn id="13" dur="750" fill="hold"/>
                                        <p:tgtEl>
                                          <p:spTgt spid="3">
                                            <p:bg/>
                                          </p:spTgt>
                                        </p:tgtEl>
                                        <p:attrNameLst>
                                          <p:attrName>ppt_w</p:attrName>
                                        </p:attrNameLst>
                                      </p:cBhvr>
                                      <p:tavLst>
                                        <p:tav tm="0">
                                          <p:val>
                                            <p:fltVal val="0"/>
                                          </p:val>
                                        </p:tav>
                                        <p:tav tm="100000">
                                          <p:val>
                                            <p:strVal val="#ppt_w"/>
                                          </p:val>
                                        </p:tav>
                                      </p:tavLst>
                                    </p:anim>
                                    <p:anim calcmode="lin" valueType="num">
                                      <p:cBhvr>
                                        <p:cTn id="14" dur="750" fill="hold"/>
                                        <p:tgtEl>
                                          <p:spTgt spid="3">
                                            <p:bg/>
                                          </p:spTgt>
                                        </p:tgtEl>
                                        <p:attrNameLst>
                                          <p:attrName>ppt_h</p:attrName>
                                        </p:attrNameLst>
                                      </p:cBhvr>
                                      <p:tavLst>
                                        <p:tav tm="0">
                                          <p:val>
                                            <p:fltVal val="0"/>
                                          </p:val>
                                        </p:tav>
                                        <p:tav tm="100000">
                                          <p:val>
                                            <p:strVal val="#ppt_h"/>
                                          </p:val>
                                        </p:tav>
                                      </p:tavLst>
                                    </p:anim>
                                    <p:anim calcmode="lin" valueType="num">
                                      <p:cBhvr>
                                        <p:cTn id="15" dur="750" fill="hold"/>
                                        <p:tgtEl>
                                          <p:spTgt spid="3">
                                            <p:bg/>
                                          </p:spTgt>
                                        </p:tgtEl>
                                        <p:attrNameLst>
                                          <p:attrName>style.rotation</p:attrName>
                                        </p:attrNameLst>
                                      </p:cBhvr>
                                      <p:tavLst>
                                        <p:tav tm="0">
                                          <p:val>
                                            <p:fltVal val="90"/>
                                          </p:val>
                                        </p:tav>
                                        <p:tav tm="100000">
                                          <p:val>
                                            <p:fltVal val="0"/>
                                          </p:val>
                                        </p:tav>
                                      </p:tavLst>
                                    </p:anim>
                                    <p:animEffect transition="in" filter="fade">
                                      <p:cBhvr>
                                        <p:cTn id="16" dur="750"/>
                                        <p:tgtEl>
                                          <p:spTgt spid="3">
                                            <p:bg/>
                                          </p:spTgt>
                                        </p:tgtEl>
                                      </p:cBhvr>
                                    </p:animEffect>
                                  </p:childTnLst>
                                </p:cTn>
                              </p:par>
                              <p:par>
                                <p:cTn id="17" presetID="31" presetClass="entr" presetSubtype="0" fill="hold" grpId="0" nodeType="withEffect" nodePh="1">
                                  <p:stCondLst>
                                    <p:cond delay="0"/>
                                  </p:stCondLst>
                                  <p:endCondLst>
                                    <p:cond evt="begin" delay="0">
                                      <p:tn val="17"/>
                                    </p:cond>
                                  </p:end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p:cTn id="19"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0"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1"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2" dur="750"/>
                                        <p:tgtEl>
                                          <p:spTgt spid="3">
                                            <p:txEl>
                                              <p:pRg st="0" end="0"/>
                                            </p:txEl>
                                          </p:spTgt>
                                        </p:tgtEl>
                                      </p:cBhvr>
                                    </p:animEffect>
                                  </p:childTnLst>
                                </p:cTn>
                              </p:par>
                              <p:par>
                                <p:cTn id="23" presetID="3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1000" fill="hold"/>
                                        <p:tgtEl>
                                          <p:spTgt spid="7"/>
                                        </p:tgtEl>
                                        <p:attrNameLst>
                                          <p:attrName>ppt_w</p:attrName>
                                        </p:attrNameLst>
                                      </p:cBhvr>
                                      <p:tavLst>
                                        <p:tav tm="0">
                                          <p:val>
                                            <p:fltVal val="0"/>
                                          </p:val>
                                        </p:tav>
                                        <p:tav tm="100000">
                                          <p:val>
                                            <p:strVal val="#ppt_w"/>
                                          </p:val>
                                        </p:tav>
                                      </p:tavLst>
                                    </p:anim>
                                    <p:anim calcmode="lin" valueType="num">
                                      <p:cBhvr>
                                        <p:cTn id="26" dur="1000" fill="hold"/>
                                        <p:tgtEl>
                                          <p:spTgt spid="7"/>
                                        </p:tgtEl>
                                        <p:attrNameLst>
                                          <p:attrName>ppt_h</p:attrName>
                                        </p:attrNameLst>
                                      </p:cBhvr>
                                      <p:tavLst>
                                        <p:tav tm="0">
                                          <p:val>
                                            <p:fltVal val="0"/>
                                          </p:val>
                                        </p:tav>
                                        <p:tav tm="100000">
                                          <p:val>
                                            <p:strVal val="#ppt_h"/>
                                          </p:val>
                                        </p:tav>
                                      </p:tavLst>
                                    </p:anim>
                                    <p:anim calcmode="lin" valueType="num">
                                      <p:cBhvr>
                                        <p:cTn id="27" dur="1000" fill="hold"/>
                                        <p:tgtEl>
                                          <p:spTgt spid="7"/>
                                        </p:tgtEl>
                                        <p:attrNameLst>
                                          <p:attrName>style.rotation</p:attrName>
                                        </p:attrNameLst>
                                      </p:cBhvr>
                                      <p:tavLst>
                                        <p:tav tm="0">
                                          <p:val>
                                            <p:fltVal val="90"/>
                                          </p:val>
                                        </p:tav>
                                        <p:tav tm="100000">
                                          <p:val>
                                            <p:fltVal val="0"/>
                                          </p:val>
                                        </p:tav>
                                      </p:tavLst>
                                    </p:anim>
                                    <p:animEffect transition="in" filter="fade">
                                      <p:cBhvr>
                                        <p:cTn id="28" dur="1000"/>
                                        <p:tgtEl>
                                          <p:spTgt spid="7"/>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1000" fill="hold"/>
                                        <p:tgtEl>
                                          <p:spTgt spid="9"/>
                                        </p:tgtEl>
                                        <p:attrNameLst>
                                          <p:attrName>ppt_w</p:attrName>
                                        </p:attrNameLst>
                                      </p:cBhvr>
                                      <p:tavLst>
                                        <p:tav tm="0">
                                          <p:val>
                                            <p:fltVal val="0"/>
                                          </p:val>
                                        </p:tav>
                                        <p:tav tm="100000">
                                          <p:val>
                                            <p:strVal val="#ppt_w"/>
                                          </p:val>
                                        </p:tav>
                                      </p:tavLst>
                                    </p:anim>
                                    <p:anim calcmode="lin" valueType="num">
                                      <p:cBhvr>
                                        <p:cTn id="32" dur="1000" fill="hold"/>
                                        <p:tgtEl>
                                          <p:spTgt spid="9"/>
                                        </p:tgtEl>
                                        <p:attrNameLst>
                                          <p:attrName>ppt_h</p:attrName>
                                        </p:attrNameLst>
                                      </p:cBhvr>
                                      <p:tavLst>
                                        <p:tav tm="0">
                                          <p:val>
                                            <p:fltVal val="0"/>
                                          </p:val>
                                        </p:tav>
                                        <p:tav tm="100000">
                                          <p:val>
                                            <p:strVal val="#ppt_h"/>
                                          </p:val>
                                        </p:tav>
                                      </p:tavLst>
                                    </p:anim>
                                    <p:anim calcmode="lin" valueType="num">
                                      <p:cBhvr>
                                        <p:cTn id="33" dur="1000" fill="hold"/>
                                        <p:tgtEl>
                                          <p:spTgt spid="9"/>
                                        </p:tgtEl>
                                        <p:attrNameLst>
                                          <p:attrName>style.rotation</p:attrName>
                                        </p:attrNameLst>
                                      </p:cBhvr>
                                      <p:tavLst>
                                        <p:tav tm="0">
                                          <p:val>
                                            <p:fltVal val="90"/>
                                          </p:val>
                                        </p:tav>
                                        <p:tav tm="100000">
                                          <p:val>
                                            <p:fltVal val="0"/>
                                          </p:val>
                                        </p:tav>
                                      </p:tavLst>
                                    </p:anim>
                                    <p:animEffect transition="in" filter="fade">
                                      <p:cBhvr>
                                        <p:cTn id="34" dur="1000"/>
                                        <p:tgtEl>
                                          <p:spTgt spid="9"/>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1000" fill="hold"/>
                                        <p:tgtEl>
                                          <p:spTgt spid="11"/>
                                        </p:tgtEl>
                                        <p:attrNameLst>
                                          <p:attrName>ppt_w</p:attrName>
                                        </p:attrNameLst>
                                      </p:cBhvr>
                                      <p:tavLst>
                                        <p:tav tm="0">
                                          <p:val>
                                            <p:fltVal val="0"/>
                                          </p:val>
                                        </p:tav>
                                        <p:tav tm="100000">
                                          <p:val>
                                            <p:strVal val="#ppt_w"/>
                                          </p:val>
                                        </p:tav>
                                      </p:tavLst>
                                    </p:anim>
                                    <p:anim calcmode="lin" valueType="num">
                                      <p:cBhvr>
                                        <p:cTn id="38" dur="1000" fill="hold"/>
                                        <p:tgtEl>
                                          <p:spTgt spid="11"/>
                                        </p:tgtEl>
                                        <p:attrNameLst>
                                          <p:attrName>ppt_h</p:attrName>
                                        </p:attrNameLst>
                                      </p:cBhvr>
                                      <p:tavLst>
                                        <p:tav tm="0">
                                          <p:val>
                                            <p:fltVal val="0"/>
                                          </p:val>
                                        </p:tav>
                                        <p:tav tm="100000">
                                          <p:val>
                                            <p:strVal val="#ppt_h"/>
                                          </p:val>
                                        </p:tav>
                                      </p:tavLst>
                                    </p:anim>
                                    <p:anim calcmode="lin" valueType="num">
                                      <p:cBhvr>
                                        <p:cTn id="39" dur="1000" fill="hold"/>
                                        <p:tgtEl>
                                          <p:spTgt spid="11"/>
                                        </p:tgtEl>
                                        <p:attrNameLst>
                                          <p:attrName>style.rotation</p:attrName>
                                        </p:attrNameLst>
                                      </p:cBhvr>
                                      <p:tavLst>
                                        <p:tav tm="0">
                                          <p:val>
                                            <p:fltVal val="90"/>
                                          </p:val>
                                        </p:tav>
                                        <p:tav tm="100000">
                                          <p:val>
                                            <p:fltVal val="0"/>
                                          </p:val>
                                        </p:tav>
                                      </p:tavLst>
                                    </p:anim>
                                    <p:animEffect transition="in" filter="fade">
                                      <p:cBhvr>
                                        <p:cTn id="40" dur="10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p:cTn id="45" dur="1000" fill="hold"/>
                                        <p:tgtEl>
                                          <p:spTgt spid="10"/>
                                        </p:tgtEl>
                                        <p:attrNameLst>
                                          <p:attrName>ppt_w</p:attrName>
                                        </p:attrNameLst>
                                      </p:cBhvr>
                                      <p:tavLst>
                                        <p:tav tm="0">
                                          <p:val>
                                            <p:fltVal val="0"/>
                                          </p:val>
                                        </p:tav>
                                        <p:tav tm="100000">
                                          <p:val>
                                            <p:strVal val="#ppt_w"/>
                                          </p:val>
                                        </p:tav>
                                      </p:tavLst>
                                    </p:anim>
                                    <p:anim calcmode="lin" valueType="num">
                                      <p:cBhvr>
                                        <p:cTn id="46" dur="1000" fill="hold"/>
                                        <p:tgtEl>
                                          <p:spTgt spid="10"/>
                                        </p:tgtEl>
                                        <p:attrNameLst>
                                          <p:attrName>ppt_h</p:attrName>
                                        </p:attrNameLst>
                                      </p:cBhvr>
                                      <p:tavLst>
                                        <p:tav tm="0">
                                          <p:val>
                                            <p:fltVal val="0"/>
                                          </p:val>
                                        </p:tav>
                                        <p:tav tm="100000">
                                          <p:val>
                                            <p:strVal val="#ppt_h"/>
                                          </p:val>
                                        </p:tav>
                                      </p:tavLst>
                                    </p:anim>
                                    <p:anim calcmode="lin" valueType="num">
                                      <p:cBhvr>
                                        <p:cTn id="47" dur="1000" fill="hold"/>
                                        <p:tgtEl>
                                          <p:spTgt spid="10"/>
                                        </p:tgtEl>
                                        <p:attrNameLst>
                                          <p:attrName>style.rotation</p:attrName>
                                        </p:attrNameLst>
                                      </p:cBhvr>
                                      <p:tavLst>
                                        <p:tav tm="0">
                                          <p:val>
                                            <p:fltVal val="90"/>
                                          </p:val>
                                        </p:tav>
                                        <p:tav tm="100000">
                                          <p:val>
                                            <p:fltVal val="0"/>
                                          </p:val>
                                        </p:tav>
                                      </p:tavLst>
                                    </p:anim>
                                    <p:animEffect transition="in" filter="fade">
                                      <p:cBhvr>
                                        <p:cTn id="48"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9" grpId="0" animBg="1"/>
      <p:bldP spid="10" grpId="0" animBg="1"/>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smtClean="0">
                <a:solidFill>
                  <a:srgbClr val="FF0000"/>
                </a:solidFill>
                <a:cs typeface="+mj-cs"/>
              </a:rPr>
              <a:t>أتـذكـر</a:t>
            </a:r>
            <a:r>
              <a:rPr lang="ar-DZ" b="1" dirty="0" smtClean="0">
                <a:solidFill>
                  <a:srgbClr val="FF0000"/>
                </a:solidFill>
                <a:cs typeface="+mj-cs"/>
              </a:rPr>
              <a:t> ( 2. تــثــبــيــت </a:t>
            </a:r>
            <a:r>
              <a:rPr lang="ar-DZ" b="1" dirty="0">
                <a:solidFill>
                  <a:srgbClr val="FF0000"/>
                </a:solidFill>
                <a:cs typeface="+mj-cs"/>
              </a:rPr>
              <a:t>نــظــام الـتـشـغــيـل </a:t>
            </a:r>
            <a:r>
              <a:rPr lang="ar-DZ" b="1" dirty="0" smtClean="0">
                <a:solidFill>
                  <a:srgbClr val="FF0000"/>
                </a:solidFill>
                <a:cs typeface="+mj-cs"/>
              </a:rPr>
              <a:t>)</a:t>
            </a:r>
            <a:r>
              <a:rPr lang="ar-SA" b="1" u="sng" dirty="0" smtClean="0">
                <a:solidFill>
                  <a:srgbClr val="FF0000"/>
                </a:solidFill>
                <a:cs typeface="+mj-cs"/>
              </a:rPr>
              <a:t>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500" b="1" dirty="0" smtClean="0">
              <a:cs typeface="+mj-cs"/>
            </a:endParaRPr>
          </a:p>
          <a:p>
            <a:pPr marL="0" indent="0" algn="just" rtl="1">
              <a:lnSpc>
                <a:spcPct val="165000"/>
              </a:lnSpc>
              <a:buNone/>
            </a:pPr>
            <a:r>
              <a:rPr lang="ar-DZ" sz="4400" b="1" dirty="0">
                <a:solidFill>
                  <a:srgbClr val="002060"/>
                </a:solidFill>
                <a:cs typeface="+mj-cs"/>
              </a:rPr>
              <a:t>هـو عــمـلـيـة</a:t>
            </a:r>
            <a:r>
              <a:rPr lang="ar-DZ" sz="4400" baseline="-25000" dirty="0" smtClean="0">
                <a:solidFill>
                  <a:srgbClr val="002060"/>
                </a:solidFill>
                <a:cs typeface="+mj-cs"/>
              </a:rPr>
              <a:t>...................................................</a:t>
            </a:r>
            <a:r>
              <a:rPr lang="ar-DZ" sz="4400" b="1" dirty="0" smtClean="0">
                <a:solidFill>
                  <a:srgbClr val="002060"/>
                </a:solidFill>
                <a:cs typeface="+mj-cs"/>
              </a:rPr>
              <a:t> </a:t>
            </a:r>
            <a:r>
              <a:rPr lang="ar-DZ" sz="4400" b="1" dirty="0">
                <a:solidFill>
                  <a:srgbClr val="002060"/>
                </a:solidFill>
                <a:cs typeface="+mj-cs"/>
              </a:rPr>
              <a:t>الـنـظــام </a:t>
            </a:r>
            <a:r>
              <a:rPr lang="ar-DZ" sz="4400" b="1" u="sng" dirty="0" smtClean="0">
                <a:solidFill>
                  <a:srgbClr val="FF0000"/>
                </a:solidFill>
                <a:cs typeface="+mj-cs"/>
              </a:rPr>
              <a:t>مِـنْ</a:t>
            </a:r>
            <a:r>
              <a:rPr lang="ar-DZ" sz="4400" b="1" dirty="0" smtClean="0">
                <a:solidFill>
                  <a:srgbClr val="FF0000"/>
                </a:solidFill>
                <a:cs typeface="+mj-cs"/>
              </a:rPr>
              <a:t> </a:t>
            </a:r>
            <a:r>
              <a:rPr lang="ar-DZ" sz="4400" b="1" dirty="0" smtClean="0">
                <a:solidFill>
                  <a:srgbClr val="002060"/>
                </a:solidFill>
                <a:cs typeface="+mj-cs"/>
              </a:rPr>
              <a:t>إحـــدى  </a:t>
            </a:r>
            <a:r>
              <a:rPr lang="ar-DZ" sz="4400" baseline="-25000" dirty="0" smtClean="0">
                <a:solidFill>
                  <a:srgbClr val="002060"/>
                </a:solidFill>
                <a:cs typeface="+mj-cs"/>
              </a:rPr>
              <a:t>................................................................................</a:t>
            </a:r>
            <a:r>
              <a:rPr lang="ar-DZ" sz="4400" b="1" dirty="0" smtClean="0">
                <a:solidFill>
                  <a:srgbClr val="002060"/>
                </a:solidFill>
                <a:cs typeface="+mj-cs"/>
              </a:rPr>
              <a:t> </a:t>
            </a:r>
            <a:r>
              <a:rPr lang="fr-FR" sz="3600" b="1" dirty="0" smtClean="0">
                <a:solidFill>
                  <a:srgbClr val="002060"/>
                </a:solidFill>
                <a:latin typeface="Times New Roman" panose="02020603050405020304" pitchFamily="18" charset="0"/>
                <a:cs typeface="+mj-cs"/>
              </a:rPr>
              <a:t>DVD</a:t>
            </a:r>
            <a:r>
              <a:rPr lang="ar-DZ" sz="3600" b="1" dirty="0" smtClean="0">
                <a:solidFill>
                  <a:srgbClr val="002060"/>
                </a:solidFill>
                <a:latin typeface="Times New Roman" panose="02020603050405020304" pitchFamily="18" charset="0"/>
                <a:cs typeface="+mj-cs"/>
              </a:rPr>
              <a:t> </a:t>
            </a:r>
            <a:r>
              <a:rPr lang="fr-FR" sz="4400" b="1" dirty="0" smtClean="0">
                <a:solidFill>
                  <a:srgbClr val="002060"/>
                </a:solidFill>
                <a:cs typeface="+mj-cs"/>
              </a:rPr>
              <a:t> ،</a:t>
            </a:r>
            <a:endParaRPr lang="ar-DZ" sz="4400" b="1" dirty="0" smtClean="0">
              <a:solidFill>
                <a:srgbClr val="002060"/>
              </a:solidFill>
              <a:cs typeface="+mj-cs"/>
            </a:endParaRPr>
          </a:p>
          <a:p>
            <a:pPr marL="0" indent="0" algn="r" rtl="1">
              <a:lnSpc>
                <a:spcPct val="165000"/>
              </a:lnSpc>
              <a:buNone/>
            </a:pPr>
            <a:r>
              <a:rPr lang="fr-FR" sz="4400" b="1" dirty="0" smtClean="0">
                <a:solidFill>
                  <a:srgbClr val="002060"/>
                </a:solidFill>
                <a:cs typeface="+mj-cs"/>
              </a:rPr>
              <a:t> </a:t>
            </a:r>
            <a:r>
              <a:rPr lang="fr-FR" sz="3600" b="1" dirty="0" smtClean="0">
                <a:solidFill>
                  <a:srgbClr val="002060"/>
                </a:solidFill>
                <a:cs typeface="+mj-cs"/>
              </a:rPr>
              <a:t>Flash</a:t>
            </a:r>
            <a:r>
              <a:rPr lang="fr-FR" sz="4400" b="1" dirty="0">
                <a:solidFill>
                  <a:srgbClr val="002060"/>
                </a:solidFill>
              </a:rPr>
              <a:t> </a:t>
            </a:r>
            <a:r>
              <a:rPr lang="fr-FR" sz="3600" b="1" dirty="0" err="1">
                <a:solidFill>
                  <a:srgbClr val="002060"/>
                </a:solidFill>
              </a:rPr>
              <a:t>Disk</a:t>
            </a:r>
            <a:r>
              <a:rPr lang="ar-DZ" sz="4400" b="1" dirty="0" smtClean="0">
                <a:solidFill>
                  <a:srgbClr val="002060"/>
                </a:solidFill>
                <a:cs typeface="+mj-cs"/>
              </a:rPr>
              <a:t>... </a:t>
            </a:r>
            <a:r>
              <a:rPr lang="ar-DZ" sz="4400" b="1" dirty="0">
                <a:solidFill>
                  <a:srgbClr val="002060"/>
                </a:solidFill>
              </a:rPr>
              <a:t>وَجَـعْــلِـهَـا</a:t>
            </a:r>
            <a:r>
              <a:rPr lang="ar-DZ" sz="4400" baseline="-25000" dirty="0" smtClean="0">
                <a:solidFill>
                  <a:srgbClr val="002060"/>
                </a:solidFill>
                <a:cs typeface="+mj-cs"/>
              </a:rPr>
              <a:t>................................................................. </a:t>
            </a:r>
            <a:r>
              <a:rPr lang="ar-DZ" sz="4400" dirty="0" smtClean="0">
                <a:solidFill>
                  <a:srgbClr val="002060"/>
                </a:solidFill>
                <a:cs typeface="+mj-cs"/>
              </a:rPr>
              <a:t>  </a:t>
            </a:r>
            <a:r>
              <a:rPr lang="ar-DZ" sz="4400" b="1" u="sng" dirty="0" smtClean="0">
                <a:solidFill>
                  <a:srgbClr val="FF0000"/>
                </a:solidFill>
              </a:rPr>
              <a:t>عَــلَـى</a:t>
            </a:r>
            <a:r>
              <a:rPr lang="ar-DZ" sz="4400" b="1" dirty="0" smtClean="0">
                <a:solidFill>
                  <a:srgbClr val="FF0000"/>
                </a:solidFill>
              </a:rPr>
              <a:t> </a:t>
            </a:r>
            <a:r>
              <a:rPr lang="ar-DZ" sz="4400" b="1" dirty="0" smtClean="0">
                <a:solidFill>
                  <a:srgbClr val="002060"/>
                </a:solidFill>
              </a:rPr>
              <a:t>الــقـــرص الـصــلــب</a:t>
            </a:r>
            <a:endParaRPr lang="fr-FR" sz="44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91630876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p:cTn id="2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smtClean="0">
                <a:solidFill>
                  <a:srgbClr val="FF0000"/>
                </a:solidFill>
                <a:cs typeface="+mj-cs"/>
              </a:rPr>
              <a:t>أتـذكـر</a:t>
            </a:r>
            <a:r>
              <a:rPr lang="ar-DZ" b="1" dirty="0" smtClean="0">
                <a:solidFill>
                  <a:srgbClr val="FF0000"/>
                </a:solidFill>
                <a:cs typeface="+mj-cs"/>
              </a:rPr>
              <a:t> ( 2. تــثــبــيــت </a:t>
            </a:r>
            <a:r>
              <a:rPr lang="ar-DZ" b="1" dirty="0">
                <a:solidFill>
                  <a:srgbClr val="FF0000"/>
                </a:solidFill>
                <a:cs typeface="+mj-cs"/>
              </a:rPr>
              <a:t>نــظــام الـتـشـغــيـل </a:t>
            </a:r>
            <a:r>
              <a:rPr lang="ar-DZ" b="1" dirty="0" smtClean="0">
                <a:solidFill>
                  <a:srgbClr val="FF0000"/>
                </a:solidFill>
                <a:cs typeface="+mj-cs"/>
              </a:rPr>
              <a:t>)</a:t>
            </a:r>
            <a:r>
              <a:rPr lang="ar-SA" b="1" u="sng" dirty="0" smtClean="0">
                <a:solidFill>
                  <a:srgbClr val="FF0000"/>
                </a:solidFill>
                <a:cs typeface="+mj-cs"/>
              </a:rPr>
              <a:t>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500" b="1" dirty="0" smtClean="0">
              <a:cs typeface="+mj-cs"/>
            </a:endParaRPr>
          </a:p>
          <a:p>
            <a:pPr marL="0" indent="0" algn="just" rtl="1">
              <a:lnSpc>
                <a:spcPct val="165000"/>
              </a:lnSpc>
              <a:buNone/>
            </a:pPr>
            <a:r>
              <a:rPr lang="ar-DZ" sz="4400" b="1" dirty="0">
                <a:solidFill>
                  <a:srgbClr val="002060"/>
                </a:solidFill>
                <a:cs typeface="+mj-cs"/>
              </a:rPr>
              <a:t>هـو عــمـلـيـة</a:t>
            </a:r>
            <a:r>
              <a:rPr lang="ar-DZ" sz="4400" baseline="-25000" dirty="0" smtClean="0">
                <a:solidFill>
                  <a:srgbClr val="002060"/>
                </a:solidFill>
                <a:cs typeface="+mj-cs"/>
              </a:rPr>
              <a:t>...................................................</a:t>
            </a:r>
            <a:r>
              <a:rPr lang="ar-DZ" sz="4400" b="1" dirty="0" smtClean="0">
                <a:solidFill>
                  <a:srgbClr val="002060"/>
                </a:solidFill>
                <a:cs typeface="+mj-cs"/>
              </a:rPr>
              <a:t> </a:t>
            </a:r>
            <a:r>
              <a:rPr lang="ar-DZ" sz="4400" b="1" dirty="0">
                <a:solidFill>
                  <a:srgbClr val="002060"/>
                </a:solidFill>
                <a:cs typeface="+mj-cs"/>
              </a:rPr>
              <a:t>الـنـظــام </a:t>
            </a:r>
            <a:r>
              <a:rPr lang="ar-DZ" sz="4400" b="1" u="sng" dirty="0" smtClean="0">
                <a:solidFill>
                  <a:srgbClr val="FF0000"/>
                </a:solidFill>
                <a:cs typeface="+mj-cs"/>
              </a:rPr>
              <a:t>مِـنْ</a:t>
            </a:r>
            <a:r>
              <a:rPr lang="ar-DZ" sz="4400" b="1" dirty="0" smtClean="0">
                <a:solidFill>
                  <a:srgbClr val="FF0000"/>
                </a:solidFill>
                <a:cs typeface="+mj-cs"/>
              </a:rPr>
              <a:t> </a:t>
            </a:r>
            <a:r>
              <a:rPr lang="ar-DZ" sz="4400" b="1" dirty="0" smtClean="0">
                <a:solidFill>
                  <a:srgbClr val="002060"/>
                </a:solidFill>
                <a:cs typeface="+mj-cs"/>
              </a:rPr>
              <a:t>إحـــدى  </a:t>
            </a:r>
            <a:r>
              <a:rPr lang="ar-DZ" sz="4400" baseline="-25000" dirty="0" smtClean="0">
                <a:solidFill>
                  <a:srgbClr val="002060"/>
                </a:solidFill>
                <a:cs typeface="+mj-cs"/>
              </a:rPr>
              <a:t>................................................................................</a:t>
            </a:r>
            <a:r>
              <a:rPr lang="ar-DZ" sz="4400" b="1" dirty="0" smtClean="0">
                <a:solidFill>
                  <a:srgbClr val="002060"/>
                </a:solidFill>
                <a:cs typeface="+mj-cs"/>
              </a:rPr>
              <a:t> </a:t>
            </a:r>
            <a:r>
              <a:rPr lang="fr-FR" sz="3600" b="1" dirty="0" smtClean="0">
                <a:solidFill>
                  <a:srgbClr val="002060"/>
                </a:solidFill>
                <a:latin typeface="Times New Roman" panose="02020603050405020304" pitchFamily="18" charset="0"/>
                <a:cs typeface="+mj-cs"/>
              </a:rPr>
              <a:t>DVD</a:t>
            </a:r>
            <a:r>
              <a:rPr lang="ar-DZ" sz="3600" b="1" dirty="0" smtClean="0">
                <a:solidFill>
                  <a:srgbClr val="002060"/>
                </a:solidFill>
                <a:latin typeface="Times New Roman" panose="02020603050405020304" pitchFamily="18" charset="0"/>
                <a:cs typeface="+mj-cs"/>
              </a:rPr>
              <a:t> </a:t>
            </a:r>
            <a:r>
              <a:rPr lang="fr-FR" sz="4400" b="1" dirty="0" smtClean="0">
                <a:solidFill>
                  <a:srgbClr val="002060"/>
                </a:solidFill>
                <a:cs typeface="+mj-cs"/>
              </a:rPr>
              <a:t> ،</a:t>
            </a:r>
            <a:endParaRPr lang="ar-DZ" sz="4400" b="1" dirty="0" smtClean="0">
              <a:solidFill>
                <a:srgbClr val="002060"/>
              </a:solidFill>
              <a:cs typeface="+mj-cs"/>
            </a:endParaRPr>
          </a:p>
          <a:p>
            <a:pPr marL="0" indent="0" algn="r" rtl="1">
              <a:lnSpc>
                <a:spcPct val="165000"/>
              </a:lnSpc>
              <a:buNone/>
            </a:pPr>
            <a:r>
              <a:rPr lang="fr-FR" sz="4400" b="1" dirty="0" smtClean="0">
                <a:solidFill>
                  <a:srgbClr val="002060"/>
                </a:solidFill>
                <a:cs typeface="+mj-cs"/>
              </a:rPr>
              <a:t> </a:t>
            </a:r>
            <a:r>
              <a:rPr lang="fr-FR" sz="3600" b="1" dirty="0" smtClean="0">
                <a:solidFill>
                  <a:srgbClr val="002060"/>
                </a:solidFill>
                <a:cs typeface="+mj-cs"/>
              </a:rPr>
              <a:t>Flash</a:t>
            </a:r>
            <a:r>
              <a:rPr lang="fr-FR" sz="4400" b="1" dirty="0">
                <a:solidFill>
                  <a:srgbClr val="002060"/>
                </a:solidFill>
              </a:rPr>
              <a:t> </a:t>
            </a:r>
            <a:r>
              <a:rPr lang="fr-FR" sz="3600" b="1" dirty="0" err="1">
                <a:solidFill>
                  <a:srgbClr val="002060"/>
                </a:solidFill>
              </a:rPr>
              <a:t>Disk</a:t>
            </a:r>
            <a:r>
              <a:rPr lang="ar-DZ" sz="4400" b="1" dirty="0" smtClean="0">
                <a:solidFill>
                  <a:srgbClr val="002060"/>
                </a:solidFill>
                <a:cs typeface="+mj-cs"/>
              </a:rPr>
              <a:t>... </a:t>
            </a:r>
            <a:r>
              <a:rPr lang="ar-DZ" sz="4400" b="1" dirty="0">
                <a:solidFill>
                  <a:srgbClr val="002060"/>
                </a:solidFill>
              </a:rPr>
              <a:t>وَجَـعْــلِـهَـا</a:t>
            </a:r>
            <a:r>
              <a:rPr lang="ar-DZ" sz="4400" baseline="-25000" dirty="0" smtClean="0">
                <a:solidFill>
                  <a:srgbClr val="002060"/>
                </a:solidFill>
                <a:cs typeface="+mj-cs"/>
              </a:rPr>
              <a:t>................................................................. </a:t>
            </a:r>
            <a:r>
              <a:rPr lang="ar-DZ" sz="4400" dirty="0" smtClean="0">
                <a:solidFill>
                  <a:srgbClr val="002060"/>
                </a:solidFill>
                <a:cs typeface="+mj-cs"/>
              </a:rPr>
              <a:t>  </a:t>
            </a:r>
            <a:r>
              <a:rPr lang="ar-DZ" sz="4400" b="1" u="sng" dirty="0" smtClean="0">
                <a:solidFill>
                  <a:srgbClr val="FF0000"/>
                </a:solidFill>
              </a:rPr>
              <a:t>عَــلَـى</a:t>
            </a:r>
            <a:r>
              <a:rPr lang="ar-DZ" sz="4400" b="1" dirty="0" smtClean="0">
                <a:solidFill>
                  <a:srgbClr val="FF0000"/>
                </a:solidFill>
              </a:rPr>
              <a:t> </a:t>
            </a:r>
            <a:r>
              <a:rPr lang="ar-DZ" sz="4400" b="1" dirty="0" smtClean="0">
                <a:solidFill>
                  <a:srgbClr val="002060"/>
                </a:solidFill>
              </a:rPr>
              <a:t>الــقـــرص الـصــلــب</a:t>
            </a:r>
            <a:endParaRPr lang="fr-FR" sz="44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4079776" y="1796176"/>
            <a:ext cx="417646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نَــسْــخُ مِــلَــفَــات</a:t>
            </a:r>
            <a:endParaRPr lang="fr-FR" sz="4400" b="1" dirty="0">
              <a:solidFill>
                <a:srgbClr val="0070C0"/>
              </a:solidFill>
              <a:cs typeface="+mj-cs"/>
            </a:endParaRPr>
          </a:p>
        </p:txBody>
      </p:sp>
    </p:spTree>
    <p:extLst>
      <p:ext uri="{BB962C8B-B14F-4D97-AF65-F5344CB8AC3E}">
        <p14:creationId xmlns:p14="http://schemas.microsoft.com/office/powerpoint/2010/main" val="157091400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p:cTn id="2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smtClean="0">
                <a:solidFill>
                  <a:srgbClr val="FF0000"/>
                </a:solidFill>
                <a:cs typeface="+mj-cs"/>
              </a:rPr>
              <a:t>أتـذكـر</a:t>
            </a:r>
            <a:r>
              <a:rPr lang="ar-DZ" b="1" dirty="0" smtClean="0">
                <a:solidFill>
                  <a:srgbClr val="FF0000"/>
                </a:solidFill>
                <a:cs typeface="+mj-cs"/>
              </a:rPr>
              <a:t> ( 2. تــثــبــيــت </a:t>
            </a:r>
            <a:r>
              <a:rPr lang="ar-DZ" b="1" dirty="0">
                <a:solidFill>
                  <a:srgbClr val="FF0000"/>
                </a:solidFill>
                <a:cs typeface="+mj-cs"/>
              </a:rPr>
              <a:t>نــظــام الـتـشـغــيـل </a:t>
            </a:r>
            <a:r>
              <a:rPr lang="ar-DZ" b="1" dirty="0" smtClean="0">
                <a:solidFill>
                  <a:srgbClr val="FF0000"/>
                </a:solidFill>
                <a:cs typeface="+mj-cs"/>
              </a:rPr>
              <a:t>)</a:t>
            </a:r>
            <a:r>
              <a:rPr lang="ar-SA" b="1" u="sng" dirty="0" smtClean="0">
                <a:solidFill>
                  <a:srgbClr val="FF0000"/>
                </a:solidFill>
                <a:cs typeface="+mj-cs"/>
              </a:rPr>
              <a:t>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500" b="1" dirty="0" smtClean="0">
              <a:cs typeface="+mj-cs"/>
            </a:endParaRPr>
          </a:p>
          <a:p>
            <a:pPr marL="0" indent="0" algn="just" rtl="1">
              <a:lnSpc>
                <a:spcPct val="165000"/>
              </a:lnSpc>
              <a:buNone/>
            </a:pPr>
            <a:r>
              <a:rPr lang="ar-DZ" sz="4400" b="1" dirty="0">
                <a:solidFill>
                  <a:srgbClr val="002060"/>
                </a:solidFill>
                <a:cs typeface="+mj-cs"/>
              </a:rPr>
              <a:t>هـو عــمـلـيـة</a:t>
            </a:r>
            <a:r>
              <a:rPr lang="ar-DZ" sz="4400" baseline="-25000" dirty="0" smtClean="0">
                <a:solidFill>
                  <a:srgbClr val="002060"/>
                </a:solidFill>
                <a:cs typeface="+mj-cs"/>
              </a:rPr>
              <a:t>...................................................</a:t>
            </a:r>
            <a:r>
              <a:rPr lang="ar-DZ" sz="4400" b="1" dirty="0" smtClean="0">
                <a:solidFill>
                  <a:srgbClr val="002060"/>
                </a:solidFill>
                <a:cs typeface="+mj-cs"/>
              </a:rPr>
              <a:t> </a:t>
            </a:r>
            <a:r>
              <a:rPr lang="ar-DZ" sz="4400" b="1" dirty="0">
                <a:solidFill>
                  <a:srgbClr val="002060"/>
                </a:solidFill>
                <a:cs typeface="+mj-cs"/>
              </a:rPr>
              <a:t>الـنـظــام </a:t>
            </a:r>
            <a:r>
              <a:rPr lang="ar-DZ" sz="4400" b="1" u="sng" dirty="0" smtClean="0">
                <a:solidFill>
                  <a:srgbClr val="FF0000"/>
                </a:solidFill>
                <a:cs typeface="+mj-cs"/>
              </a:rPr>
              <a:t>مِـنْ</a:t>
            </a:r>
            <a:r>
              <a:rPr lang="ar-DZ" sz="4400" b="1" dirty="0" smtClean="0">
                <a:solidFill>
                  <a:srgbClr val="FF0000"/>
                </a:solidFill>
                <a:cs typeface="+mj-cs"/>
              </a:rPr>
              <a:t> </a:t>
            </a:r>
            <a:r>
              <a:rPr lang="ar-DZ" sz="4400" b="1" dirty="0" smtClean="0">
                <a:solidFill>
                  <a:srgbClr val="002060"/>
                </a:solidFill>
                <a:cs typeface="+mj-cs"/>
              </a:rPr>
              <a:t>إحـــدى  </a:t>
            </a:r>
            <a:r>
              <a:rPr lang="ar-DZ" sz="4400" baseline="-25000" dirty="0" smtClean="0">
                <a:solidFill>
                  <a:srgbClr val="002060"/>
                </a:solidFill>
                <a:cs typeface="+mj-cs"/>
              </a:rPr>
              <a:t>................................................................................</a:t>
            </a:r>
            <a:r>
              <a:rPr lang="ar-DZ" sz="4400" b="1" dirty="0" smtClean="0">
                <a:solidFill>
                  <a:srgbClr val="002060"/>
                </a:solidFill>
                <a:cs typeface="+mj-cs"/>
              </a:rPr>
              <a:t> </a:t>
            </a:r>
            <a:r>
              <a:rPr lang="fr-FR" sz="3600" b="1" dirty="0" smtClean="0">
                <a:solidFill>
                  <a:srgbClr val="002060"/>
                </a:solidFill>
                <a:latin typeface="Times New Roman" panose="02020603050405020304" pitchFamily="18" charset="0"/>
                <a:cs typeface="+mj-cs"/>
              </a:rPr>
              <a:t>DVD</a:t>
            </a:r>
            <a:r>
              <a:rPr lang="ar-DZ" sz="3600" b="1" dirty="0" smtClean="0">
                <a:solidFill>
                  <a:srgbClr val="002060"/>
                </a:solidFill>
                <a:latin typeface="Times New Roman" panose="02020603050405020304" pitchFamily="18" charset="0"/>
                <a:cs typeface="+mj-cs"/>
              </a:rPr>
              <a:t> </a:t>
            </a:r>
            <a:r>
              <a:rPr lang="fr-FR" sz="4400" b="1" dirty="0" smtClean="0">
                <a:solidFill>
                  <a:srgbClr val="002060"/>
                </a:solidFill>
                <a:cs typeface="+mj-cs"/>
              </a:rPr>
              <a:t> ،</a:t>
            </a:r>
            <a:endParaRPr lang="ar-DZ" sz="4400" b="1" dirty="0" smtClean="0">
              <a:solidFill>
                <a:srgbClr val="002060"/>
              </a:solidFill>
              <a:cs typeface="+mj-cs"/>
            </a:endParaRPr>
          </a:p>
          <a:p>
            <a:pPr marL="0" indent="0" algn="r" rtl="1">
              <a:lnSpc>
                <a:spcPct val="165000"/>
              </a:lnSpc>
              <a:buNone/>
            </a:pPr>
            <a:r>
              <a:rPr lang="fr-FR" sz="4400" b="1" dirty="0" smtClean="0">
                <a:solidFill>
                  <a:srgbClr val="002060"/>
                </a:solidFill>
                <a:cs typeface="+mj-cs"/>
              </a:rPr>
              <a:t> </a:t>
            </a:r>
            <a:r>
              <a:rPr lang="fr-FR" sz="3600" b="1" dirty="0" smtClean="0">
                <a:solidFill>
                  <a:srgbClr val="002060"/>
                </a:solidFill>
                <a:cs typeface="+mj-cs"/>
              </a:rPr>
              <a:t>Flash</a:t>
            </a:r>
            <a:r>
              <a:rPr lang="fr-FR" sz="4400" b="1" dirty="0">
                <a:solidFill>
                  <a:srgbClr val="002060"/>
                </a:solidFill>
              </a:rPr>
              <a:t> </a:t>
            </a:r>
            <a:r>
              <a:rPr lang="fr-FR" sz="3600" b="1" dirty="0" err="1">
                <a:solidFill>
                  <a:srgbClr val="002060"/>
                </a:solidFill>
              </a:rPr>
              <a:t>Disk</a:t>
            </a:r>
            <a:r>
              <a:rPr lang="ar-DZ" sz="4400" b="1" dirty="0" smtClean="0">
                <a:solidFill>
                  <a:srgbClr val="002060"/>
                </a:solidFill>
                <a:cs typeface="+mj-cs"/>
              </a:rPr>
              <a:t>... </a:t>
            </a:r>
            <a:r>
              <a:rPr lang="ar-DZ" sz="4400" b="1" dirty="0">
                <a:solidFill>
                  <a:srgbClr val="002060"/>
                </a:solidFill>
              </a:rPr>
              <a:t>وَجَـعْــلِـهَـا</a:t>
            </a:r>
            <a:r>
              <a:rPr lang="ar-DZ" sz="4400" baseline="-25000" dirty="0" smtClean="0">
                <a:solidFill>
                  <a:srgbClr val="002060"/>
                </a:solidFill>
                <a:cs typeface="+mj-cs"/>
              </a:rPr>
              <a:t>................................................................. </a:t>
            </a:r>
            <a:r>
              <a:rPr lang="ar-DZ" sz="4400" dirty="0" smtClean="0">
                <a:solidFill>
                  <a:srgbClr val="002060"/>
                </a:solidFill>
                <a:cs typeface="+mj-cs"/>
              </a:rPr>
              <a:t>  </a:t>
            </a:r>
            <a:r>
              <a:rPr lang="ar-DZ" sz="4400" b="1" u="sng" dirty="0" smtClean="0">
                <a:solidFill>
                  <a:srgbClr val="FF0000"/>
                </a:solidFill>
              </a:rPr>
              <a:t>عَــلَـى</a:t>
            </a:r>
            <a:r>
              <a:rPr lang="ar-DZ" sz="4400" b="1" dirty="0" smtClean="0">
                <a:solidFill>
                  <a:srgbClr val="FF0000"/>
                </a:solidFill>
              </a:rPr>
              <a:t> </a:t>
            </a:r>
            <a:r>
              <a:rPr lang="ar-DZ" sz="4400" b="1" dirty="0" smtClean="0">
                <a:solidFill>
                  <a:srgbClr val="002060"/>
                </a:solidFill>
              </a:rPr>
              <a:t>الــقـــرص الـصــلــب</a:t>
            </a:r>
            <a:endParaRPr lang="fr-FR" sz="44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4079776" y="1796176"/>
            <a:ext cx="417646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نَــسْــخُ مِــلَــفَــات</a:t>
            </a:r>
            <a:endParaRPr lang="fr-FR" sz="4400" b="1" dirty="0">
              <a:solidFill>
                <a:srgbClr val="0070C0"/>
              </a:solidFill>
              <a:cs typeface="+mj-cs"/>
            </a:endParaRPr>
          </a:p>
        </p:txBody>
      </p:sp>
      <p:sp>
        <p:nvSpPr>
          <p:cNvPr id="7" name="Rectangle 6"/>
          <p:cNvSpPr/>
          <p:nvPr/>
        </p:nvSpPr>
        <p:spPr>
          <a:xfrm>
            <a:off x="2207568" y="2902757"/>
            <a:ext cx="745728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وحـــدات الــتــخـــزيـــن الــثـــانـــويـــة</a:t>
            </a:r>
            <a:endParaRPr lang="fr-FR" sz="4400" b="1" dirty="0">
              <a:solidFill>
                <a:srgbClr val="0070C0"/>
              </a:solidFill>
              <a:cs typeface="+mj-cs"/>
            </a:endParaRPr>
          </a:p>
        </p:txBody>
      </p:sp>
    </p:spTree>
    <p:extLst>
      <p:ext uri="{BB962C8B-B14F-4D97-AF65-F5344CB8AC3E}">
        <p14:creationId xmlns:p14="http://schemas.microsoft.com/office/powerpoint/2010/main" val="82842923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p:cTn id="2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6"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smtClean="0">
                <a:solidFill>
                  <a:srgbClr val="FF0000"/>
                </a:solidFill>
                <a:cs typeface="+mj-cs"/>
              </a:rPr>
              <a:t>أتـذكـر</a:t>
            </a:r>
            <a:r>
              <a:rPr lang="ar-DZ" b="1" dirty="0" smtClean="0">
                <a:solidFill>
                  <a:srgbClr val="FF0000"/>
                </a:solidFill>
                <a:cs typeface="+mj-cs"/>
              </a:rPr>
              <a:t> ( 2. تــثــبــيــت </a:t>
            </a:r>
            <a:r>
              <a:rPr lang="ar-DZ" b="1" dirty="0">
                <a:solidFill>
                  <a:srgbClr val="FF0000"/>
                </a:solidFill>
                <a:cs typeface="+mj-cs"/>
              </a:rPr>
              <a:t>نــظــام الـتـشـغــيـل </a:t>
            </a:r>
            <a:r>
              <a:rPr lang="ar-DZ" b="1" dirty="0" smtClean="0">
                <a:solidFill>
                  <a:srgbClr val="FF0000"/>
                </a:solidFill>
                <a:cs typeface="+mj-cs"/>
              </a:rPr>
              <a:t>)</a:t>
            </a:r>
            <a:r>
              <a:rPr lang="ar-SA" b="1" u="sng" dirty="0" smtClean="0">
                <a:solidFill>
                  <a:srgbClr val="FF0000"/>
                </a:solidFill>
                <a:cs typeface="+mj-cs"/>
              </a:rPr>
              <a:t>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500" b="1" dirty="0" smtClean="0">
              <a:cs typeface="+mj-cs"/>
            </a:endParaRPr>
          </a:p>
          <a:p>
            <a:pPr marL="0" indent="0" algn="just" rtl="1">
              <a:lnSpc>
                <a:spcPct val="165000"/>
              </a:lnSpc>
              <a:buNone/>
            </a:pPr>
            <a:r>
              <a:rPr lang="ar-DZ" sz="4400" b="1" dirty="0">
                <a:solidFill>
                  <a:srgbClr val="002060"/>
                </a:solidFill>
                <a:cs typeface="+mj-cs"/>
              </a:rPr>
              <a:t>هـو عــمـلـيـة</a:t>
            </a:r>
            <a:r>
              <a:rPr lang="ar-DZ" sz="4400" baseline="-25000" dirty="0" smtClean="0">
                <a:solidFill>
                  <a:srgbClr val="002060"/>
                </a:solidFill>
                <a:cs typeface="+mj-cs"/>
              </a:rPr>
              <a:t>...................................................</a:t>
            </a:r>
            <a:r>
              <a:rPr lang="ar-DZ" sz="4400" b="1" dirty="0" smtClean="0">
                <a:solidFill>
                  <a:srgbClr val="002060"/>
                </a:solidFill>
                <a:cs typeface="+mj-cs"/>
              </a:rPr>
              <a:t> </a:t>
            </a:r>
            <a:r>
              <a:rPr lang="ar-DZ" sz="4400" b="1" dirty="0">
                <a:solidFill>
                  <a:srgbClr val="002060"/>
                </a:solidFill>
                <a:cs typeface="+mj-cs"/>
              </a:rPr>
              <a:t>الـنـظــام </a:t>
            </a:r>
            <a:r>
              <a:rPr lang="ar-DZ" sz="4400" b="1" u="sng" dirty="0" smtClean="0">
                <a:solidFill>
                  <a:srgbClr val="FF0000"/>
                </a:solidFill>
                <a:cs typeface="+mj-cs"/>
              </a:rPr>
              <a:t>مِـنْ</a:t>
            </a:r>
            <a:r>
              <a:rPr lang="ar-DZ" sz="4400" b="1" dirty="0" smtClean="0">
                <a:solidFill>
                  <a:srgbClr val="FF0000"/>
                </a:solidFill>
                <a:cs typeface="+mj-cs"/>
              </a:rPr>
              <a:t> </a:t>
            </a:r>
            <a:r>
              <a:rPr lang="ar-DZ" sz="4400" b="1" dirty="0" smtClean="0">
                <a:solidFill>
                  <a:srgbClr val="002060"/>
                </a:solidFill>
                <a:cs typeface="+mj-cs"/>
              </a:rPr>
              <a:t>إحـــدى  </a:t>
            </a:r>
            <a:r>
              <a:rPr lang="ar-DZ" sz="4400" baseline="-25000" dirty="0" smtClean="0">
                <a:solidFill>
                  <a:srgbClr val="002060"/>
                </a:solidFill>
                <a:cs typeface="+mj-cs"/>
              </a:rPr>
              <a:t>................................................................................</a:t>
            </a:r>
            <a:r>
              <a:rPr lang="ar-DZ" sz="4400" b="1" dirty="0" smtClean="0">
                <a:solidFill>
                  <a:srgbClr val="002060"/>
                </a:solidFill>
                <a:cs typeface="+mj-cs"/>
              </a:rPr>
              <a:t> </a:t>
            </a:r>
            <a:r>
              <a:rPr lang="fr-FR" sz="3600" b="1" dirty="0" smtClean="0">
                <a:solidFill>
                  <a:srgbClr val="002060"/>
                </a:solidFill>
                <a:latin typeface="Times New Roman" panose="02020603050405020304" pitchFamily="18" charset="0"/>
                <a:cs typeface="+mj-cs"/>
              </a:rPr>
              <a:t>DVD</a:t>
            </a:r>
            <a:r>
              <a:rPr lang="ar-DZ" sz="3600" b="1" dirty="0" smtClean="0">
                <a:solidFill>
                  <a:srgbClr val="002060"/>
                </a:solidFill>
                <a:latin typeface="Times New Roman" panose="02020603050405020304" pitchFamily="18" charset="0"/>
                <a:cs typeface="+mj-cs"/>
              </a:rPr>
              <a:t> </a:t>
            </a:r>
            <a:r>
              <a:rPr lang="fr-FR" sz="4400" b="1" dirty="0" smtClean="0">
                <a:solidFill>
                  <a:srgbClr val="002060"/>
                </a:solidFill>
                <a:cs typeface="+mj-cs"/>
              </a:rPr>
              <a:t> ،</a:t>
            </a:r>
            <a:endParaRPr lang="ar-DZ" sz="4400" b="1" dirty="0" smtClean="0">
              <a:solidFill>
                <a:srgbClr val="002060"/>
              </a:solidFill>
              <a:cs typeface="+mj-cs"/>
            </a:endParaRPr>
          </a:p>
          <a:p>
            <a:pPr marL="0" indent="0" algn="r" rtl="1">
              <a:lnSpc>
                <a:spcPct val="165000"/>
              </a:lnSpc>
              <a:buNone/>
            </a:pPr>
            <a:r>
              <a:rPr lang="fr-FR" sz="4400" b="1" dirty="0" smtClean="0">
                <a:solidFill>
                  <a:srgbClr val="002060"/>
                </a:solidFill>
                <a:cs typeface="+mj-cs"/>
              </a:rPr>
              <a:t> </a:t>
            </a:r>
            <a:r>
              <a:rPr lang="fr-FR" sz="3600" b="1" dirty="0" smtClean="0">
                <a:solidFill>
                  <a:srgbClr val="002060"/>
                </a:solidFill>
                <a:cs typeface="+mj-cs"/>
              </a:rPr>
              <a:t>Flash</a:t>
            </a:r>
            <a:r>
              <a:rPr lang="fr-FR" sz="4400" b="1" dirty="0">
                <a:solidFill>
                  <a:srgbClr val="002060"/>
                </a:solidFill>
              </a:rPr>
              <a:t> </a:t>
            </a:r>
            <a:r>
              <a:rPr lang="fr-FR" sz="3600" b="1" dirty="0" err="1">
                <a:solidFill>
                  <a:srgbClr val="002060"/>
                </a:solidFill>
              </a:rPr>
              <a:t>Disk</a:t>
            </a:r>
            <a:r>
              <a:rPr lang="ar-DZ" sz="4400" b="1" dirty="0" smtClean="0">
                <a:solidFill>
                  <a:srgbClr val="002060"/>
                </a:solidFill>
                <a:cs typeface="+mj-cs"/>
              </a:rPr>
              <a:t>... </a:t>
            </a:r>
            <a:r>
              <a:rPr lang="ar-DZ" sz="4400" b="1" dirty="0">
                <a:solidFill>
                  <a:srgbClr val="002060"/>
                </a:solidFill>
              </a:rPr>
              <a:t>وَجَـعْــلِـهَـا</a:t>
            </a:r>
            <a:r>
              <a:rPr lang="ar-DZ" sz="4400" baseline="-25000" dirty="0" smtClean="0">
                <a:solidFill>
                  <a:srgbClr val="002060"/>
                </a:solidFill>
                <a:cs typeface="+mj-cs"/>
              </a:rPr>
              <a:t>................................................................. </a:t>
            </a:r>
            <a:r>
              <a:rPr lang="ar-DZ" sz="4400" dirty="0" smtClean="0">
                <a:solidFill>
                  <a:srgbClr val="002060"/>
                </a:solidFill>
                <a:cs typeface="+mj-cs"/>
              </a:rPr>
              <a:t>  </a:t>
            </a:r>
            <a:r>
              <a:rPr lang="ar-DZ" sz="4400" b="1" u="sng" dirty="0" smtClean="0">
                <a:solidFill>
                  <a:srgbClr val="FF0000"/>
                </a:solidFill>
              </a:rPr>
              <a:t>عَــلَـى</a:t>
            </a:r>
            <a:r>
              <a:rPr lang="ar-DZ" sz="4400" b="1" dirty="0" smtClean="0">
                <a:solidFill>
                  <a:srgbClr val="FF0000"/>
                </a:solidFill>
              </a:rPr>
              <a:t> </a:t>
            </a:r>
            <a:r>
              <a:rPr lang="ar-DZ" sz="4400" b="1" dirty="0" smtClean="0">
                <a:solidFill>
                  <a:srgbClr val="002060"/>
                </a:solidFill>
              </a:rPr>
              <a:t>الــقـــرص الـصــلــب</a:t>
            </a:r>
            <a:endParaRPr lang="fr-FR" sz="44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4079776" y="1796176"/>
            <a:ext cx="417646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نَــسْــخُ مِــلَــفَــات</a:t>
            </a:r>
            <a:endParaRPr lang="fr-FR" sz="4400" b="1" dirty="0">
              <a:solidFill>
                <a:srgbClr val="0070C0"/>
              </a:solidFill>
              <a:cs typeface="+mj-cs"/>
            </a:endParaRPr>
          </a:p>
        </p:txBody>
      </p:sp>
      <p:sp>
        <p:nvSpPr>
          <p:cNvPr id="7" name="Rectangle 6"/>
          <p:cNvSpPr/>
          <p:nvPr/>
        </p:nvSpPr>
        <p:spPr>
          <a:xfrm>
            <a:off x="2207568" y="2902757"/>
            <a:ext cx="745728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وحـــدات الــتــخـــزيـــن الــثـــانـــويـــة</a:t>
            </a:r>
            <a:endParaRPr lang="fr-FR" sz="4400" b="1" dirty="0">
              <a:solidFill>
                <a:srgbClr val="0070C0"/>
              </a:solidFill>
              <a:cs typeface="+mj-cs"/>
            </a:endParaRPr>
          </a:p>
        </p:txBody>
      </p:sp>
      <p:sp>
        <p:nvSpPr>
          <p:cNvPr id="8" name="Rectangle 7"/>
          <p:cNvSpPr/>
          <p:nvPr/>
        </p:nvSpPr>
        <p:spPr>
          <a:xfrm>
            <a:off x="983432" y="4156677"/>
            <a:ext cx="575101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مُــتَــوَفِـــرَةً بِــصِــفَــةٍ دَائِــمَــةٍ </a:t>
            </a:r>
            <a:endParaRPr lang="fr-FR" sz="4400" b="1" dirty="0">
              <a:solidFill>
                <a:srgbClr val="0070C0"/>
              </a:solidFill>
              <a:cs typeface="+mj-cs"/>
            </a:endParaRPr>
          </a:p>
        </p:txBody>
      </p:sp>
    </p:spTree>
    <p:extLst>
      <p:ext uri="{BB962C8B-B14F-4D97-AF65-F5344CB8AC3E}">
        <p14:creationId xmlns:p14="http://schemas.microsoft.com/office/powerpoint/2010/main" val="359786129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p:cTn id="2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p:cTn id="51" dur="1000" fill="hold"/>
                                        <p:tgtEl>
                                          <p:spTgt spid="8"/>
                                        </p:tgtEl>
                                        <p:attrNameLst>
                                          <p:attrName>ppt_w</p:attrName>
                                        </p:attrNameLst>
                                      </p:cBhvr>
                                      <p:tavLst>
                                        <p:tav tm="0">
                                          <p:val>
                                            <p:fltVal val="0"/>
                                          </p:val>
                                        </p:tav>
                                        <p:tav tm="100000">
                                          <p:val>
                                            <p:strVal val="#ppt_w"/>
                                          </p:val>
                                        </p:tav>
                                      </p:tavLst>
                                    </p:anim>
                                    <p:anim calcmode="lin" valueType="num">
                                      <p:cBhvr>
                                        <p:cTn id="52" dur="1000" fill="hold"/>
                                        <p:tgtEl>
                                          <p:spTgt spid="8"/>
                                        </p:tgtEl>
                                        <p:attrNameLst>
                                          <p:attrName>ppt_h</p:attrName>
                                        </p:attrNameLst>
                                      </p:cBhvr>
                                      <p:tavLst>
                                        <p:tav tm="0">
                                          <p:val>
                                            <p:fltVal val="0"/>
                                          </p:val>
                                        </p:tav>
                                        <p:tav tm="100000">
                                          <p:val>
                                            <p:strVal val="#ppt_h"/>
                                          </p:val>
                                        </p:tav>
                                      </p:tavLst>
                                    </p:anim>
                                    <p:anim calcmode="lin" valueType="num">
                                      <p:cBhvr>
                                        <p:cTn id="53" dur="1000" fill="hold"/>
                                        <p:tgtEl>
                                          <p:spTgt spid="8"/>
                                        </p:tgtEl>
                                        <p:attrNameLst>
                                          <p:attrName>style.rotation</p:attrName>
                                        </p:attrNameLst>
                                      </p:cBhvr>
                                      <p:tavLst>
                                        <p:tav tm="0">
                                          <p:val>
                                            <p:fltVal val="90"/>
                                          </p:val>
                                        </p:tav>
                                        <p:tav tm="100000">
                                          <p:val>
                                            <p:fltVal val="0"/>
                                          </p:val>
                                        </p:tav>
                                      </p:tavLst>
                                    </p:anim>
                                    <p:animEffect transition="in" filter="fade">
                                      <p:cBhvr>
                                        <p:cTn id="5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6" grpId="0" animBg="1"/>
      <p:bldP spid="7" grpId="0" animBg="1"/>
      <p:bldP spid="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ســؤال </a:t>
            </a:r>
            <a:r>
              <a:rPr lang="ar-DZ" sz="3800" b="1" dirty="0">
                <a:solidFill>
                  <a:srgbClr val="FF0000"/>
                </a:solidFill>
                <a:cs typeface="+mj-cs"/>
              </a:rPr>
              <a:t>: </a:t>
            </a:r>
            <a:r>
              <a:rPr lang="ar-DZ" sz="3800" b="1" dirty="0" smtClean="0">
                <a:solidFill>
                  <a:srgbClr val="FF0000"/>
                </a:solidFill>
              </a:rPr>
              <a:t>تــثــبــيــت الـ</a:t>
            </a:r>
            <a:r>
              <a:rPr lang="ar-DZ" sz="3800" b="1" dirty="0" smtClean="0">
                <a:solidFill>
                  <a:srgbClr val="FF0000"/>
                </a:solidFill>
                <a:cs typeface="+mj-cs"/>
              </a:rPr>
              <a:t>نـظــام يـتـطــلـب </a:t>
            </a:r>
            <a:r>
              <a:rPr lang="ar-DZ" sz="3800" b="1" u="sng" dirty="0" smtClean="0">
                <a:solidFill>
                  <a:srgbClr val="FF0000"/>
                </a:solidFill>
                <a:cs typeface="+mj-cs"/>
              </a:rPr>
              <a:t>بــرنــامـجــيــن</a:t>
            </a:r>
            <a:r>
              <a:rPr lang="ar-DZ" sz="3800" b="1" dirty="0" smtClean="0">
                <a:solidFill>
                  <a:srgbClr val="FF0000"/>
                </a:solidFill>
                <a:cs typeface="+mj-cs"/>
              </a:rPr>
              <a:t> فــمـا هُــمَــا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1031315" y="3067271"/>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ar-DZ" sz="3600" b="1" u="sng" dirty="0" smtClean="0">
                <a:solidFill>
                  <a:srgbClr val="002060"/>
                </a:solidFill>
                <a:latin typeface="Times New Roman" panose="02020603050405020304" pitchFamily="18" charset="0"/>
                <a:cs typeface="Times New Roman" panose="02020603050405020304" pitchFamily="18" charset="0"/>
              </a:rPr>
              <a:t>...............</a:t>
            </a:r>
            <a:r>
              <a:rPr lang="ar-DZ" sz="3600" b="1" dirty="0" smtClean="0">
                <a:solidFill>
                  <a:srgbClr val="002060"/>
                </a:solidFill>
                <a:latin typeface="Times New Roman" panose="02020603050405020304" pitchFamily="18" charset="0"/>
                <a:cs typeface="Times New Roman" panose="02020603050405020304" pitchFamily="18" charset="0"/>
              </a:rPr>
              <a:t> : لــ ...............................................</a:t>
            </a:r>
            <a:endParaRPr lang="en-US" sz="3600" b="1" u="sng" dirty="0">
              <a:solidFill>
                <a:srgbClr val="00206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699119"/>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rPr>
              <a:t>تــثــبــيــت نــظــام الـتـشـغــيـل يـتـطــلـب </a:t>
            </a:r>
            <a:r>
              <a:rPr lang="ar-DZ" sz="4400" b="1" dirty="0" smtClean="0">
                <a:solidFill>
                  <a:srgbClr val="FF0000"/>
                </a:solidFill>
                <a:cs typeface="+mj-cs"/>
              </a:rPr>
              <a:t>:</a:t>
            </a:r>
            <a:endParaRPr lang="fr-FR" sz="4400" b="1" dirty="0">
              <a:solidFill>
                <a:srgbClr val="0070C0"/>
              </a:solidFill>
              <a:cs typeface="+mj-cs"/>
            </a:endParaRPr>
          </a:p>
        </p:txBody>
      </p:sp>
      <p:sp>
        <p:nvSpPr>
          <p:cNvPr id="14" name="Rectangle 13"/>
          <p:cNvSpPr/>
          <p:nvPr/>
        </p:nvSpPr>
        <p:spPr>
          <a:xfrm>
            <a:off x="1031315" y="4509120"/>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ar-DZ" sz="3600" b="1" u="sng" dirty="0" smtClean="0">
                <a:solidFill>
                  <a:srgbClr val="002060"/>
                </a:solidFill>
                <a:latin typeface="Times New Roman" panose="02020603050405020304" pitchFamily="18" charset="0"/>
                <a:cs typeface="Times New Roman" panose="02020603050405020304" pitchFamily="18" charset="0"/>
              </a:rPr>
              <a:t>...............</a:t>
            </a:r>
            <a:r>
              <a:rPr lang="en-US" sz="3600" b="1" dirty="0" smtClean="0">
                <a:solidFill>
                  <a:srgbClr val="00206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 </a:t>
            </a:r>
            <a:r>
              <a:rPr lang="ar-DZ" sz="3600" b="1" dirty="0">
                <a:solidFill>
                  <a:srgbClr val="002060"/>
                </a:solidFill>
                <a:latin typeface="Times New Roman" panose="02020603050405020304" pitchFamily="18" charset="0"/>
                <a:cs typeface="Times New Roman" panose="02020603050405020304" pitchFamily="18" charset="0"/>
              </a:rPr>
              <a:t>لــ ...............................................</a:t>
            </a:r>
            <a:endParaRPr lang="en-US" sz="3600" b="1" u="sng"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623200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1000" fill="hold"/>
                                        <p:tgtEl>
                                          <p:spTgt spid="14"/>
                                        </p:tgtEl>
                                        <p:attrNameLst>
                                          <p:attrName>ppt_w</p:attrName>
                                        </p:attrNameLst>
                                      </p:cBhvr>
                                      <p:tavLst>
                                        <p:tav tm="0">
                                          <p:val>
                                            <p:fltVal val="0"/>
                                          </p:val>
                                        </p:tav>
                                        <p:tav tm="100000">
                                          <p:val>
                                            <p:strVal val="#ppt_w"/>
                                          </p:val>
                                        </p:tav>
                                      </p:tavLst>
                                    </p:anim>
                                    <p:anim calcmode="lin" valueType="num">
                                      <p:cBhvr>
                                        <p:cTn id="32" dur="1000" fill="hold"/>
                                        <p:tgtEl>
                                          <p:spTgt spid="14"/>
                                        </p:tgtEl>
                                        <p:attrNameLst>
                                          <p:attrName>ppt_h</p:attrName>
                                        </p:attrNameLst>
                                      </p:cBhvr>
                                      <p:tavLst>
                                        <p:tav tm="0">
                                          <p:val>
                                            <p:fltVal val="0"/>
                                          </p:val>
                                        </p:tav>
                                        <p:tav tm="100000">
                                          <p:val>
                                            <p:strVal val="#ppt_h"/>
                                          </p:val>
                                        </p:tav>
                                      </p:tavLst>
                                    </p:anim>
                                    <p:anim calcmode="lin" valueType="num">
                                      <p:cBhvr>
                                        <p:cTn id="33" dur="1000" fill="hold"/>
                                        <p:tgtEl>
                                          <p:spTgt spid="14"/>
                                        </p:tgtEl>
                                        <p:attrNameLst>
                                          <p:attrName>style.rotation</p:attrName>
                                        </p:attrNameLst>
                                      </p:cBhvr>
                                      <p:tavLst>
                                        <p:tav tm="0">
                                          <p:val>
                                            <p:fltVal val="90"/>
                                          </p:val>
                                        </p:tav>
                                        <p:tav tm="100000">
                                          <p:val>
                                            <p:fltVal val="0"/>
                                          </p:val>
                                        </p:tav>
                                      </p:tavLst>
                                    </p:anim>
                                    <p:animEffect transition="in" filter="fade">
                                      <p:cBhvr>
                                        <p:cTn id="34"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13" grpId="0" animBg="1"/>
      <p:bldP spid="1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ســؤال </a:t>
            </a:r>
            <a:r>
              <a:rPr lang="ar-DZ" sz="3800" b="1" dirty="0">
                <a:solidFill>
                  <a:srgbClr val="FF0000"/>
                </a:solidFill>
                <a:cs typeface="+mj-cs"/>
              </a:rPr>
              <a:t>: </a:t>
            </a:r>
            <a:r>
              <a:rPr lang="ar-DZ" sz="3800" b="1" dirty="0" smtClean="0">
                <a:solidFill>
                  <a:srgbClr val="FF0000"/>
                </a:solidFill>
              </a:rPr>
              <a:t>تــثــبــيــت الـ</a:t>
            </a:r>
            <a:r>
              <a:rPr lang="ar-DZ" sz="3800" b="1" dirty="0" smtClean="0">
                <a:solidFill>
                  <a:srgbClr val="FF0000"/>
                </a:solidFill>
                <a:cs typeface="+mj-cs"/>
              </a:rPr>
              <a:t>نـظــام يـتـطــلـب </a:t>
            </a:r>
            <a:r>
              <a:rPr lang="ar-DZ" sz="3800" b="1" u="sng" dirty="0" smtClean="0">
                <a:solidFill>
                  <a:srgbClr val="FF0000"/>
                </a:solidFill>
                <a:cs typeface="+mj-cs"/>
              </a:rPr>
              <a:t>بــرنــامـجــيــن</a:t>
            </a:r>
            <a:r>
              <a:rPr lang="ar-DZ" sz="3800" b="1" dirty="0" smtClean="0">
                <a:solidFill>
                  <a:srgbClr val="FF0000"/>
                </a:solidFill>
                <a:cs typeface="+mj-cs"/>
              </a:rPr>
              <a:t> فــمـا هُــمَــا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1031315" y="3067271"/>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en-US" sz="3600" b="1" u="sng" dirty="0" smtClean="0">
                <a:solidFill>
                  <a:srgbClr val="FF0000"/>
                </a:solidFill>
                <a:latin typeface="Times New Roman" panose="02020603050405020304" pitchFamily="18" charset="0"/>
                <a:cs typeface="Times New Roman" panose="02020603050405020304" pitchFamily="18" charset="0"/>
              </a:rPr>
              <a:t>Bootable</a:t>
            </a:r>
            <a:r>
              <a:rPr lang="ar-DZ" sz="3600" b="1" dirty="0" smtClean="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لــ ...............................................</a:t>
            </a:r>
            <a:endParaRPr lang="en-US" sz="3600" b="1" u="sng" dirty="0">
              <a:solidFill>
                <a:srgbClr val="00206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699119"/>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rPr>
              <a:t>تــثــبــيــت نــظــام الـتـشـغــيـل يـتـطــلـب </a:t>
            </a:r>
            <a:r>
              <a:rPr lang="ar-DZ" sz="4400" b="1" dirty="0" smtClean="0">
                <a:solidFill>
                  <a:srgbClr val="FF0000"/>
                </a:solidFill>
                <a:cs typeface="+mj-cs"/>
              </a:rPr>
              <a:t>:</a:t>
            </a:r>
            <a:endParaRPr lang="fr-FR" sz="4400" b="1" dirty="0">
              <a:solidFill>
                <a:srgbClr val="0070C0"/>
              </a:solidFill>
              <a:cs typeface="+mj-cs"/>
            </a:endParaRPr>
          </a:p>
        </p:txBody>
      </p:sp>
      <p:sp>
        <p:nvSpPr>
          <p:cNvPr id="14" name="Rectangle 13"/>
          <p:cNvSpPr/>
          <p:nvPr/>
        </p:nvSpPr>
        <p:spPr>
          <a:xfrm>
            <a:off x="1031315" y="4509120"/>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en-US" sz="3600" b="1" u="sng" dirty="0">
                <a:solidFill>
                  <a:srgbClr val="FF0000"/>
                </a:solidFill>
                <a:latin typeface="Times New Roman" panose="02020603050405020304" pitchFamily="18" charset="0"/>
                <a:cs typeface="Times New Roman" panose="02020603050405020304" pitchFamily="18" charset="0"/>
              </a:rPr>
              <a:t>Installer</a:t>
            </a:r>
            <a:r>
              <a:rPr lang="en-US" sz="3600" b="1" dirty="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a:t>
            </a:r>
            <a:r>
              <a:rPr lang="ar-DZ" sz="3600" b="1" dirty="0">
                <a:solidFill>
                  <a:srgbClr val="002060"/>
                </a:solidFill>
                <a:latin typeface="Times New Roman" panose="02020603050405020304" pitchFamily="18" charset="0"/>
                <a:cs typeface="Times New Roman" panose="02020603050405020304" pitchFamily="18" charset="0"/>
              </a:rPr>
              <a:t>لــ ...............................................</a:t>
            </a:r>
            <a:endParaRPr lang="en-US" sz="3600" b="1" u="sng"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229645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1000" fill="hold"/>
                                        <p:tgtEl>
                                          <p:spTgt spid="14"/>
                                        </p:tgtEl>
                                        <p:attrNameLst>
                                          <p:attrName>ppt_w</p:attrName>
                                        </p:attrNameLst>
                                      </p:cBhvr>
                                      <p:tavLst>
                                        <p:tav tm="0">
                                          <p:val>
                                            <p:fltVal val="0"/>
                                          </p:val>
                                        </p:tav>
                                        <p:tav tm="100000">
                                          <p:val>
                                            <p:strVal val="#ppt_w"/>
                                          </p:val>
                                        </p:tav>
                                      </p:tavLst>
                                    </p:anim>
                                    <p:anim calcmode="lin" valueType="num">
                                      <p:cBhvr>
                                        <p:cTn id="32" dur="1000" fill="hold"/>
                                        <p:tgtEl>
                                          <p:spTgt spid="14"/>
                                        </p:tgtEl>
                                        <p:attrNameLst>
                                          <p:attrName>ppt_h</p:attrName>
                                        </p:attrNameLst>
                                      </p:cBhvr>
                                      <p:tavLst>
                                        <p:tav tm="0">
                                          <p:val>
                                            <p:fltVal val="0"/>
                                          </p:val>
                                        </p:tav>
                                        <p:tav tm="100000">
                                          <p:val>
                                            <p:strVal val="#ppt_h"/>
                                          </p:val>
                                        </p:tav>
                                      </p:tavLst>
                                    </p:anim>
                                    <p:anim calcmode="lin" valueType="num">
                                      <p:cBhvr>
                                        <p:cTn id="33" dur="1000" fill="hold"/>
                                        <p:tgtEl>
                                          <p:spTgt spid="14"/>
                                        </p:tgtEl>
                                        <p:attrNameLst>
                                          <p:attrName>style.rotation</p:attrName>
                                        </p:attrNameLst>
                                      </p:cBhvr>
                                      <p:tavLst>
                                        <p:tav tm="0">
                                          <p:val>
                                            <p:fltVal val="90"/>
                                          </p:val>
                                        </p:tav>
                                        <p:tav tm="100000">
                                          <p:val>
                                            <p:fltVal val="0"/>
                                          </p:val>
                                        </p:tav>
                                      </p:tavLst>
                                    </p:anim>
                                    <p:animEffect transition="in" filter="fade">
                                      <p:cBhvr>
                                        <p:cTn id="34"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13" grpId="0" animBg="1"/>
      <p:bldP spid="1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ســؤال </a:t>
            </a:r>
            <a:r>
              <a:rPr lang="ar-DZ" sz="3800" b="1" dirty="0">
                <a:solidFill>
                  <a:srgbClr val="FF0000"/>
                </a:solidFill>
                <a:cs typeface="+mj-cs"/>
              </a:rPr>
              <a:t>: </a:t>
            </a:r>
            <a:r>
              <a:rPr lang="ar-DZ" sz="3800" b="1" dirty="0" smtClean="0">
                <a:solidFill>
                  <a:srgbClr val="FF0000"/>
                </a:solidFill>
              </a:rPr>
              <a:t>تــثــبــيــت الـ</a:t>
            </a:r>
            <a:r>
              <a:rPr lang="ar-DZ" sz="3800" b="1" dirty="0" smtClean="0">
                <a:solidFill>
                  <a:srgbClr val="FF0000"/>
                </a:solidFill>
                <a:cs typeface="+mj-cs"/>
              </a:rPr>
              <a:t>نـظــام يـتـطــلـب </a:t>
            </a:r>
            <a:r>
              <a:rPr lang="ar-DZ" sz="3800" b="1" u="sng" dirty="0" smtClean="0">
                <a:solidFill>
                  <a:srgbClr val="FF0000"/>
                </a:solidFill>
                <a:cs typeface="+mj-cs"/>
              </a:rPr>
              <a:t>بــرنــامـجــيــن</a:t>
            </a:r>
            <a:r>
              <a:rPr lang="ar-DZ" sz="3800" b="1" dirty="0" smtClean="0">
                <a:solidFill>
                  <a:srgbClr val="FF0000"/>
                </a:solidFill>
                <a:cs typeface="+mj-cs"/>
              </a:rPr>
              <a:t> فــمـا هُــمَــا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1031315" y="3067271"/>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en-US" sz="3600" b="1" u="sng" dirty="0" smtClean="0">
                <a:solidFill>
                  <a:srgbClr val="FF0000"/>
                </a:solidFill>
                <a:latin typeface="Times New Roman" panose="02020603050405020304" pitchFamily="18" charset="0"/>
                <a:cs typeface="Times New Roman" panose="02020603050405020304" pitchFamily="18" charset="0"/>
              </a:rPr>
              <a:t>Bootable</a:t>
            </a:r>
            <a:r>
              <a:rPr lang="ar-DZ" sz="3600" b="1" dirty="0" smtClean="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للـشُــرُوعِ فـي </a:t>
            </a:r>
            <a:r>
              <a:rPr lang="ar-DZ" sz="3600" b="1" u="sng" dirty="0" smtClean="0">
                <a:solidFill>
                  <a:srgbClr val="0070C0"/>
                </a:solidFill>
                <a:latin typeface="Times New Roman" panose="02020603050405020304" pitchFamily="18" charset="0"/>
                <a:cs typeface="Times New Roman" panose="02020603050405020304" pitchFamily="18" charset="0"/>
              </a:rPr>
              <a:t>عــمــلــيــة الــتــثــبــيــت</a:t>
            </a:r>
            <a:endParaRPr lang="en-US" sz="3600" b="1" u="sng"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699119"/>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rPr>
              <a:t>تــثــبــيــت نــظــام الـتـشـغــيـل يـتـطــلـب </a:t>
            </a:r>
            <a:r>
              <a:rPr lang="ar-DZ" sz="4400" b="1" dirty="0" smtClean="0">
                <a:solidFill>
                  <a:srgbClr val="FF0000"/>
                </a:solidFill>
                <a:cs typeface="+mj-cs"/>
              </a:rPr>
              <a:t>:</a:t>
            </a:r>
            <a:endParaRPr lang="fr-FR" sz="4400" b="1" dirty="0">
              <a:solidFill>
                <a:srgbClr val="0070C0"/>
              </a:solidFill>
              <a:cs typeface="+mj-cs"/>
            </a:endParaRPr>
          </a:p>
        </p:txBody>
      </p:sp>
      <p:sp>
        <p:nvSpPr>
          <p:cNvPr id="14" name="Rectangle 13"/>
          <p:cNvSpPr/>
          <p:nvPr/>
        </p:nvSpPr>
        <p:spPr>
          <a:xfrm>
            <a:off x="1031315" y="4509120"/>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en-US" sz="3600" b="1" u="sng" dirty="0">
                <a:solidFill>
                  <a:srgbClr val="FF0000"/>
                </a:solidFill>
                <a:latin typeface="Times New Roman" panose="02020603050405020304" pitchFamily="18" charset="0"/>
                <a:cs typeface="Times New Roman" panose="02020603050405020304" pitchFamily="18" charset="0"/>
              </a:rPr>
              <a:t>Installer</a:t>
            </a:r>
            <a:r>
              <a:rPr lang="en-US" sz="3600" b="1" dirty="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لِــنَـسْـخِ </a:t>
            </a:r>
            <a:r>
              <a:rPr lang="ar-DZ" sz="3600" b="1" u="sng" dirty="0" smtClean="0">
                <a:solidFill>
                  <a:srgbClr val="0070C0"/>
                </a:solidFill>
                <a:latin typeface="Times New Roman" panose="02020603050405020304" pitchFamily="18" charset="0"/>
                <a:cs typeface="Times New Roman" panose="02020603050405020304" pitchFamily="18" charset="0"/>
              </a:rPr>
              <a:t>الـمــلــفــات</a:t>
            </a:r>
            <a:r>
              <a:rPr lang="ar-DZ" sz="3600" b="1" dirty="0" smtClean="0">
                <a:solidFill>
                  <a:srgbClr val="0070C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وَضَـبْـطِ </a:t>
            </a:r>
            <a:r>
              <a:rPr lang="ar-DZ" sz="3600" b="1" u="sng" dirty="0" smtClean="0">
                <a:solidFill>
                  <a:srgbClr val="0070C0"/>
                </a:solidFill>
                <a:latin typeface="Times New Roman" panose="02020603050405020304" pitchFamily="18" charset="0"/>
                <a:cs typeface="Times New Roman" panose="02020603050405020304" pitchFamily="18" charset="0"/>
              </a:rPr>
              <a:t>الإِعْــدَادَاتِ</a:t>
            </a:r>
            <a:endParaRPr lang="en-US" sz="3600" b="1" u="sng"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439856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1000" fill="hold"/>
                                        <p:tgtEl>
                                          <p:spTgt spid="14"/>
                                        </p:tgtEl>
                                        <p:attrNameLst>
                                          <p:attrName>ppt_w</p:attrName>
                                        </p:attrNameLst>
                                      </p:cBhvr>
                                      <p:tavLst>
                                        <p:tav tm="0">
                                          <p:val>
                                            <p:fltVal val="0"/>
                                          </p:val>
                                        </p:tav>
                                        <p:tav tm="100000">
                                          <p:val>
                                            <p:strVal val="#ppt_w"/>
                                          </p:val>
                                        </p:tav>
                                      </p:tavLst>
                                    </p:anim>
                                    <p:anim calcmode="lin" valueType="num">
                                      <p:cBhvr>
                                        <p:cTn id="32" dur="1000" fill="hold"/>
                                        <p:tgtEl>
                                          <p:spTgt spid="14"/>
                                        </p:tgtEl>
                                        <p:attrNameLst>
                                          <p:attrName>ppt_h</p:attrName>
                                        </p:attrNameLst>
                                      </p:cBhvr>
                                      <p:tavLst>
                                        <p:tav tm="0">
                                          <p:val>
                                            <p:fltVal val="0"/>
                                          </p:val>
                                        </p:tav>
                                        <p:tav tm="100000">
                                          <p:val>
                                            <p:strVal val="#ppt_h"/>
                                          </p:val>
                                        </p:tav>
                                      </p:tavLst>
                                    </p:anim>
                                    <p:anim calcmode="lin" valueType="num">
                                      <p:cBhvr>
                                        <p:cTn id="33" dur="1000" fill="hold"/>
                                        <p:tgtEl>
                                          <p:spTgt spid="14"/>
                                        </p:tgtEl>
                                        <p:attrNameLst>
                                          <p:attrName>style.rotation</p:attrName>
                                        </p:attrNameLst>
                                      </p:cBhvr>
                                      <p:tavLst>
                                        <p:tav tm="0">
                                          <p:val>
                                            <p:fltVal val="90"/>
                                          </p:val>
                                        </p:tav>
                                        <p:tav tm="100000">
                                          <p:val>
                                            <p:fltVal val="0"/>
                                          </p:val>
                                        </p:tav>
                                      </p:tavLst>
                                    </p:anim>
                                    <p:animEffect transition="in" filter="fade">
                                      <p:cBhvr>
                                        <p:cTn id="34"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13" grpId="0" animBg="1"/>
      <p:bldP spid="1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smtClean="0">
                <a:solidFill>
                  <a:srgbClr val="FF0000"/>
                </a:solidFill>
                <a:cs typeface="+mj-cs"/>
              </a:rPr>
              <a:t>أتـذكـر</a:t>
            </a:r>
            <a:r>
              <a:rPr lang="ar-DZ" b="1" dirty="0" smtClean="0">
                <a:solidFill>
                  <a:srgbClr val="FF0000"/>
                </a:solidFill>
                <a:cs typeface="+mj-cs"/>
              </a:rPr>
              <a:t> ( 2. تــثــبــيــت </a:t>
            </a:r>
            <a:r>
              <a:rPr lang="ar-DZ" b="1" dirty="0">
                <a:solidFill>
                  <a:srgbClr val="FF0000"/>
                </a:solidFill>
                <a:cs typeface="+mj-cs"/>
              </a:rPr>
              <a:t>نــظــام الـتـشـغــيـل </a:t>
            </a:r>
            <a:r>
              <a:rPr lang="ar-DZ" b="1" dirty="0" smtClean="0">
                <a:solidFill>
                  <a:srgbClr val="FF0000"/>
                </a:solidFill>
                <a:cs typeface="+mj-cs"/>
              </a:rPr>
              <a:t>)</a:t>
            </a:r>
            <a:r>
              <a:rPr lang="ar-SA" b="1" u="sng" dirty="0" smtClean="0">
                <a:solidFill>
                  <a:srgbClr val="FF0000"/>
                </a:solidFill>
                <a:cs typeface="+mj-cs"/>
              </a:rPr>
              <a:t>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500" b="1" dirty="0" smtClean="0">
              <a:cs typeface="+mj-cs"/>
            </a:endParaRPr>
          </a:p>
          <a:p>
            <a:pPr marL="0" indent="0" algn="just" rtl="1">
              <a:lnSpc>
                <a:spcPct val="165000"/>
              </a:lnSpc>
              <a:buNone/>
            </a:pPr>
            <a:r>
              <a:rPr lang="ar-DZ" sz="4400" b="1" dirty="0">
                <a:solidFill>
                  <a:srgbClr val="002060"/>
                </a:solidFill>
                <a:cs typeface="+mj-cs"/>
              </a:rPr>
              <a:t>هـو عــمـلـيـة</a:t>
            </a:r>
            <a:r>
              <a:rPr lang="ar-DZ" sz="4400" baseline="-25000" dirty="0" smtClean="0">
                <a:solidFill>
                  <a:srgbClr val="002060"/>
                </a:solidFill>
                <a:cs typeface="+mj-cs"/>
              </a:rPr>
              <a:t>...................................................</a:t>
            </a:r>
            <a:r>
              <a:rPr lang="ar-DZ" sz="4400" b="1" dirty="0" smtClean="0">
                <a:solidFill>
                  <a:srgbClr val="002060"/>
                </a:solidFill>
                <a:cs typeface="+mj-cs"/>
              </a:rPr>
              <a:t> </a:t>
            </a:r>
            <a:r>
              <a:rPr lang="ar-DZ" sz="4400" b="1" dirty="0">
                <a:solidFill>
                  <a:srgbClr val="002060"/>
                </a:solidFill>
                <a:cs typeface="+mj-cs"/>
              </a:rPr>
              <a:t>الـنـظــام </a:t>
            </a:r>
            <a:r>
              <a:rPr lang="ar-DZ" sz="4400" b="1" u="sng" dirty="0" smtClean="0">
                <a:solidFill>
                  <a:srgbClr val="FF0000"/>
                </a:solidFill>
                <a:cs typeface="+mj-cs"/>
              </a:rPr>
              <a:t>مِـنْ</a:t>
            </a:r>
            <a:r>
              <a:rPr lang="ar-DZ" sz="4400" b="1" dirty="0" smtClean="0">
                <a:solidFill>
                  <a:srgbClr val="FF0000"/>
                </a:solidFill>
                <a:cs typeface="+mj-cs"/>
              </a:rPr>
              <a:t> </a:t>
            </a:r>
            <a:r>
              <a:rPr lang="ar-DZ" sz="4400" b="1" dirty="0" smtClean="0">
                <a:solidFill>
                  <a:srgbClr val="002060"/>
                </a:solidFill>
                <a:cs typeface="+mj-cs"/>
              </a:rPr>
              <a:t>إحـــدى  </a:t>
            </a:r>
            <a:r>
              <a:rPr lang="ar-DZ" sz="4400" baseline="-25000" dirty="0" smtClean="0">
                <a:solidFill>
                  <a:srgbClr val="002060"/>
                </a:solidFill>
                <a:cs typeface="+mj-cs"/>
              </a:rPr>
              <a:t>................................................................................</a:t>
            </a:r>
            <a:r>
              <a:rPr lang="ar-DZ" sz="4400" b="1" dirty="0" smtClean="0">
                <a:solidFill>
                  <a:srgbClr val="002060"/>
                </a:solidFill>
                <a:cs typeface="+mj-cs"/>
              </a:rPr>
              <a:t> </a:t>
            </a:r>
            <a:r>
              <a:rPr lang="fr-FR" sz="3600" b="1" dirty="0" smtClean="0">
                <a:solidFill>
                  <a:srgbClr val="002060"/>
                </a:solidFill>
                <a:latin typeface="Times New Roman" panose="02020603050405020304" pitchFamily="18" charset="0"/>
                <a:cs typeface="+mj-cs"/>
              </a:rPr>
              <a:t>DVD</a:t>
            </a:r>
            <a:r>
              <a:rPr lang="ar-DZ" sz="3600" b="1" dirty="0" smtClean="0">
                <a:solidFill>
                  <a:srgbClr val="002060"/>
                </a:solidFill>
                <a:latin typeface="Times New Roman" panose="02020603050405020304" pitchFamily="18" charset="0"/>
                <a:cs typeface="+mj-cs"/>
              </a:rPr>
              <a:t> </a:t>
            </a:r>
            <a:r>
              <a:rPr lang="fr-FR" sz="4400" b="1" dirty="0" smtClean="0">
                <a:solidFill>
                  <a:srgbClr val="002060"/>
                </a:solidFill>
                <a:cs typeface="+mj-cs"/>
              </a:rPr>
              <a:t> ،</a:t>
            </a:r>
            <a:endParaRPr lang="ar-DZ" sz="4400" b="1" dirty="0" smtClean="0">
              <a:solidFill>
                <a:srgbClr val="002060"/>
              </a:solidFill>
              <a:cs typeface="+mj-cs"/>
            </a:endParaRPr>
          </a:p>
          <a:p>
            <a:pPr marL="0" indent="0" algn="r" rtl="1">
              <a:lnSpc>
                <a:spcPct val="165000"/>
              </a:lnSpc>
              <a:buNone/>
            </a:pPr>
            <a:r>
              <a:rPr lang="fr-FR" sz="4400" b="1" dirty="0" smtClean="0">
                <a:solidFill>
                  <a:srgbClr val="002060"/>
                </a:solidFill>
                <a:cs typeface="+mj-cs"/>
              </a:rPr>
              <a:t> </a:t>
            </a:r>
            <a:r>
              <a:rPr lang="fr-FR" sz="3600" b="1" dirty="0" smtClean="0">
                <a:solidFill>
                  <a:srgbClr val="002060"/>
                </a:solidFill>
                <a:cs typeface="+mj-cs"/>
              </a:rPr>
              <a:t>Flash</a:t>
            </a:r>
            <a:r>
              <a:rPr lang="fr-FR" sz="4400" b="1" dirty="0">
                <a:solidFill>
                  <a:srgbClr val="002060"/>
                </a:solidFill>
              </a:rPr>
              <a:t> </a:t>
            </a:r>
            <a:r>
              <a:rPr lang="fr-FR" sz="3600" b="1" dirty="0" err="1">
                <a:solidFill>
                  <a:srgbClr val="002060"/>
                </a:solidFill>
              </a:rPr>
              <a:t>Disk</a:t>
            </a:r>
            <a:r>
              <a:rPr lang="ar-DZ" sz="4400" b="1" dirty="0" smtClean="0">
                <a:solidFill>
                  <a:srgbClr val="002060"/>
                </a:solidFill>
                <a:cs typeface="+mj-cs"/>
              </a:rPr>
              <a:t>... </a:t>
            </a:r>
            <a:r>
              <a:rPr lang="ar-DZ" sz="4400" b="1" dirty="0">
                <a:solidFill>
                  <a:srgbClr val="002060"/>
                </a:solidFill>
              </a:rPr>
              <a:t>وَجَـعْــلِـهَـا</a:t>
            </a:r>
            <a:r>
              <a:rPr lang="ar-DZ" sz="4400" baseline="-25000" dirty="0" smtClean="0">
                <a:solidFill>
                  <a:srgbClr val="002060"/>
                </a:solidFill>
                <a:cs typeface="+mj-cs"/>
              </a:rPr>
              <a:t>................................................................. </a:t>
            </a:r>
            <a:r>
              <a:rPr lang="ar-DZ" sz="4400" dirty="0" smtClean="0">
                <a:solidFill>
                  <a:srgbClr val="002060"/>
                </a:solidFill>
                <a:cs typeface="+mj-cs"/>
              </a:rPr>
              <a:t>  </a:t>
            </a:r>
            <a:r>
              <a:rPr lang="ar-DZ" sz="4400" b="1" u="sng" dirty="0" smtClean="0">
                <a:solidFill>
                  <a:srgbClr val="FF0000"/>
                </a:solidFill>
              </a:rPr>
              <a:t>عَــلَـى</a:t>
            </a:r>
            <a:r>
              <a:rPr lang="ar-DZ" sz="4400" b="1" dirty="0" smtClean="0">
                <a:solidFill>
                  <a:srgbClr val="FF0000"/>
                </a:solidFill>
              </a:rPr>
              <a:t> </a:t>
            </a:r>
            <a:r>
              <a:rPr lang="ar-DZ" sz="4400" b="1" dirty="0" smtClean="0">
                <a:solidFill>
                  <a:srgbClr val="002060"/>
                </a:solidFill>
              </a:rPr>
              <a:t>الــقـــرص الـصــلــب</a:t>
            </a:r>
            <a:endParaRPr lang="fr-FR" sz="44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4079776" y="1796176"/>
            <a:ext cx="417646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نَــسْــخُ مِــلَــفَــات</a:t>
            </a:r>
            <a:endParaRPr lang="fr-FR" sz="4400" b="1" dirty="0">
              <a:solidFill>
                <a:srgbClr val="0070C0"/>
              </a:solidFill>
              <a:cs typeface="+mj-cs"/>
            </a:endParaRPr>
          </a:p>
        </p:txBody>
      </p:sp>
      <p:sp>
        <p:nvSpPr>
          <p:cNvPr id="7" name="Rectangle 6"/>
          <p:cNvSpPr/>
          <p:nvPr/>
        </p:nvSpPr>
        <p:spPr>
          <a:xfrm>
            <a:off x="2207568" y="2902757"/>
            <a:ext cx="745728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وحـــدات الــتــخـــزيـــن الــثـــانـــويـــة</a:t>
            </a:r>
            <a:endParaRPr lang="fr-FR" sz="4400" b="1" dirty="0">
              <a:solidFill>
                <a:srgbClr val="0070C0"/>
              </a:solidFill>
              <a:cs typeface="+mj-cs"/>
            </a:endParaRPr>
          </a:p>
        </p:txBody>
      </p:sp>
      <p:sp>
        <p:nvSpPr>
          <p:cNvPr id="8" name="Rectangle 7"/>
          <p:cNvSpPr/>
          <p:nvPr/>
        </p:nvSpPr>
        <p:spPr>
          <a:xfrm>
            <a:off x="983432" y="4156677"/>
            <a:ext cx="575101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مُــتَــوَفِـــرَةً بِــصِــفَــةٍ دَائِــمَــةٍ </a:t>
            </a:r>
            <a:endParaRPr lang="fr-FR" sz="4400" b="1" dirty="0">
              <a:solidFill>
                <a:srgbClr val="0070C0"/>
              </a:solidFill>
              <a:cs typeface="+mj-cs"/>
            </a:endParaRPr>
          </a:p>
        </p:txBody>
      </p:sp>
    </p:spTree>
    <p:extLst>
      <p:ext uri="{BB962C8B-B14F-4D97-AF65-F5344CB8AC3E}">
        <p14:creationId xmlns:p14="http://schemas.microsoft.com/office/powerpoint/2010/main" val="375253527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p:cTn id="2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p:cTn id="51" dur="1000" fill="hold"/>
                                        <p:tgtEl>
                                          <p:spTgt spid="8"/>
                                        </p:tgtEl>
                                        <p:attrNameLst>
                                          <p:attrName>ppt_w</p:attrName>
                                        </p:attrNameLst>
                                      </p:cBhvr>
                                      <p:tavLst>
                                        <p:tav tm="0">
                                          <p:val>
                                            <p:fltVal val="0"/>
                                          </p:val>
                                        </p:tav>
                                        <p:tav tm="100000">
                                          <p:val>
                                            <p:strVal val="#ppt_w"/>
                                          </p:val>
                                        </p:tav>
                                      </p:tavLst>
                                    </p:anim>
                                    <p:anim calcmode="lin" valueType="num">
                                      <p:cBhvr>
                                        <p:cTn id="52" dur="1000" fill="hold"/>
                                        <p:tgtEl>
                                          <p:spTgt spid="8"/>
                                        </p:tgtEl>
                                        <p:attrNameLst>
                                          <p:attrName>ppt_h</p:attrName>
                                        </p:attrNameLst>
                                      </p:cBhvr>
                                      <p:tavLst>
                                        <p:tav tm="0">
                                          <p:val>
                                            <p:fltVal val="0"/>
                                          </p:val>
                                        </p:tav>
                                        <p:tav tm="100000">
                                          <p:val>
                                            <p:strVal val="#ppt_h"/>
                                          </p:val>
                                        </p:tav>
                                      </p:tavLst>
                                    </p:anim>
                                    <p:anim calcmode="lin" valueType="num">
                                      <p:cBhvr>
                                        <p:cTn id="53" dur="1000" fill="hold"/>
                                        <p:tgtEl>
                                          <p:spTgt spid="8"/>
                                        </p:tgtEl>
                                        <p:attrNameLst>
                                          <p:attrName>style.rotation</p:attrName>
                                        </p:attrNameLst>
                                      </p:cBhvr>
                                      <p:tavLst>
                                        <p:tav tm="0">
                                          <p:val>
                                            <p:fltVal val="90"/>
                                          </p:val>
                                        </p:tav>
                                        <p:tav tm="100000">
                                          <p:val>
                                            <p:fltVal val="0"/>
                                          </p:val>
                                        </p:tav>
                                      </p:tavLst>
                                    </p:anim>
                                    <p:animEffect transition="in" filter="fade">
                                      <p:cBhvr>
                                        <p:cTn id="5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6" grpId="0" animBg="1"/>
      <p:bldP spid="7" grpId="0" animBg="1"/>
      <p:bldP spid="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smtClean="0">
                <a:solidFill>
                  <a:srgbClr val="FF0000"/>
                </a:solidFill>
                <a:cs typeface="+mj-cs"/>
              </a:rPr>
              <a:t>أتـذكـر</a:t>
            </a:r>
            <a:r>
              <a:rPr lang="ar-DZ" b="1" dirty="0" smtClean="0">
                <a:solidFill>
                  <a:srgbClr val="FF0000"/>
                </a:solidFill>
                <a:cs typeface="+mj-cs"/>
              </a:rPr>
              <a:t> ( 2. تــثــبــيــت </a:t>
            </a:r>
            <a:r>
              <a:rPr lang="ar-DZ" b="1" dirty="0">
                <a:solidFill>
                  <a:srgbClr val="FF0000"/>
                </a:solidFill>
                <a:cs typeface="+mj-cs"/>
              </a:rPr>
              <a:t>نــظــام </a:t>
            </a:r>
            <a:r>
              <a:rPr lang="ar-DZ" b="1" dirty="0" smtClean="0">
                <a:solidFill>
                  <a:srgbClr val="FF0000"/>
                </a:solidFill>
                <a:cs typeface="+mj-cs"/>
              </a:rPr>
              <a:t>الـتـشـغــيـل  –  تــابــع )</a:t>
            </a:r>
            <a:r>
              <a:rPr lang="ar-SA" b="1" u="sng" dirty="0" smtClean="0">
                <a:solidFill>
                  <a:srgbClr val="FF0000"/>
                </a:solidFill>
                <a:cs typeface="+mj-cs"/>
              </a:rPr>
              <a:t>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endParaRPr lang="ar-DZ" sz="1000" b="1" dirty="0" smtClean="0">
              <a:cs typeface="+mj-cs"/>
            </a:endParaRPr>
          </a:p>
          <a:p>
            <a:pPr marL="0" indent="0" algn="just" rtl="1">
              <a:lnSpc>
                <a:spcPct val="150000"/>
              </a:lnSpc>
              <a:buNone/>
            </a:pPr>
            <a:r>
              <a:rPr lang="ar-DZ" sz="4000" b="1" dirty="0">
                <a:solidFill>
                  <a:srgbClr val="002060"/>
                </a:solidFill>
                <a:cs typeface="+mj-cs"/>
              </a:rPr>
              <a:t>تَــتِـمُّ هــذه الـعــمــلــيــة </a:t>
            </a:r>
            <a:r>
              <a:rPr lang="ar-DZ" sz="4000" b="1" dirty="0" smtClean="0">
                <a:solidFill>
                  <a:srgbClr val="002060"/>
                </a:solidFill>
                <a:cs typeface="+mj-cs"/>
              </a:rPr>
              <a:t>خـلال عِــدَّة مـراحـل، وذلـك بـواســطــة :</a:t>
            </a:r>
          </a:p>
          <a:p>
            <a:pPr marL="0" indent="0" algn="just" rtl="1">
              <a:lnSpc>
                <a:spcPct val="250000"/>
              </a:lnSpc>
              <a:buNone/>
            </a:pPr>
            <a:r>
              <a:rPr lang="ar-DZ" sz="4400" baseline="-25000" dirty="0" smtClean="0">
                <a:solidFill>
                  <a:schemeClr val="tx2"/>
                </a:solidFill>
              </a:rPr>
              <a:t>.......................................................................................................</a:t>
            </a:r>
            <a:r>
              <a:rPr lang="ar-DZ" sz="4400" baseline="-25000" dirty="0">
                <a:solidFill>
                  <a:schemeClr val="tx2"/>
                </a:solidFill>
              </a:rPr>
              <a:t> .......................................................................................................</a:t>
            </a:r>
            <a:endParaRPr lang="fr-FR" sz="4400" b="1" dirty="0">
              <a:solidFill>
                <a:srgbClr val="002060"/>
              </a:solidFill>
            </a:endParaRPr>
          </a:p>
          <a:p>
            <a:pPr marL="0" indent="0" algn="just" rtl="1">
              <a:lnSpc>
                <a:spcPct val="150000"/>
              </a:lnSpc>
              <a:buNone/>
            </a:pPr>
            <a:endParaRPr lang="fr-FR" sz="4400" b="1" dirty="0">
              <a:solidFill>
                <a:srgbClr val="002060"/>
              </a:solidFill>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9" name="Rectangle 8"/>
          <p:cNvSpPr/>
          <p:nvPr/>
        </p:nvSpPr>
        <p:spPr>
          <a:xfrm>
            <a:off x="1017198" y="3130140"/>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en-US" sz="3600" b="1" u="sng" dirty="0" smtClean="0">
                <a:solidFill>
                  <a:srgbClr val="FF0000"/>
                </a:solidFill>
                <a:latin typeface="Times New Roman" panose="02020603050405020304" pitchFamily="18" charset="0"/>
                <a:cs typeface="Times New Roman" panose="02020603050405020304" pitchFamily="18" charset="0"/>
              </a:rPr>
              <a:t>Bootable</a:t>
            </a:r>
            <a:r>
              <a:rPr lang="ar-DZ" sz="3600" b="1" dirty="0" smtClean="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للـشُــرُوعِ فـي </a:t>
            </a:r>
            <a:r>
              <a:rPr lang="ar-DZ" sz="3600" b="1" u="sng" dirty="0" smtClean="0">
                <a:solidFill>
                  <a:srgbClr val="002060"/>
                </a:solidFill>
                <a:latin typeface="Times New Roman" panose="02020603050405020304" pitchFamily="18" charset="0"/>
                <a:cs typeface="Times New Roman" panose="02020603050405020304" pitchFamily="18" charset="0"/>
              </a:rPr>
              <a:t>عــمــلــيــة الــتــثــبــيــت</a:t>
            </a:r>
            <a:endParaRPr lang="en-US" sz="3600" b="1" u="sng" dirty="0">
              <a:solidFill>
                <a:srgbClr val="002060"/>
              </a:solidFill>
              <a:latin typeface="Times New Roman" panose="02020603050405020304" pitchFamily="18" charset="0"/>
              <a:cs typeface="Times New Roman" panose="02020603050405020304" pitchFamily="18" charset="0"/>
            </a:endParaRPr>
          </a:p>
        </p:txBody>
      </p:sp>
      <p:sp>
        <p:nvSpPr>
          <p:cNvPr id="10" name="Rectangle 9"/>
          <p:cNvSpPr/>
          <p:nvPr/>
        </p:nvSpPr>
        <p:spPr>
          <a:xfrm>
            <a:off x="1017198" y="4649743"/>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en-US" sz="3600" b="1" u="sng" dirty="0">
                <a:solidFill>
                  <a:srgbClr val="FF0000"/>
                </a:solidFill>
                <a:latin typeface="Times New Roman" panose="02020603050405020304" pitchFamily="18" charset="0"/>
                <a:cs typeface="Times New Roman" panose="02020603050405020304" pitchFamily="18" charset="0"/>
              </a:rPr>
              <a:t>Installer</a:t>
            </a:r>
            <a:r>
              <a:rPr lang="en-US" sz="3600" b="1" dirty="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لِــنَـسْـخِ </a:t>
            </a:r>
            <a:r>
              <a:rPr lang="ar-DZ" sz="3600" b="1" u="sng" dirty="0" smtClean="0">
                <a:solidFill>
                  <a:srgbClr val="002060"/>
                </a:solidFill>
                <a:latin typeface="Times New Roman" panose="02020603050405020304" pitchFamily="18" charset="0"/>
                <a:cs typeface="Times New Roman" panose="02020603050405020304" pitchFamily="18" charset="0"/>
              </a:rPr>
              <a:t>الـمِــلَــفَــات</a:t>
            </a:r>
            <a:r>
              <a:rPr lang="ar-DZ" sz="3600" b="1" dirty="0" smtClean="0">
                <a:solidFill>
                  <a:srgbClr val="002060"/>
                </a:solidFill>
                <a:latin typeface="Times New Roman" panose="02020603050405020304" pitchFamily="18" charset="0"/>
                <a:cs typeface="Times New Roman" panose="02020603050405020304" pitchFamily="18" charset="0"/>
              </a:rPr>
              <a:t> وَضَـبْـطِ </a:t>
            </a:r>
            <a:r>
              <a:rPr lang="ar-DZ" sz="3600" b="1" u="sng" dirty="0" smtClean="0">
                <a:solidFill>
                  <a:srgbClr val="002060"/>
                </a:solidFill>
                <a:latin typeface="Times New Roman" panose="02020603050405020304" pitchFamily="18" charset="0"/>
                <a:cs typeface="Times New Roman" panose="02020603050405020304" pitchFamily="18" charset="0"/>
              </a:rPr>
              <a:t>الإِعْــدَادَاتِ</a:t>
            </a:r>
            <a:endParaRPr lang="en-US" sz="3600" b="1" u="sng"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33146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par>
                                <p:cTn id="25" presetID="31" presetClass="entr" presetSubtype="0" fill="hold"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p:cTn id="2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1000" fill="hold"/>
                                        <p:tgtEl>
                                          <p:spTgt spid="9"/>
                                        </p:tgtEl>
                                        <p:attrNameLst>
                                          <p:attrName>ppt_w</p:attrName>
                                        </p:attrNameLst>
                                      </p:cBhvr>
                                      <p:tavLst>
                                        <p:tav tm="0">
                                          <p:val>
                                            <p:fltVal val="0"/>
                                          </p:val>
                                        </p:tav>
                                        <p:tav tm="100000">
                                          <p:val>
                                            <p:strVal val="#ppt_w"/>
                                          </p:val>
                                        </p:tav>
                                      </p:tavLst>
                                    </p:anim>
                                    <p:anim calcmode="lin" valueType="num">
                                      <p:cBhvr>
                                        <p:cTn id="36" dur="1000" fill="hold"/>
                                        <p:tgtEl>
                                          <p:spTgt spid="9"/>
                                        </p:tgtEl>
                                        <p:attrNameLst>
                                          <p:attrName>ppt_h</p:attrName>
                                        </p:attrNameLst>
                                      </p:cBhvr>
                                      <p:tavLst>
                                        <p:tav tm="0">
                                          <p:val>
                                            <p:fltVal val="0"/>
                                          </p:val>
                                        </p:tav>
                                        <p:tav tm="100000">
                                          <p:val>
                                            <p:strVal val="#ppt_h"/>
                                          </p:val>
                                        </p:tav>
                                      </p:tavLst>
                                    </p:anim>
                                    <p:anim calcmode="lin" valueType="num">
                                      <p:cBhvr>
                                        <p:cTn id="37" dur="1000" fill="hold"/>
                                        <p:tgtEl>
                                          <p:spTgt spid="9"/>
                                        </p:tgtEl>
                                        <p:attrNameLst>
                                          <p:attrName>style.rotation</p:attrName>
                                        </p:attrNameLst>
                                      </p:cBhvr>
                                      <p:tavLst>
                                        <p:tav tm="0">
                                          <p:val>
                                            <p:fltVal val="90"/>
                                          </p:val>
                                        </p:tav>
                                        <p:tav tm="100000">
                                          <p:val>
                                            <p:fltVal val="0"/>
                                          </p:val>
                                        </p:tav>
                                      </p:tavLst>
                                    </p:anim>
                                    <p:animEffect transition="in" filter="fade">
                                      <p:cBhvr>
                                        <p:cTn id="38" dur="10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animBg="1"/>
      <p:bldP spid="9" grpId="0" animBg="1"/>
      <p:bldP spid="1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a:solidFill>
                  <a:srgbClr val="FF0000"/>
                </a:solidFill>
                <a:cs typeface="+mj-cs"/>
              </a:rPr>
              <a:t>3. تــقــســيــم الـقــرص الـصـلــب </a:t>
            </a:r>
            <a:r>
              <a:rPr lang="fr-FR" sz="3200" b="1" dirty="0">
                <a:solidFill>
                  <a:srgbClr val="FF0000"/>
                </a:solidFill>
                <a:latin typeface="Times New Roman" panose="02020603050405020304" pitchFamily="18" charset="0"/>
                <a:cs typeface="+mj-cs"/>
              </a:rPr>
              <a:t>Partitionnement</a:t>
            </a:r>
            <a:r>
              <a:rPr lang="fr-FR" sz="3200" b="1" dirty="0">
                <a:solidFill>
                  <a:srgbClr val="FF0000"/>
                </a:solidFill>
                <a:cs typeface="+mj-cs"/>
              </a:rPr>
              <a:t> </a:t>
            </a:r>
            <a:r>
              <a:rPr lang="fr-FR" sz="3200" b="1" dirty="0">
                <a:solidFill>
                  <a:srgbClr val="FF0000"/>
                </a:solidFill>
                <a:latin typeface="Times New Roman" panose="02020603050405020304" pitchFamily="18" charset="0"/>
                <a:cs typeface="+mj-cs"/>
              </a:rPr>
              <a:t>d’un HDD</a:t>
            </a:r>
            <a:r>
              <a:rPr lang="ar-DZ" sz="4000" b="1" dirty="0">
                <a:solidFill>
                  <a:srgbClr val="FF0000"/>
                </a:solidFill>
                <a:cs typeface="+mj-cs"/>
              </a:rPr>
              <a:t> :</a:t>
            </a:r>
            <a:endParaRPr lang="fr-FR" sz="4800"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r>
              <a:rPr lang="ar-DZ" sz="4800" b="1" dirty="0">
                <a:cs typeface="+mj-cs"/>
              </a:rPr>
              <a:t>مــاذا يُــمَــثِّــلُ لــكــم مــفــهــوم " تـقــســيــم الـقــرص الـصـلـب " ؟  </a:t>
            </a:r>
            <a:endParaRPr lang="ar-DZ"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3800" b="1" u="sng" dirty="0" smtClean="0">
                <a:solidFill>
                  <a:srgbClr val="00B050"/>
                </a:solidFill>
                <a:cs typeface="+mj-cs"/>
              </a:rPr>
              <a:t>نَــشَــاط 3</a:t>
            </a:r>
            <a:r>
              <a:rPr lang="ar-DZ" sz="3800" b="1" dirty="0">
                <a:solidFill>
                  <a:srgbClr val="00B050"/>
                </a:solidFill>
                <a:cs typeface="+mj-cs"/>
              </a:rPr>
              <a:t> : </a:t>
            </a:r>
            <a:r>
              <a:rPr lang="ar-DZ" sz="3800" b="1" dirty="0" smtClean="0">
                <a:solidFill>
                  <a:srgbClr val="00B050"/>
                </a:solidFill>
                <a:cs typeface="+mj-cs"/>
              </a:rPr>
              <a:t>( 1.3 - تــعــريــف </a:t>
            </a:r>
            <a:r>
              <a:rPr lang="ar-DZ" sz="3800" b="1" dirty="0">
                <a:solidFill>
                  <a:srgbClr val="00B050"/>
                </a:solidFill>
                <a:cs typeface="+mj-cs"/>
              </a:rPr>
              <a:t>تــقـــســـيـــم الـقـــرص </a:t>
            </a:r>
            <a:r>
              <a:rPr lang="ar-DZ" sz="3800" b="1" dirty="0" smtClean="0">
                <a:solidFill>
                  <a:srgbClr val="00B050"/>
                </a:solidFill>
                <a:cs typeface="+mj-cs"/>
              </a:rPr>
              <a:t>الـصـلــب ) </a:t>
            </a:r>
            <a:endParaRPr lang="fr-FR" sz="3800" i="1" dirty="0">
              <a:solidFill>
                <a:srgbClr val="00B050"/>
              </a:solidFill>
              <a:cs typeface="+mj-cs"/>
            </a:endParaRPr>
          </a:p>
        </p:txBody>
      </p:sp>
    </p:spTree>
    <p:extLst>
      <p:ext uri="{BB962C8B-B14F-4D97-AF65-F5344CB8AC3E}">
        <p14:creationId xmlns:p14="http://schemas.microsoft.com/office/powerpoint/2010/main" val="110749321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750" fill="hold"/>
                                        <p:tgtEl>
                                          <p:spTgt spid="3">
                                            <p:bg/>
                                          </p:spTgt>
                                        </p:tgtEl>
                                        <p:attrNameLst>
                                          <p:attrName>ppt_w</p:attrName>
                                        </p:attrNameLst>
                                      </p:cBhvr>
                                      <p:tavLst>
                                        <p:tav tm="0">
                                          <p:val>
                                            <p:fltVal val="0"/>
                                          </p:val>
                                        </p:tav>
                                        <p:tav tm="100000">
                                          <p:val>
                                            <p:strVal val="#ppt_w"/>
                                          </p:val>
                                        </p:tav>
                                      </p:tavLst>
                                    </p:anim>
                                    <p:anim calcmode="lin" valueType="num">
                                      <p:cBhvr>
                                        <p:cTn id="22" dur="750" fill="hold"/>
                                        <p:tgtEl>
                                          <p:spTgt spid="3">
                                            <p:bg/>
                                          </p:spTgt>
                                        </p:tgtEl>
                                        <p:attrNameLst>
                                          <p:attrName>ppt_h</p:attrName>
                                        </p:attrNameLst>
                                      </p:cBhvr>
                                      <p:tavLst>
                                        <p:tav tm="0">
                                          <p:val>
                                            <p:fltVal val="0"/>
                                          </p:val>
                                        </p:tav>
                                        <p:tav tm="100000">
                                          <p:val>
                                            <p:strVal val="#ppt_h"/>
                                          </p:val>
                                        </p:tav>
                                      </p:tavLst>
                                    </p:anim>
                                    <p:anim calcmode="lin" valueType="num">
                                      <p:cBhvr>
                                        <p:cTn id="23" dur="750" fill="hold"/>
                                        <p:tgtEl>
                                          <p:spTgt spid="3">
                                            <p:bg/>
                                          </p:spTgt>
                                        </p:tgtEl>
                                        <p:attrNameLst>
                                          <p:attrName>style.rotation</p:attrName>
                                        </p:attrNameLst>
                                      </p:cBhvr>
                                      <p:tavLst>
                                        <p:tav tm="0">
                                          <p:val>
                                            <p:fltVal val="90"/>
                                          </p:val>
                                        </p:tav>
                                        <p:tav tm="100000">
                                          <p:val>
                                            <p:fltVal val="0"/>
                                          </p:val>
                                        </p:tav>
                                      </p:tavLst>
                                    </p:anim>
                                    <p:animEffect transition="in" filter="fade">
                                      <p:cBhvr>
                                        <p:cTn id="24" dur="75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 calcmode="lin" valueType="num">
                                      <p:cBhvr>
                                        <p:cTn id="27"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8"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9"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30" dur="7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animBg="1"/>
      <p:bldP spid="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a:solidFill>
                  <a:srgbClr val="FF0000"/>
                </a:solidFill>
                <a:cs typeface="+mj-cs"/>
              </a:rPr>
              <a:t>3. </a:t>
            </a:r>
            <a:r>
              <a:rPr lang="ar-DZ" sz="4000" b="1" dirty="0" smtClean="0">
                <a:solidFill>
                  <a:srgbClr val="FF0000"/>
                </a:solidFill>
                <a:cs typeface="+mj-cs"/>
              </a:rPr>
              <a:t>تــقــســيــم الـقــرص الـصـلــب </a:t>
            </a:r>
            <a:r>
              <a:rPr lang="fr-FR" sz="3200" b="1" dirty="0">
                <a:solidFill>
                  <a:srgbClr val="FF0000"/>
                </a:solidFill>
                <a:latin typeface="Times New Roman" panose="02020603050405020304" pitchFamily="18" charset="0"/>
                <a:cs typeface="Times New Roman" panose="02020603050405020304" pitchFamily="18" charset="0"/>
              </a:rPr>
              <a:t>Partitionnement</a:t>
            </a:r>
            <a:r>
              <a:rPr lang="fr-FR" sz="3200" b="1" dirty="0">
                <a:solidFill>
                  <a:srgbClr val="FF0000"/>
                </a:solidFill>
                <a:cs typeface="+mj-cs"/>
              </a:rPr>
              <a:t> </a:t>
            </a:r>
            <a:r>
              <a:rPr lang="fr-FR" sz="3200" b="1" dirty="0">
                <a:solidFill>
                  <a:srgbClr val="FF0000"/>
                </a:solidFill>
                <a:latin typeface="Times New Roman" panose="02020603050405020304" pitchFamily="18" charset="0"/>
                <a:cs typeface="Times New Roman" panose="02020603050405020304" pitchFamily="18" charset="0"/>
              </a:rPr>
              <a:t>d’un HDD</a:t>
            </a:r>
            <a:r>
              <a:rPr lang="ar-DZ" sz="4000" b="1" dirty="0" smtClean="0">
                <a:solidFill>
                  <a:srgbClr val="FF0000"/>
                </a:solidFill>
                <a:cs typeface="+mj-cs"/>
              </a:rPr>
              <a:t> :</a:t>
            </a:r>
            <a:endParaRPr lang="fr-FR" sz="40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قــرص صـلـب واحـــد </a:t>
            </a:r>
            <a:r>
              <a:rPr lang="fr-FR" sz="3000" b="1" dirty="0" smtClean="0">
                <a:solidFill>
                  <a:srgbClr val="0070C0"/>
                </a:solidFill>
                <a:cs typeface="+mj-cs"/>
              </a:rPr>
              <a:t>Hard </a:t>
            </a:r>
            <a:r>
              <a:rPr lang="fr-FR" sz="3000" b="1" dirty="0" err="1" smtClean="0">
                <a:solidFill>
                  <a:srgbClr val="0070C0"/>
                </a:solidFill>
                <a:cs typeface="+mj-cs"/>
              </a:rPr>
              <a:t>Disk</a:t>
            </a:r>
            <a:r>
              <a:rPr lang="fr-FR" sz="3000" b="1" dirty="0" smtClean="0">
                <a:solidFill>
                  <a:srgbClr val="0070C0"/>
                </a:solidFill>
                <a:cs typeface="+mj-cs"/>
              </a:rPr>
              <a:t>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HDD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عِـــدَّة أقــراص مـحـلـيـة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الـحــاســوب يــكــون غَــالِــبًــا مُـــزَوَّدًا بِــ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476539" y="4965444"/>
            <a:ext cx="3398168"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rmAutofit/>
          </a:bodyPr>
          <a:lstStyle/>
          <a:p>
            <a:pPr marL="0" indent="0" algn="ctr" rtl="1">
              <a:buNone/>
            </a:pPr>
            <a:r>
              <a:rPr lang="ar-DZ" b="1" dirty="0" smtClean="0">
                <a:solidFill>
                  <a:srgbClr val="0070C0"/>
                </a:solidFill>
              </a:rPr>
              <a:t>قــرص </a:t>
            </a:r>
            <a:r>
              <a:rPr lang="fr-FR" b="1" dirty="0" smtClean="0">
                <a:solidFill>
                  <a:srgbClr val="0070C0"/>
                </a:solidFill>
              </a:rPr>
              <a:t>………</a:t>
            </a:r>
            <a:endParaRPr lang="fr-FR" sz="3200" dirty="0">
              <a:cs typeface="+mj-cs"/>
            </a:endParaRPr>
          </a:p>
        </p:txBody>
      </p:sp>
      <p:sp>
        <p:nvSpPr>
          <p:cNvPr id="23" name="Espace réservé du contenu 21"/>
          <p:cNvSpPr txBox="1">
            <a:spLocks/>
          </p:cNvSpPr>
          <p:nvPr/>
        </p:nvSpPr>
        <p:spPr>
          <a:xfrm>
            <a:off x="1288185" y="4965444"/>
            <a:ext cx="3398168"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Font typeface="Arial" pitchFamily="34" charset="0"/>
              <a:buNone/>
            </a:pPr>
            <a:r>
              <a:rPr lang="ar-DZ" b="1" dirty="0" smtClean="0">
                <a:solidFill>
                  <a:srgbClr val="0070C0"/>
                </a:solidFill>
              </a:rPr>
              <a:t>أقــراص </a:t>
            </a:r>
            <a:r>
              <a:rPr lang="fr-FR" b="1" dirty="0" smtClean="0">
                <a:solidFill>
                  <a:srgbClr val="0070C0"/>
                </a:solidFill>
              </a:rPr>
              <a:t>…</a:t>
            </a:r>
            <a:r>
              <a:rPr lang="ar-DZ" b="1" dirty="0" smtClean="0">
                <a:solidFill>
                  <a:srgbClr val="0070C0"/>
                </a:solidFill>
              </a:rPr>
              <a:t>..</a:t>
            </a:r>
            <a:r>
              <a:rPr lang="fr-FR" b="1" dirty="0" smtClean="0">
                <a:solidFill>
                  <a:srgbClr val="0070C0"/>
                </a:solidFill>
              </a:rPr>
              <a:t>….</a:t>
            </a:r>
            <a:endParaRPr lang="fr-FR" dirty="0">
              <a:cs typeface="+mj-cs"/>
            </a:endParaRPr>
          </a:p>
        </p:txBody>
      </p:sp>
    </p:spTree>
    <p:extLst>
      <p:ext uri="{BB962C8B-B14F-4D97-AF65-F5344CB8AC3E}">
        <p14:creationId xmlns:p14="http://schemas.microsoft.com/office/powerpoint/2010/main" val="338600141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a:solidFill>
                  <a:srgbClr val="FF0000"/>
                </a:solidFill>
                <a:cs typeface="+mj-cs"/>
              </a:rPr>
              <a:t>3. </a:t>
            </a:r>
            <a:r>
              <a:rPr lang="ar-DZ" sz="4000" b="1" dirty="0" smtClean="0">
                <a:solidFill>
                  <a:srgbClr val="FF0000"/>
                </a:solidFill>
                <a:cs typeface="+mj-cs"/>
              </a:rPr>
              <a:t>تــقــســيــم الـقــرص الـصـلــب </a:t>
            </a:r>
            <a:r>
              <a:rPr lang="fr-FR" sz="3200" b="1" dirty="0">
                <a:solidFill>
                  <a:srgbClr val="FF0000"/>
                </a:solidFill>
                <a:latin typeface="Times New Roman" panose="02020603050405020304" pitchFamily="18" charset="0"/>
                <a:cs typeface="Times New Roman" panose="02020603050405020304" pitchFamily="18" charset="0"/>
              </a:rPr>
              <a:t>Partitionnement</a:t>
            </a:r>
            <a:r>
              <a:rPr lang="fr-FR" sz="3200" b="1" dirty="0">
                <a:solidFill>
                  <a:srgbClr val="FF0000"/>
                </a:solidFill>
                <a:cs typeface="+mj-cs"/>
              </a:rPr>
              <a:t> </a:t>
            </a:r>
            <a:r>
              <a:rPr lang="fr-FR" sz="3200" b="1" dirty="0">
                <a:solidFill>
                  <a:srgbClr val="FF0000"/>
                </a:solidFill>
                <a:latin typeface="Times New Roman" panose="02020603050405020304" pitchFamily="18" charset="0"/>
                <a:cs typeface="Times New Roman" panose="02020603050405020304" pitchFamily="18" charset="0"/>
              </a:rPr>
              <a:t>d’un HDD</a:t>
            </a:r>
            <a:r>
              <a:rPr lang="ar-DZ" sz="4000" b="1" dirty="0" smtClean="0">
                <a:solidFill>
                  <a:srgbClr val="FF0000"/>
                </a:solidFill>
                <a:cs typeface="+mj-cs"/>
              </a:rPr>
              <a:t> :</a:t>
            </a:r>
            <a:endParaRPr lang="fr-FR" sz="40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قــرص صـلـب واحـــد </a:t>
            </a:r>
            <a:r>
              <a:rPr lang="fr-FR" sz="3000" b="1" dirty="0" smtClean="0">
                <a:solidFill>
                  <a:srgbClr val="0070C0"/>
                </a:solidFill>
                <a:cs typeface="+mj-cs"/>
              </a:rPr>
              <a:t>Hard </a:t>
            </a:r>
            <a:r>
              <a:rPr lang="fr-FR" sz="3000" b="1" dirty="0" err="1" smtClean="0">
                <a:solidFill>
                  <a:srgbClr val="0070C0"/>
                </a:solidFill>
                <a:cs typeface="+mj-cs"/>
              </a:rPr>
              <a:t>Disk</a:t>
            </a:r>
            <a:r>
              <a:rPr lang="fr-FR" sz="3000" b="1" dirty="0" smtClean="0">
                <a:solidFill>
                  <a:srgbClr val="0070C0"/>
                </a:solidFill>
                <a:cs typeface="+mj-cs"/>
              </a:rPr>
              <a:t>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HDD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عِـــدَّة أقــراص مـحـلـيـة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الـحــاســوب يــكــون غَــالِــبًــا مُـــزَوَّدًا بِــ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476539" y="4965444"/>
            <a:ext cx="3398168"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rmAutofit/>
          </a:bodyPr>
          <a:lstStyle/>
          <a:p>
            <a:pPr marL="0" indent="0" algn="ctr" rtl="1">
              <a:buNone/>
            </a:pPr>
            <a:r>
              <a:rPr lang="ar-DZ" b="1" dirty="0" smtClean="0">
                <a:solidFill>
                  <a:srgbClr val="0070C0"/>
                </a:solidFill>
              </a:rPr>
              <a:t>قـــرص مــادي</a:t>
            </a:r>
            <a:endParaRPr lang="fr-FR" sz="3200" dirty="0">
              <a:cs typeface="+mj-cs"/>
            </a:endParaRPr>
          </a:p>
        </p:txBody>
      </p:sp>
      <p:sp>
        <p:nvSpPr>
          <p:cNvPr id="23" name="Espace réservé du contenu 21"/>
          <p:cNvSpPr txBox="1">
            <a:spLocks/>
          </p:cNvSpPr>
          <p:nvPr/>
        </p:nvSpPr>
        <p:spPr>
          <a:xfrm>
            <a:off x="1288185" y="4965444"/>
            <a:ext cx="3398168"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Font typeface="Arial" pitchFamily="34" charset="0"/>
              <a:buNone/>
            </a:pPr>
            <a:r>
              <a:rPr lang="ar-DZ" b="1" dirty="0" smtClean="0">
                <a:solidFill>
                  <a:srgbClr val="0070C0"/>
                </a:solidFill>
              </a:rPr>
              <a:t>أقــــــراص اِفـتـراضـيـة</a:t>
            </a:r>
            <a:endParaRPr lang="fr-FR" dirty="0">
              <a:cs typeface="+mj-cs"/>
            </a:endParaRPr>
          </a:p>
        </p:txBody>
      </p:sp>
    </p:spTree>
    <p:extLst>
      <p:ext uri="{BB962C8B-B14F-4D97-AF65-F5344CB8AC3E}">
        <p14:creationId xmlns:p14="http://schemas.microsoft.com/office/powerpoint/2010/main" val="5105255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75000"/>
              </a:lnSpc>
              <a:buNone/>
            </a:pPr>
            <a:endParaRPr lang="ar-DZ" sz="500" b="1" dirty="0" smtClean="0"/>
          </a:p>
          <a:p>
            <a:pPr marL="0" indent="0" algn="just" rtl="1">
              <a:lnSpc>
                <a:spcPct val="175000"/>
              </a:lnSpc>
              <a:buNone/>
            </a:pPr>
            <a:r>
              <a:rPr lang="ar-DZ" sz="4000" b="1" dirty="0" smtClean="0">
                <a:solidFill>
                  <a:srgbClr val="002060"/>
                </a:solidFill>
              </a:rPr>
              <a:t>تــقـــســــيــــم الــقــــرص الــصــلــب </a:t>
            </a:r>
            <a:r>
              <a:rPr lang="ar-DZ" sz="4000" b="1" dirty="0">
                <a:solidFill>
                  <a:srgbClr val="002060"/>
                </a:solidFill>
              </a:rPr>
              <a:t>هـــو </a:t>
            </a:r>
            <a:r>
              <a:rPr lang="ar-DZ" sz="4000" b="1" dirty="0" smtClean="0">
                <a:solidFill>
                  <a:srgbClr val="002060"/>
                </a:solidFill>
              </a:rPr>
              <a:t>إنــشـــــاء </a:t>
            </a:r>
            <a:r>
              <a:rPr lang="ar-DZ" sz="4000" baseline="-25000" dirty="0" smtClean="0">
                <a:solidFill>
                  <a:srgbClr val="002060"/>
                </a:solidFill>
              </a:rPr>
              <a:t>...</a:t>
            </a:r>
            <a:r>
              <a:rPr lang="fr-FR" sz="4000" baseline="-25000" dirty="0" smtClean="0">
                <a:solidFill>
                  <a:srgbClr val="002060"/>
                </a:solidFill>
              </a:rPr>
              <a:t>..................................................</a:t>
            </a:r>
            <a:r>
              <a:rPr lang="ar-DZ" sz="4000" baseline="-25000" dirty="0" smtClean="0">
                <a:solidFill>
                  <a:srgbClr val="002060"/>
                </a:solidFill>
              </a:rPr>
              <a:t>.............................................</a:t>
            </a:r>
            <a:r>
              <a:rPr lang="ar-DZ" sz="4000" b="1" dirty="0" smtClean="0">
                <a:solidFill>
                  <a:srgbClr val="002060"/>
                </a:solidFill>
              </a:rPr>
              <a:t> </a:t>
            </a:r>
            <a:r>
              <a:rPr lang="ar-DZ" sz="4000" b="1" dirty="0">
                <a:solidFill>
                  <a:srgbClr val="002060"/>
                </a:solidFill>
              </a:rPr>
              <a:t>للـقـــرص </a:t>
            </a:r>
            <a:r>
              <a:rPr lang="ar-DZ" sz="4000" b="1" dirty="0" smtClean="0">
                <a:solidFill>
                  <a:srgbClr val="002060"/>
                </a:solidFill>
              </a:rPr>
              <a:t>الـصــلــب</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fr-FR" b="1" dirty="0" smtClean="0">
                <a:solidFill>
                  <a:srgbClr val="00B050"/>
                </a:solidFill>
                <a:cs typeface="+mj-cs"/>
              </a:rPr>
              <a:t>3</a:t>
            </a:r>
            <a:r>
              <a:rPr lang="ar-DZ" b="1" dirty="0" smtClean="0">
                <a:solidFill>
                  <a:srgbClr val="00B050"/>
                </a:solidFill>
                <a:cs typeface="+mj-cs"/>
              </a:rPr>
              <a:t>.</a:t>
            </a:r>
            <a:r>
              <a:rPr lang="fr-FR" sz="3800" b="1" dirty="0" smtClean="0">
                <a:solidFill>
                  <a:srgbClr val="00B050"/>
                </a:solidFill>
                <a:cs typeface="+mj-cs"/>
              </a:rPr>
              <a:t>1</a:t>
            </a:r>
            <a:r>
              <a:rPr lang="ar-DZ" b="1" dirty="0" smtClean="0">
                <a:solidFill>
                  <a:srgbClr val="00B050"/>
                </a:solidFill>
                <a:cs typeface="+mj-cs"/>
              </a:rPr>
              <a:t> </a:t>
            </a:r>
            <a:r>
              <a:rPr lang="ar-DZ" sz="4800" b="1" dirty="0">
                <a:solidFill>
                  <a:srgbClr val="00B050"/>
                </a:solidFill>
                <a:cs typeface="+mj-cs"/>
              </a:rPr>
              <a:t>تــعــريــف تــقـــســـيـــم الـقـــرص الـصـلــب :</a:t>
            </a:r>
            <a:endParaRPr lang="fr-FR" sz="4800" i="1" dirty="0">
              <a:solidFill>
                <a:srgbClr val="00B050"/>
              </a:solidFill>
              <a:cs typeface="+mj-cs"/>
            </a:endParaRPr>
          </a:p>
        </p:txBody>
      </p:sp>
    </p:spTree>
    <p:extLst>
      <p:ext uri="{BB962C8B-B14F-4D97-AF65-F5344CB8AC3E}">
        <p14:creationId xmlns:p14="http://schemas.microsoft.com/office/powerpoint/2010/main" val="205899121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75000"/>
              </a:lnSpc>
              <a:buNone/>
            </a:pPr>
            <a:endParaRPr lang="ar-DZ" sz="500" b="1" dirty="0" smtClean="0"/>
          </a:p>
          <a:p>
            <a:pPr marL="0" indent="0" algn="just" rtl="1">
              <a:lnSpc>
                <a:spcPct val="175000"/>
              </a:lnSpc>
              <a:buNone/>
            </a:pPr>
            <a:r>
              <a:rPr lang="ar-DZ" sz="4000" b="1" dirty="0" smtClean="0">
                <a:solidFill>
                  <a:srgbClr val="002060"/>
                </a:solidFill>
              </a:rPr>
              <a:t>تــقـــســــيــــم الــقــــرص الــصــلــب </a:t>
            </a:r>
            <a:r>
              <a:rPr lang="ar-DZ" sz="4000" b="1" dirty="0">
                <a:solidFill>
                  <a:srgbClr val="002060"/>
                </a:solidFill>
              </a:rPr>
              <a:t>هـــو </a:t>
            </a:r>
            <a:r>
              <a:rPr lang="ar-DZ" sz="4000" b="1" dirty="0" smtClean="0">
                <a:solidFill>
                  <a:srgbClr val="002060"/>
                </a:solidFill>
              </a:rPr>
              <a:t>إنــشـــــاء </a:t>
            </a:r>
            <a:r>
              <a:rPr lang="ar-DZ" sz="4000" baseline="-25000" dirty="0" smtClean="0">
                <a:solidFill>
                  <a:srgbClr val="002060"/>
                </a:solidFill>
              </a:rPr>
              <a:t>...</a:t>
            </a:r>
            <a:r>
              <a:rPr lang="fr-FR" sz="4000" baseline="-25000" dirty="0" smtClean="0">
                <a:solidFill>
                  <a:srgbClr val="002060"/>
                </a:solidFill>
              </a:rPr>
              <a:t>..................................................</a:t>
            </a:r>
            <a:r>
              <a:rPr lang="ar-DZ" sz="4000" baseline="-25000" dirty="0" smtClean="0">
                <a:solidFill>
                  <a:srgbClr val="002060"/>
                </a:solidFill>
              </a:rPr>
              <a:t>.............................................</a:t>
            </a:r>
            <a:r>
              <a:rPr lang="ar-DZ" sz="4000" b="1" dirty="0" smtClean="0">
                <a:solidFill>
                  <a:srgbClr val="002060"/>
                </a:solidFill>
              </a:rPr>
              <a:t> </a:t>
            </a:r>
            <a:r>
              <a:rPr lang="ar-DZ" sz="4000" b="1" dirty="0">
                <a:solidFill>
                  <a:srgbClr val="002060"/>
                </a:solidFill>
              </a:rPr>
              <a:t>للـقـــرص </a:t>
            </a:r>
            <a:r>
              <a:rPr lang="ar-DZ" sz="4000" b="1" dirty="0" smtClean="0">
                <a:solidFill>
                  <a:srgbClr val="002060"/>
                </a:solidFill>
              </a:rPr>
              <a:t>الـصــلــب</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fr-FR" b="1" dirty="0" smtClean="0">
                <a:solidFill>
                  <a:srgbClr val="00B050"/>
                </a:solidFill>
                <a:cs typeface="+mj-cs"/>
              </a:rPr>
              <a:t>3</a:t>
            </a:r>
            <a:r>
              <a:rPr lang="ar-DZ" b="1" dirty="0" smtClean="0">
                <a:solidFill>
                  <a:srgbClr val="00B050"/>
                </a:solidFill>
                <a:cs typeface="+mj-cs"/>
              </a:rPr>
              <a:t>.</a:t>
            </a:r>
            <a:r>
              <a:rPr lang="fr-FR" sz="3800" b="1" dirty="0" smtClean="0">
                <a:solidFill>
                  <a:srgbClr val="00B050"/>
                </a:solidFill>
                <a:cs typeface="+mj-cs"/>
              </a:rPr>
              <a:t>1</a:t>
            </a:r>
            <a:r>
              <a:rPr lang="ar-DZ" b="1" dirty="0" smtClean="0">
                <a:solidFill>
                  <a:srgbClr val="00B050"/>
                </a:solidFill>
                <a:cs typeface="+mj-cs"/>
              </a:rPr>
              <a:t> </a:t>
            </a:r>
            <a:r>
              <a:rPr lang="ar-DZ" sz="4800" b="1" dirty="0">
                <a:solidFill>
                  <a:srgbClr val="00B050"/>
                </a:solidFill>
                <a:cs typeface="+mj-cs"/>
              </a:rPr>
              <a:t>تــعــريــف تــقـــســـيـــم الـقـــرص الـصـلــب :</a:t>
            </a:r>
            <a:endParaRPr lang="fr-FR" sz="4800" i="1" dirty="0">
              <a:solidFill>
                <a:srgbClr val="00B050"/>
              </a:solidFill>
              <a:cs typeface="+mj-cs"/>
            </a:endParaRPr>
          </a:p>
        </p:txBody>
      </p:sp>
      <p:sp>
        <p:nvSpPr>
          <p:cNvPr id="6" name="Rectangle 5"/>
          <p:cNvSpPr/>
          <p:nvPr/>
        </p:nvSpPr>
        <p:spPr>
          <a:xfrm>
            <a:off x="2597320" y="3691802"/>
            <a:ext cx="8695629"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err="1" smtClean="0">
                <a:solidFill>
                  <a:srgbClr val="0070C0"/>
                </a:solidFill>
                <a:cs typeface="+mj-cs"/>
              </a:rPr>
              <a:t>تَــجْـــزِئَــــات</a:t>
            </a:r>
            <a:r>
              <a:rPr lang="ar-DZ" sz="4000" b="1" dirty="0" smtClean="0">
                <a:solidFill>
                  <a:srgbClr val="0070C0"/>
                </a:solidFill>
                <a:cs typeface="+mj-cs"/>
              </a:rPr>
              <a:t> اِفْـــتِـــرَاضِـــيَـــة   </a:t>
            </a:r>
            <a:r>
              <a:rPr lang="fr-FR" sz="4000" b="1" dirty="0" smtClean="0">
                <a:solidFill>
                  <a:srgbClr val="0070C0"/>
                </a:solidFill>
                <a:cs typeface="+mj-cs"/>
              </a:rPr>
              <a:t>Partitions</a:t>
            </a:r>
            <a:endParaRPr lang="fr-FR" sz="4000" b="1" dirty="0">
              <a:solidFill>
                <a:srgbClr val="0070C0"/>
              </a:solidFill>
              <a:cs typeface="+mj-cs"/>
            </a:endParaRPr>
          </a:p>
        </p:txBody>
      </p:sp>
    </p:spTree>
    <p:extLst>
      <p:ext uri="{BB962C8B-B14F-4D97-AF65-F5344CB8AC3E}">
        <p14:creationId xmlns:p14="http://schemas.microsoft.com/office/powerpoint/2010/main" val="178936575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FF0000"/>
                </a:solidFill>
              </a:rPr>
              <a:t>3. تــقــســيــم الـقــرص الـصـلــب </a:t>
            </a:r>
            <a:r>
              <a:rPr lang="fr-FR" sz="2800" b="1" dirty="0">
                <a:solidFill>
                  <a:srgbClr val="FF0000"/>
                </a:solidFill>
                <a:latin typeface="Times New Roman" panose="02020603050405020304" pitchFamily="18" charset="0"/>
                <a:cs typeface="Times New Roman" panose="02020603050405020304" pitchFamily="18" charset="0"/>
              </a:rPr>
              <a:t>Partitionnement</a:t>
            </a:r>
            <a:r>
              <a:rPr lang="fr-FR" sz="2800" b="1" dirty="0">
                <a:solidFill>
                  <a:srgbClr val="FF0000"/>
                </a:solidFill>
              </a:rPr>
              <a:t> </a:t>
            </a:r>
            <a:r>
              <a:rPr lang="fr-FR" sz="2800" b="1" dirty="0">
                <a:solidFill>
                  <a:srgbClr val="FF0000"/>
                </a:solidFill>
                <a:latin typeface="Times New Roman" panose="02020603050405020304" pitchFamily="18" charset="0"/>
                <a:cs typeface="Times New Roman" panose="02020603050405020304" pitchFamily="18" charset="0"/>
              </a:rPr>
              <a:t>d’un HDD</a:t>
            </a:r>
            <a:r>
              <a:rPr lang="ar-DZ" sz="3600" b="1" dirty="0">
                <a:solidFill>
                  <a:srgbClr val="FF0000"/>
                </a:solidFill>
              </a:rPr>
              <a:t>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800" b="1" dirty="0" smtClean="0">
                <a:cs typeface="+mj-cs"/>
              </a:rPr>
              <a:t>اِمْــلَأْ </a:t>
            </a:r>
            <a:r>
              <a:rPr lang="ar-DZ" sz="4800" b="1" dirty="0">
                <a:cs typeface="+mj-cs"/>
              </a:rPr>
              <a:t>الـفَــرَاغَـــات بـالـمــعــلــومــات الـمــنــاســبــة </a:t>
            </a:r>
            <a:r>
              <a:rPr lang="ar-DZ" sz="4800" b="1" dirty="0" smtClean="0">
                <a:cs typeface="+mj-cs"/>
              </a:rPr>
              <a:t>وذلــك لـتـحــديـــد </a:t>
            </a:r>
            <a:r>
              <a:rPr lang="ar-DZ" sz="4800" b="1" dirty="0">
                <a:cs typeface="+mj-cs"/>
              </a:rPr>
              <a:t>مَــزَايـــا " تـقــســيــم الـقــرص الـصـلـب </a:t>
            </a:r>
            <a:r>
              <a:rPr lang="ar-DZ" sz="4800" b="1" dirty="0" smtClean="0">
                <a:cs typeface="+mj-cs"/>
              </a:rPr>
              <a:t>"</a:t>
            </a:r>
            <a:endParaRPr lang="ar-DZ"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3800" b="1" u="sng" dirty="0" smtClean="0">
                <a:solidFill>
                  <a:srgbClr val="00B050"/>
                </a:solidFill>
                <a:cs typeface="+mj-cs"/>
              </a:rPr>
              <a:t>نَــشَــاط 4</a:t>
            </a:r>
            <a:r>
              <a:rPr lang="ar-DZ" sz="3800" b="1" dirty="0" smtClean="0">
                <a:solidFill>
                  <a:srgbClr val="00B050"/>
                </a:solidFill>
                <a:cs typeface="+mj-cs"/>
              </a:rPr>
              <a:t> </a:t>
            </a:r>
            <a:r>
              <a:rPr lang="ar-DZ" sz="3800" b="1" dirty="0">
                <a:solidFill>
                  <a:srgbClr val="00B050"/>
                </a:solidFill>
                <a:cs typeface="+mj-cs"/>
              </a:rPr>
              <a:t>: </a:t>
            </a:r>
            <a:r>
              <a:rPr lang="ar-DZ" sz="3800" b="1" dirty="0" smtClean="0">
                <a:solidFill>
                  <a:srgbClr val="00B050"/>
                </a:solidFill>
                <a:cs typeface="+mj-cs"/>
              </a:rPr>
              <a:t>( 2.3 - مــــزَايــــا </a:t>
            </a:r>
            <a:r>
              <a:rPr lang="ar-DZ" sz="3800" b="1" dirty="0">
                <a:solidFill>
                  <a:srgbClr val="00B050"/>
                </a:solidFill>
                <a:cs typeface="+mj-cs"/>
              </a:rPr>
              <a:t>تــقـــســـيـــم الـقـــرص </a:t>
            </a:r>
            <a:r>
              <a:rPr lang="ar-DZ" sz="3800" b="1" dirty="0" smtClean="0">
                <a:solidFill>
                  <a:srgbClr val="00B050"/>
                </a:solidFill>
                <a:cs typeface="+mj-cs"/>
              </a:rPr>
              <a:t>الـصـلــب ) </a:t>
            </a:r>
            <a:endParaRPr lang="fr-FR" sz="3800" i="1" dirty="0">
              <a:solidFill>
                <a:srgbClr val="00B050"/>
              </a:solidFill>
              <a:cs typeface="+mj-cs"/>
            </a:endParaRPr>
          </a:p>
        </p:txBody>
      </p:sp>
    </p:spTree>
    <p:extLst>
      <p:ext uri="{BB962C8B-B14F-4D97-AF65-F5344CB8AC3E}">
        <p14:creationId xmlns:p14="http://schemas.microsoft.com/office/powerpoint/2010/main" val="186560038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750" fill="hold"/>
                                        <p:tgtEl>
                                          <p:spTgt spid="3">
                                            <p:bg/>
                                          </p:spTgt>
                                        </p:tgtEl>
                                        <p:attrNameLst>
                                          <p:attrName>ppt_w</p:attrName>
                                        </p:attrNameLst>
                                      </p:cBhvr>
                                      <p:tavLst>
                                        <p:tav tm="0">
                                          <p:val>
                                            <p:fltVal val="0"/>
                                          </p:val>
                                        </p:tav>
                                        <p:tav tm="100000">
                                          <p:val>
                                            <p:strVal val="#ppt_w"/>
                                          </p:val>
                                        </p:tav>
                                      </p:tavLst>
                                    </p:anim>
                                    <p:anim calcmode="lin" valueType="num">
                                      <p:cBhvr>
                                        <p:cTn id="22" dur="750" fill="hold"/>
                                        <p:tgtEl>
                                          <p:spTgt spid="3">
                                            <p:bg/>
                                          </p:spTgt>
                                        </p:tgtEl>
                                        <p:attrNameLst>
                                          <p:attrName>ppt_h</p:attrName>
                                        </p:attrNameLst>
                                      </p:cBhvr>
                                      <p:tavLst>
                                        <p:tav tm="0">
                                          <p:val>
                                            <p:fltVal val="0"/>
                                          </p:val>
                                        </p:tav>
                                        <p:tav tm="100000">
                                          <p:val>
                                            <p:strVal val="#ppt_h"/>
                                          </p:val>
                                        </p:tav>
                                      </p:tavLst>
                                    </p:anim>
                                    <p:anim calcmode="lin" valueType="num">
                                      <p:cBhvr>
                                        <p:cTn id="23" dur="750" fill="hold"/>
                                        <p:tgtEl>
                                          <p:spTgt spid="3">
                                            <p:bg/>
                                          </p:spTgt>
                                        </p:tgtEl>
                                        <p:attrNameLst>
                                          <p:attrName>style.rotation</p:attrName>
                                        </p:attrNameLst>
                                      </p:cBhvr>
                                      <p:tavLst>
                                        <p:tav tm="0">
                                          <p:val>
                                            <p:fltVal val="90"/>
                                          </p:val>
                                        </p:tav>
                                        <p:tav tm="100000">
                                          <p:val>
                                            <p:fltVal val="0"/>
                                          </p:val>
                                        </p:tav>
                                      </p:tavLst>
                                    </p:anim>
                                    <p:animEffect transition="in" filter="fade">
                                      <p:cBhvr>
                                        <p:cTn id="24" dur="75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7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u="sng" dirty="0" smtClean="0">
                <a:solidFill>
                  <a:srgbClr val="FF0000"/>
                </a:solidFill>
                <a:cs typeface="+mj-cs"/>
              </a:rPr>
              <a:t>ســؤال</a:t>
            </a:r>
            <a:r>
              <a:rPr lang="ar-DZ" sz="3600" b="1" dirty="0" smtClean="0">
                <a:solidFill>
                  <a:srgbClr val="FF0000"/>
                </a:solidFill>
                <a:cs typeface="+mj-cs"/>
              </a:rPr>
              <a:t> : كـيـف يُـؤَثِـرُ تَــلَـفُ </a:t>
            </a:r>
            <a:r>
              <a:rPr lang="ar-DZ" sz="3600" b="1" dirty="0" smtClean="0">
                <a:solidFill>
                  <a:srgbClr val="FF0000"/>
                </a:solidFill>
              </a:rPr>
              <a:t>نــظـام الـتـشـغــيـل عـلـى مـلـفـات الـجـهـاز؟</a:t>
            </a:r>
            <a:endParaRPr lang="fr-FR" sz="36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تـجــزئــة واحــدة فـقـط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C:\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عِــــدَّة </a:t>
            </a:r>
            <a:r>
              <a:rPr lang="ar-DZ" sz="3600" b="1" dirty="0" err="1" smtClean="0">
                <a:solidFill>
                  <a:srgbClr val="00B050"/>
                </a:solidFill>
                <a:cs typeface="+mj-cs"/>
              </a:rPr>
              <a:t>تــجـــزئـــــات</a:t>
            </a:r>
            <a:r>
              <a:rPr lang="ar-DZ" sz="3600" b="1" dirty="0" smtClean="0">
                <a:solidFill>
                  <a:srgbClr val="00B050"/>
                </a:solidFill>
                <a:cs typeface="+mj-cs"/>
              </a:rPr>
              <a:t>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الـقــرص الـصــلــب في الـحــاســوب قــد يَـضُـمُّ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2700" b="1" dirty="0" smtClean="0">
                <a:solidFill>
                  <a:srgbClr val="0070C0"/>
                </a:solidFill>
                <a:cs typeface="+mj-cs"/>
              </a:rPr>
              <a:t>.....................</a:t>
            </a:r>
            <a:endParaRPr lang="fr-FR" sz="2700" dirty="0">
              <a:cs typeface="+mj-cs"/>
            </a:endParaRPr>
          </a:p>
        </p:txBody>
      </p:sp>
      <p:sp>
        <p:nvSpPr>
          <p:cNvPr id="23"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2700" b="1" dirty="0" smtClean="0">
                <a:solidFill>
                  <a:srgbClr val="0070C0"/>
                </a:solidFill>
                <a:cs typeface="+mj-cs"/>
              </a:rPr>
              <a:t>.......................</a:t>
            </a:r>
            <a:endParaRPr lang="fr-FR" sz="2700" dirty="0">
              <a:cs typeface="+mj-cs"/>
            </a:endParaRPr>
          </a:p>
        </p:txBody>
      </p:sp>
    </p:spTree>
    <p:extLst>
      <p:ext uri="{BB962C8B-B14F-4D97-AF65-F5344CB8AC3E}">
        <p14:creationId xmlns:p14="http://schemas.microsoft.com/office/powerpoint/2010/main" val="230988721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u="sng" dirty="0" smtClean="0">
                <a:solidFill>
                  <a:srgbClr val="FF0000"/>
                </a:solidFill>
                <a:cs typeface="+mj-cs"/>
              </a:rPr>
              <a:t>ســؤال</a:t>
            </a:r>
            <a:r>
              <a:rPr lang="ar-DZ" sz="3600" b="1" dirty="0" smtClean="0">
                <a:solidFill>
                  <a:srgbClr val="FF0000"/>
                </a:solidFill>
                <a:cs typeface="+mj-cs"/>
              </a:rPr>
              <a:t> : كـيـف يُـؤَثِـرُ تَــلَـفُ </a:t>
            </a:r>
            <a:r>
              <a:rPr lang="ar-DZ" sz="3600" b="1" dirty="0" smtClean="0">
                <a:solidFill>
                  <a:srgbClr val="FF0000"/>
                </a:solidFill>
              </a:rPr>
              <a:t>نــظـام الـتـشـغــيـل عـلـى مـلـفـات الـجـهـاز؟</a:t>
            </a:r>
            <a:endParaRPr lang="fr-FR" sz="36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تـجــزئــة واحــدة فـقـط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C:\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عِــــدَّة </a:t>
            </a:r>
            <a:r>
              <a:rPr lang="ar-DZ" sz="3600" b="1" dirty="0" err="1" smtClean="0">
                <a:solidFill>
                  <a:srgbClr val="00B050"/>
                </a:solidFill>
                <a:cs typeface="+mj-cs"/>
              </a:rPr>
              <a:t>تــجـــزئـــــات</a:t>
            </a:r>
            <a:r>
              <a:rPr lang="ar-DZ" sz="3600" b="1" dirty="0" smtClean="0">
                <a:solidFill>
                  <a:srgbClr val="00B050"/>
                </a:solidFill>
                <a:cs typeface="+mj-cs"/>
              </a:rPr>
              <a:t>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الـقــرص الـصــلــب في الـحــاســوب قــد يَـضُـمُّ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2700" b="1" dirty="0" smtClean="0">
                <a:solidFill>
                  <a:srgbClr val="0070C0"/>
                </a:solidFill>
                <a:cs typeface="+mj-cs"/>
              </a:rPr>
              <a:t>ضـيـاع الـمـلـفـات عـنـد تـلـف الـنـظـام</a:t>
            </a:r>
            <a:endParaRPr lang="fr-FR" sz="2700" dirty="0">
              <a:cs typeface="+mj-cs"/>
            </a:endParaRPr>
          </a:p>
        </p:txBody>
      </p:sp>
      <p:sp>
        <p:nvSpPr>
          <p:cNvPr id="11"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2700" b="1" dirty="0" smtClean="0">
                <a:solidFill>
                  <a:srgbClr val="0070C0"/>
                </a:solidFill>
                <a:cs typeface="+mj-cs"/>
              </a:rPr>
              <a:t>.......................</a:t>
            </a:r>
            <a:endParaRPr lang="fr-FR" sz="2700" dirty="0">
              <a:cs typeface="+mj-cs"/>
            </a:endParaRPr>
          </a:p>
        </p:txBody>
      </p:sp>
    </p:spTree>
    <p:extLst>
      <p:ext uri="{BB962C8B-B14F-4D97-AF65-F5344CB8AC3E}">
        <p14:creationId xmlns:p14="http://schemas.microsoft.com/office/powerpoint/2010/main" val="138904392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circle(in)">
                                      <p:cBhvr>
                                        <p:cTn id="56"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1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u="sng" dirty="0" smtClean="0">
                <a:solidFill>
                  <a:srgbClr val="FF0000"/>
                </a:solidFill>
                <a:cs typeface="+mj-cs"/>
              </a:rPr>
              <a:t>ســؤال</a:t>
            </a:r>
            <a:r>
              <a:rPr lang="ar-DZ" sz="3600" b="1" dirty="0" smtClean="0">
                <a:solidFill>
                  <a:srgbClr val="FF0000"/>
                </a:solidFill>
                <a:cs typeface="+mj-cs"/>
              </a:rPr>
              <a:t> : كـيـف يُـؤَثِـرُ تَــلَـفُ </a:t>
            </a:r>
            <a:r>
              <a:rPr lang="ar-DZ" sz="3600" b="1" dirty="0" smtClean="0">
                <a:solidFill>
                  <a:srgbClr val="FF0000"/>
                </a:solidFill>
              </a:rPr>
              <a:t>نــظـام الـتـشـغــيـل عـلـى مـلـفـات الـجـهـاز؟</a:t>
            </a:r>
            <a:endParaRPr lang="fr-FR" sz="36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تـجــزئــة واحــدة فـقـط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C:\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عِــــدَّة </a:t>
            </a:r>
            <a:r>
              <a:rPr lang="ar-DZ" sz="3600" b="1" dirty="0" err="1" smtClean="0">
                <a:solidFill>
                  <a:srgbClr val="00B050"/>
                </a:solidFill>
                <a:cs typeface="+mj-cs"/>
              </a:rPr>
              <a:t>تــجـــزئـــــات</a:t>
            </a:r>
            <a:r>
              <a:rPr lang="ar-DZ" sz="3600" b="1" dirty="0" smtClean="0">
                <a:solidFill>
                  <a:srgbClr val="00B050"/>
                </a:solidFill>
                <a:cs typeface="+mj-cs"/>
              </a:rPr>
              <a:t>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الـقــرص الـصــلــب في الـحــاســوب قــد يَـضُـمُّ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2700" b="1" dirty="0" smtClean="0">
                <a:solidFill>
                  <a:srgbClr val="0070C0"/>
                </a:solidFill>
                <a:cs typeface="+mj-cs"/>
              </a:rPr>
              <a:t>ضـيـاع الـمـلـفـات عـنـد تـلـف الـنـظـام</a:t>
            </a:r>
            <a:endParaRPr lang="fr-FR" sz="2700" dirty="0">
              <a:cs typeface="+mj-cs"/>
            </a:endParaRPr>
          </a:p>
        </p:txBody>
      </p:sp>
      <p:sp>
        <p:nvSpPr>
          <p:cNvPr id="23"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Font typeface="Arial" pitchFamily="34" charset="0"/>
              <a:buNone/>
            </a:pPr>
            <a:r>
              <a:rPr lang="ar-DZ" sz="2700" b="1" dirty="0" smtClean="0">
                <a:solidFill>
                  <a:srgbClr val="0070C0"/>
                </a:solidFill>
                <a:cs typeface="+mj-cs"/>
              </a:rPr>
              <a:t>يـسـاهــم فـي الـحـفـاظ عـلـى الـمـلـفـات</a:t>
            </a:r>
            <a:endParaRPr lang="fr-FR" sz="2700" dirty="0">
              <a:cs typeface="+mj-cs"/>
            </a:endParaRPr>
          </a:p>
        </p:txBody>
      </p:sp>
    </p:spTree>
    <p:extLst>
      <p:ext uri="{BB962C8B-B14F-4D97-AF65-F5344CB8AC3E}">
        <p14:creationId xmlns:p14="http://schemas.microsoft.com/office/powerpoint/2010/main" val="416991266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smtClean="0">
                <a:solidFill>
                  <a:srgbClr val="00B050"/>
                </a:solidFill>
                <a:cs typeface="+mj-cs"/>
              </a:rPr>
              <a:t> </a:t>
            </a:r>
            <a:r>
              <a:rPr lang="ar-SA" sz="4000" b="1" u="sng" dirty="0" smtClean="0">
                <a:solidFill>
                  <a:srgbClr val="FF0000"/>
                </a:solidFill>
                <a:cs typeface="+mj-cs"/>
              </a:rPr>
              <a:t>أتـذكـر</a:t>
            </a:r>
            <a:r>
              <a:rPr lang="ar-DZ" sz="4000" b="1" dirty="0" smtClean="0">
                <a:solidFill>
                  <a:srgbClr val="FF0000"/>
                </a:solidFill>
                <a:cs typeface="+mj-cs"/>
              </a:rPr>
              <a:t> : </a:t>
            </a:r>
            <a:r>
              <a:rPr lang="ar-DZ" sz="4000" b="1" dirty="0" smtClean="0">
                <a:solidFill>
                  <a:srgbClr val="00B050"/>
                </a:solidFill>
                <a:cs typeface="+mj-cs"/>
              </a:rPr>
              <a:t>( </a:t>
            </a:r>
            <a:r>
              <a:rPr lang="ar-DZ" sz="4000" b="1" u="sng" dirty="0" smtClean="0">
                <a:solidFill>
                  <a:srgbClr val="00B050"/>
                </a:solidFill>
                <a:cs typeface="+mj-cs"/>
              </a:rPr>
              <a:t>نَــشَــاط </a:t>
            </a:r>
            <a:r>
              <a:rPr lang="ar-DZ" sz="4000" b="1" u="sng" dirty="0">
                <a:solidFill>
                  <a:srgbClr val="00B050"/>
                </a:solidFill>
                <a:cs typeface="+mj-cs"/>
              </a:rPr>
              <a:t>4</a:t>
            </a:r>
            <a:r>
              <a:rPr lang="ar-DZ" sz="4000" b="1" dirty="0">
                <a:solidFill>
                  <a:srgbClr val="00B050"/>
                </a:solidFill>
                <a:cs typeface="+mj-cs"/>
              </a:rPr>
              <a:t> </a:t>
            </a:r>
            <a:r>
              <a:rPr lang="ar-DZ" sz="4000" b="1" dirty="0" smtClean="0">
                <a:solidFill>
                  <a:srgbClr val="00B050"/>
                </a:solidFill>
                <a:cs typeface="+mj-cs"/>
              </a:rPr>
              <a:t>- مــزَايــا تــقــســـيــم الـقــرص </a:t>
            </a:r>
            <a:r>
              <a:rPr lang="ar-DZ" sz="4000" b="1" dirty="0">
                <a:solidFill>
                  <a:srgbClr val="00B050"/>
                </a:solidFill>
                <a:cs typeface="+mj-cs"/>
              </a:rPr>
              <a:t>الـصـلــب ) </a:t>
            </a:r>
            <a:endParaRPr lang="fr-FR" sz="40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Espace réservé du contenu 2"/>
          <p:cNvSpPr txBox="1">
            <a:spLocks/>
          </p:cNvSpPr>
          <p:nvPr/>
        </p:nvSpPr>
        <p:spPr>
          <a:xfrm>
            <a:off x="625350" y="1412776"/>
            <a:ext cx="10814992" cy="4140000"/>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4000" b="1" dirty="0" smtClean="0">
                <a:solidFill>
                  <a:srgbClr val="002060"/>
                </a:solidFill>
                <a:cs typeface="+mj-cs"/>
              </a:rPr>
              <a:t> ─</a:t>
            </a:r>
            <a:r>
              <a:rPr lang="ar-DZ" sz="4000" b="1" dirty="0">
                <a:solidFill>
                  <a:srgbClr val="002060"/>
                </a:solidFill>
                <a:cs typeface="+mj-cs"/>
              </a:rPr>
              <a:t>	</a:t>
            </a:r>
            <a:r>
              <a:rPr lang="ar-DZ" sz="4000" b="1" dirty="0" smtClean="0">
                <a:solidFill>
                  <a:srgbClr val="002060"/>
                </a:solidFill>
                <a:cs typeface="+mj-cs"/>
              </a:rPr>
              <a:t>حـــمـــايـــة </a:t>
            </a:r>
            <a:r>
              <a:rPr lang="ar-DZ" sz="4000" baseline="-25000" dirty="0" smtClean="0">
                <a:solidFill>
                  <a:srgbClr val="002060"/>
                </a:solidFill>
                <a:cs typeface="+mj-cs"/>
              </a:rPr>
              <a:t>..................................</a:t>
            </a:r>
            <a:r>
              <a:rPr lang="ar-DZ" sz="4000" b="1" dirty="0" smtClean="0">
                <a:solidFill>
                  <a:srgbClr val="002060"/>
                </a:solidFill>
                <a:cs typeface="+mj-cs"/>
              </a:rPr>
              <a:t> مـن</a:t>
            </a:r>
            <a:r>
              <a:rPr lang="ar-DZ" sz="2000" b="1" dirty="0" smtClean="0">
                <a:solidFill>
                  <a:srgbClr val="002060"/>
                </a:solidFill>
                <a:cs typeface="+mj-cs"/>
              </a:rPr>
              <a:t> </a:t>
            </a:r>
            <a:r>
              <a:rPr lang="ar-DZ" sz="4000" baseline="-25000" dirty="0" smtClean="0">
                <a:solidFill>
                  <a:srgbClr val="002060"/>
                </a:solidFill>
                <a:cs typeface="+mj-cs"/>
              </a:rPr>
              <a:t>.................................</a:t>
            </a:r>
            <a:r>
              <a:rPr lang="ar-DZ" sz="4000" b="1" dirty="0" smtClean="0">
                <a:solidFill>
                  <a:srgbClr val="002060"/>
                </a:solidFill>
                <a:cs typeface="+mj-cs"/>
              </a:rPr>
              <a:t> عــنــد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نــظــام الـتــشــغــيــل وذلـك </a:t>
            </a:r>
            <a:r>
              <a:rPr lang="ar-DZ" sz="4000" b="1" dirty="0" smtClean="0">
                <a:solidFill>
                  <a:srgbClr val="002060"/>
                </a:solidFill>
                <a:cs typeface="+mj-cs"/>
              </a:rPr>
              <a:t>بـ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a:t>
            </a:r>
            <a:r>
              <a:rPr lang="ar-DZ" sz="4000" baseline="-25000" dirty="0" smtClean="0">
                <a:solidFill>
                  <a:srgbClr val="002060"/>
                </a:solidFill>
                <a:cs typeface="+mj-cs"/>
              </a:rPr>
              <a:t>............................................................  </a:t>
            </a:r>
            <a:r>
              <a:rPr lang="ar-DZ" sz="4000" b="1" dirty="0" smtClean="0">
                <a:solidFill>
                  <a:srgbClr val="002060"/>
                </a:solidFill>
                <a:cs typeface="+mj-cs"/>
              </a:rPr>
              <a:t>عــن تـجــزئــة  </a:t>
            </a:r>
            <a:r>
              <a:rPr lang="ar-DZ" sz="4000" baseline="-25000" dirty="0" smtClean="0">
                <a:solidFill>
                  <a:srgbClr val="002060"/>
                </a:solidFill>
                <a:cs typeface="+mj-cs"/>
              </a:rPr>
              <a:t>................................</a:t>
            </a:r>
            <a:r>
              <a:rPr lang="ar-DZ" sz="4000" b="1" dirty="0" smtClean="0">
                <a:solidFill>
                  <a:srgbClr val="002060"/>
                </a:solidFill>
                <a:cs typeface="+mj-cs"/>
              </a:rPr>
              <a:t> </a:t>
            </a:r>
            <a:endParaRPr lang="fr-FR" sz="4000" b="1" dirty="0">
              <a:solidFill>
                <a:srgbClr val="002060"/>
              </a:solidFill>
              <a:cs typeface="+mj-cs"/>
            </a:endParaRPr>
          </a:p>
        </p:txBody>
      </p:sp>
    </p:spTree>
    <p:extLst>
      <p:ext uri="{BB962C8B-B14F-4D97-AF65-F5344CB8AC3E}">
        <p14:creationId xmlns:p14="http://schemas.microsoft.com/office/powerpoint/2010/main" val="2865491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smtClean="0">
                <a:solidFill>
                  <a:srgbClr val="00B050"/>
                </a:solidFill>
                <a:cs typeface="+mj-cs"/>
              </a:rPr>
              <a:t> </a:t>
            </a:r>
            <a:r>
              <a:rPr lang="ar-SA" sz="4000" b="1" u="sng" dirty="0" smtClean="0">
                <a:solidFill>
                  <a:srgbClr val="FF0000"/>
                </a:solidFill>
                <a:cs typeface="+mj-cs"/>
              </a:rPr>
              <a:t>أتـذكـر</a:t>
            </a:r>
            <a:r>
              <a:rPr lang="ar-DZ" sz="4000" b="1" dirty="0" smtClean="0">
                <a:solidFill>
                  <a:srgbClr val="FF0000"/>
                </a:solidFill>
                <a:cs typeface="+mj-cs"/>
              </a:rPr>
              <a:t> : </a:t>
            </a:r>
            <a:r>
              <a:rPr lang="ar-DZ" sz="4000" b="1" dirty="0" smtClean="0">
                <a:solidFill>
                  <a:srgbClr val="00B050"/>
                </a:solidFill>
                <a:cs typeface="+mj-cs"/>
              </a:rPr>
              <a:t>( </a:t>
            </a:r>
            <a:r>
              <a:rPr lang="ar-DZ" sz="4000" b="1" u="sng" dirty="0" smtClean="0">
                <a:solidFill>
                  <a:srgbClr val="00B050"/>
                </a:solidFill>
                <a:cs typeface="+mj-cs"/>
              </a:rPr>
              <a:t>نَــشَــاط </a:t>
            </a:r>
            <a:r>
              <a:rPr lang="ar-DZ" sz="4000" b="1" u="sng" dirty="0">
                <a:solidFill>
                  <a:srgbClr val="00B050"/>
                </a:solidFill>
                <a:cs typeface="+mj-cs"/>
              </a:rPr>
              <a:t>4</a:t>
            </a:r>
            <a:r>
              <a:rPr lang="ar-DZ" sz="4000" b="1" dirty="0">
                <a:solidFill>
                  <a:srgbClr val="00B050"/>
                </a:solidFill>
                <a:cs typeface="+mj-cs"/>
              </a:rPr>
              <a:t> </a:t>
            </a:r>
            <a:r>
              <a:rPr lang="ar-DZ" sz="4000" b="1" dirty="0" smtClean="0">
                <a:solidFill>
                  <a:srgbClr val="00B050"/>
                </a:solidFill>
                <a:cs typeface="+mj-cs"/>
              </a:rPr>
              <a:t>- مــزَايــا تــقــســـيــم الـقــرص </a:t>
            </a:r>
            <a:r>
              <a:rPr lang="ar-DZ" sz="4000" b="1" dirty="0">
                <a:solidFill>
                  <a:srgbClr val="00B050"/>
                </a:solidFill>
                <a:cs typeface="+mj-cs"/>
              </a:rPr>
              <a:t>الـصـلــب ) </a:t>
            </a:r>
            <a:endParaRPr lang="fr-FR" sz="40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Espace réservé du contenu 2"/>
          <p:cNvSpPr txBox="1">
            <a:spLocks/>
          </p:cNvSpPr>
          <p:nvPr/>
        </p:nvSpPr>
        <p:spPr>
          <a:xfrm>
            <a:off x="625350" y="1412776"/>
            <a:ext cx="10814992" cy="4140000"/>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4000" b="1" dirty="0" smtClean="0">
                <a:solidFill>
                  <a:srgbClr val="002060"/>
                </a:solidFill>
                <a:cs typeface="+mj-cs"/>
              </a:rPr>
              <a:t> ─</a:t>
            </a:r>
            <a:r>
              <a:rPr lang="ar-DZ" sz="4000" b="1" dirty="0">
                <a:solidFill>
                  <a:srgbClr val="002060"/>
                </a:solidFill>
                <a:cs typeface="+mj-cs"/>
              </a:rPr>
              <a:t>	</a:t>
            </a:r>
            <a:r>
              <a:rPr lang="ar-DZ" sz="4000" b="1" dirty="0" smtClean="0">
                <a:solidFill>
                  <a:srgbClr val="002060"/>
                </a:solidFill>
                <a:cs typeface="+mj-cs"/>
              </a:rPr>
              <a:t>حـــمـــايـــة </a:t>
            </a:r>
            <a:r>
              <a:rPr lang="ar-DZ" sz="4000" baseline="-25000" dirty="0" smtClean="0">
                <a:solidFill>
                  <a:srgbClr val="002060"/>
                </a:solidFill>
                <a:cs typeface="+mj-cs"/>
              </a:rPr>
              <a:t>..................................</a:t>
            </a:r>
            <a:r>
              <a:rPr lang="ar-DZ" sz="4000" b="1" dirty="0" smtClean="0">
                <a:solidFill>
                  <a:srgbClr val="002060"/>
                </a:solidFill>
                <a:cs typeface="+mj-cs"/>
              </a:rPr>
              <a:t> مـن</a:t>
            </a:r>
            <a:r>
              <a:rPr lang="ar-DZ" sz="2000" b="1" dirty="0" smtClean="0">
                <a:solidFill>
                  <a:srgbClr val="002060"/>
                </a:solidFill>
                <a:cs typeface="+mj-cs"/>
              </a:rPr>
              <a:t> </a:t>
            </a:r>
            <a:r>
              <a:rPr lang="ar-DZ" sz="4000" baseline="-25000" dirty="0" smtClean="0">
                <a:solidFill>
                  <a:srgbClr val="002060"/>
                </a:solidFill>
                <a:cs typeface="+mj-cs"/>
              </a:rPr>
              <a:t>.................................</a:t>
            </a:r>
            <a:r>
              <a:rPr lang="ar-DZ" sz="4000" b="1" dirty="0" smtClean="0">
                <a:solidFill>
                  <a:srgbClr val="002060"/>
                </a:solidFill>
                <a:cs typeface="+mj-cs"/>
              </a:rPr>
              <a:t> عــنــد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نــظــام الـتــشــغــيــل وذلـك </a:t>
            </a:r>
            <a:r>
              <a:rPr lang="ar-DZ" sz="4000" b="1" dirty="0" smtClean="0">
                <a:solidFill>
                  <a:srgbClr val="002060"/>
                </a:solidFill>
                <a:cs typeface="+mj-cs"/>
              </a:rPr>
              <a:t>بـ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a:t>
            </a:r>
            <a:r>
              <a:rPr lang="ar-DZ" sz="4000" baseline="-25000" dirty="0" smtClean="0">
                <a:solidFill>
                  <a:srgbClr val="002060"/>
                </a:solidFill>
                <a:cs typeface="+mj-cs"/>
              </a:rPr>
              <a:t>............................................................  </a:t>
            </a:r>
            <a:r>
              <a:rPr lang="ar-DZ" sz="4000" b="1" dirty="0" smtClean="0">
                <a:solidFill>
                  <a:srgbClr val="002060"/>
                </a:solidFill>
                <a:cs typeface="+mj-cs"/>
              </a:rPr>
              <a:t>عــن تـجــزئــة  </a:t>
            </a:r>
            <a:r>
              <a:rPr lang="ar-DZ" sz="4000" baseline="-25000" dirty="0" smtClean="0">
                <a:solidFill>
                  <a:srgbClr val="002060"/>
                </a:solidFill>
                <a:cs typeface="+mj-cs"/>
              </a:rPr>
              <a:t>................................</a:t>
            </a:r>
            <a:r>
              <a:rPr lang="ar-DZ" sz="4000" b="1" dirty="0" smtClean="0">
                <a:solidFill>
                  <a:srgbClr val="002060"/>
                </a:solidFill>
                <a:cs typeface="+mj-cs"/>
              </a:rPr>
              <a:t> </a:t>
            </a:r>
            <a:endParaRPr lang="fr-FR" sz="4000" b="1" dirty="0">
              <a:solidFill>
                <a:srgbClr val="002060"/>
              </a:solidFill>
              <a:cs typeface="+mj-cs"/>
            </a:endParaRPr>
          </a:p>
        </p:txBody>
      </p:sp>
      <p:sp>
        <p:nvSpPr>
          <p:cNvPr id="7" name="Rectangle 6"/>
          <p:cNvSpPr/>
          <p:nvPr/>
        </p:nvSpPr>
        <p:spPr>
          <a:xfrm>
            <a:off x="5585984" y="1814559"/>
            <a:ext cx="27565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الـمــلــفــات</a:t>
            </a:r>
            <a:endParaRPr lang="fr-FR" sz="4400" b="1" dirty="0">
              <a:solidFill>
                <a:srgbClr val="0070C0"/>
              </a:solidFill>
              <a:cs typeface="+mj-cs"/>
            </a:endParaRPr>
          </a:p>
        </p:txBody>
      </p:sp>
      <p:sp>
        <p:nvSpPr>
          <p:cNvPr id="8" name="Rectangle 7"/>
          <p:cNvSpPr/>
          <p:nvPr/>
        </p:nvSpPr>
        <p:spPr>
          <a:xfrm>
            <a:off x="1968377" y="1814559"/>
            <a:ext cx="266029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الـضــيــاع</a:t>
            </a:r>
            <a:endParaRPr lang="fr-FR" sz="4400" b="1" dirty="0">
              <a:solidFill>
                <a:srgbClr val="0070C0"/>
              </a:solidFill>
              <a:cs typeface="+mj-cs"/>
            </a:endParaRPr>
          </a:p>
        </p:txBody>
      </p:sp>
      <p:sp>
        <p:nvSpPr>
          <p:cNvPr id="9" name="Rectangle 8"/>
          <p:cNvSpPr/>
          <p:nvPr/>
        </p:nvSpPr>
        <p:spPr>
          <a:xfrm>
            <a:off x="9711256" y="2894679"/>
            <a:ext cx="153239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تَــلَــفِ</a:t>
            </a:r>
            <a:endParaRPr lang="fr-FR" sz="4400" b="1" dirty="0">
              <a:solidFill>
                <a:srgbClr val="0070C0"/>
              </a:solidFill>
              <a:cs typeface="+mj-cs"/>
            </a:endParaRPr>
          </a:p>
        </p:txBody>
      </p:sp>
    </p:spTree>
    <p:extLst>
      <p:ext uri="{BB962C8B-B14F-4D97-AF65-F5344CB8AC3E}">
        <p14:creationId xmlns:p14="http://schemas.microsoft.com/office/powerpoint/2010/main" val="303720154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p:cTn id="45" dur="1000" fill="hold"/>
                                        <p:tgtEl>
                                          <p:spTgt spid="9"/>
                                        </p:tgtEl>
                                        <p:attrNameLst>
                                          <p:attrName>ppt_w</p:attrName>
                                        </p:attrNameLst>
                                      </p:cBhvr>
                                      <p:tavLst>
                                        <p:tav tm="0">
                                          <p:val>
                                            <p:fltVal val="0"/>
                                          </p:val>
                                        </p:tav>
                                        <p:tav tm="100000">
                                          <p:val>
                                            <p:strVal val="#ppt_w"/>
                                          </p:val>
                                        </p:tav>
                                      </p:tavLst>
                                    </p:anim>
                                    <p:anim calcmode="lin" valueType="num">
                                      <p:cBhvr>
                                        <p:cTn id="46" dur="1000" fill="hold"/>
                                        <p:tgtEl>
                                          <p:spTgt spid="9"/>
                                        </p:tgtEl>
                                        <p:attrNameLst>
                                          <p:attrName>ppt_h</p:attrName>
                                        </p:attrNameLst>
                                      </p:cBhvr>
                                      <p:tavLst>
                                        <p:tav tm="0">
                                          <p:val>
                                            <p:fltVal val="0"/>
                                          </p:val>
                                        </p:tav>
                                        <p:tav tm="100000">
                                          <p:val>
                                            <p:strVal val="#ppt_h"/>
                                          </p:val>
                                        </p:tav>
                                      </p:tavLst>
                                    </p:anim>
                                    <p:anim calcmode="lin" valueType="num">
                                      <p:cBhvr>
                                        <p:cTn id="47" dur="1000" fill="hold"/>
                                        <p:tgtEl>
                                          <p:spTgt spid="9"/>
                                        </p:tgtEl>
                                        <p:attrNameLst>
                                          <p:attrName>style.rotation</p:attrName>
                                        </p:attrNameLst>
                                      </p:cBhvr>
                                      <p:tavLst>
                                        <p:tav tm="0">
                                          <p:val>
                                            <p:fltVal val="90"/>
                                          </p:val>
                                        </p:tav>
                                        <p:tav tm="100000">
                                          <p:val>
                                            <p:fltVal val="0"/>
                                          </p:val>
                                        </p:tav>
                                      </p:tavLst>
                                    </p:anim>
                                    <p:animEffect transition="in" filter="fade">
                                      <p:cBhvr>
                                        <p:cTn id="48"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P spid="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smtClean="0">
                <a:solidFill>
                  <a:srgbClr val="00B050"/>
                </a:solidFill>
                <a:cs typeface="+mj-cs"/>
              </a:rPr>
              <a:t> </a:t>
            </a:r>
            <a:r>
              <a:rPr lang="ar-SA" sz="4000" b="1" u="sng" dirty="0" smtClean="0">
                <a:solidFill>
                  <a:srgbClr val="FF0000"/>
                </a:solidFill>
                <a:cs typeface="+mj-cs"/>
              </a:rPr>
              <a:t>أتـذكـر</a:t>
            </a:r>
            <a:r>
              <a:rPr lang="ar-DZ" sz="4000" b="1" dirty="0" smtClean="0">
                <a:solidFill>
                  <a:srgbClr val="FF0000"/>
                </a:solidFill>
                <a:cs typeface="+mj-cs"/>
              </a:rPr>
              <a:t> : </a:t>
            </a:r>
            <a:r>
              <a:rPr lang="ar-DZ" sz="4000" b="1" dirty="0" smtClean="0">
                <a:solidFill>
                  <a:srgbClr val="00B050"/>
                </a:solidFill>
                <a:cs typeface="+mj-cs"/>
              </a:rPr>
              <a:t>( </a:t>
            </a:r>
            <a:r>
              <a:rPr lang="ar-DZ" sz="4000" b="1" u="sng" dirty="0" smtClean="0">
                <a:solidFill>
                  <a:srgbClr val="00B050"/>
                </a:solidFill>
                <a:cs typeface="+mj-cs"/>
              </a:rPr>
              <a:t>نَــشَــاط </a:t>
            </a:r>
            <a:r>
              <a:rPr lang="ar-DZ" sz="4000" b="1" u="sng" dirty="0">
                <a:solidFill>
                  <a:srgbClr val="00B050"/>
                </a:solidFill>
                <a:cs typeface="+mj-cs"/>
              </a:rPr>
              <a:t>4</a:t>
            </a:r>
            <a:r>
              <a:rPr lang="ar-DZ" sz="4000" b="1" dirty="0">
                <a:solidFill>
                  <a:srgbClr val="00B050"/>
                </a:solidFill>
                <a:cs typeface="+mj-cs"/>
              </a:rPr>
              <a:t> </a:t>
            </a:r>
            <a:r>
              <a:rPr lang="ar-DZ" sz="4000" b="1" dirty="0" smtClean="0">
                <a:solidFill>
                  <a:srgbClr val="00B050"/>
                </a:solidFill>
                <a:cs typeface="+mj-cs"/>
              </a:rPr>
              <a:t>- مــزَايــا تــقــســـيــم الـقــرص </a:t>
            </a:r>
            <a:r>
              <a:rPr lang="ar-DZ" sz="4000" b="1" dirty="0">
                <a:solidFill>
                  <a:srgbClr val="00B050"/>
                </a:solidFill>
                <a:cs typeface="+mj-cs"/>
              </a:rPr>
              <a:t>الـصـلــب ) </a:t>
            </a:r>
            <a:endParaRPr lang="fr-FR" sz="40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Espace réservé du contenu 2"/>
          <p:cNvSpPr txBox="1">
            <a:spLocks/>
          </p:cNvSpPr>
          <p:nvPr/>
        </p:nvSpPr>
        <p:spPr>
          <a:xfrm>
            <a:off x="625350" y="1412776"/>
            <a:ext cx="10814992" cy="4140000"/>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4000" b="1" dirty="0" smtClean="0">
                <a:solidFill>
                  <a:srgbClr val="002060"/>
                </a:solidFill>
                <a:cs typeface="+mj-cs"/>
              </a:rPr>
              <a:t> ─</a:t>
            </a:r>
            <a:r>
              <a:rPr lang="ar-DZ" sz="4000" b="1" dirty="0">
                <a:solidFill>
                  <a:srgbClr val="002060"/>
                </a:solidFill>
                <a:cs typeface="+mj-cs"/>
              </a:rPr>
              <a:t>	</a:t>
            </a:r>
            <a:r>
              <a:rPr lang="ar-DZ" sz="4000" b="1" dirty="0" smtClean="0">
                <a:solidFill>
                  <a:srgbClr val="002060"/>
                </a:solidFill>
                <a:cs typeface="+mj-cs"/>
              </a:rPr>
              <a:t>حـــمـــايـــة </a:t>
            </a:r>
            <a:r>
              <a:rPr lang="ar-DZ" sz="4000" baseline="-25000" dirty="0" smtClean="0">
                <a:solidFill>
                  <a:srgbClr val="002060"/>
                </a:solidFill>
                <a:cs typeface="+mj-cs"/>
              </a:rPr>
              <a:t>..................................</a:t>
            </a:r>
            <a:r>
              <a:rPr lang="ar-DZ" sz="4000" b="1" dirty="0" smtClean="0">
                <a:solidFill>
                  <a:srgbClr val="002060"/>
                </a:solidFill>
                <a:cs typeface="+mj-cs"/>
              </a:rPr>
              <a:t> مـن</a:t>
            </a:r>
            <a:r>
              <a:rPr lang="ar-DZ" sz="2000" b="1" dirty="0" smtClean="0">
                <a:solidFill>
                  <a:srgbClr val="002060"/>
                </a:solidFill>
                <a:cs typeface="+mj-cs"/>
              </a:rPr>
              <a:t> </a:t>
            </a:r>
            <a:r>
              <a:rPr lang="ar-DZ" sz="4000" baseline="-25000" dirty="0" smtClean="0">
                <a:solidFill>
                  <a:srgbClr val="002060"/>
                </a:solidFill>
                <a:cs typeface="+mj-cs"/>
              </a:rPr>
              <a:t>.................................</a:t>
            </a:r>
            <a:r>
              <a:rPr lang="ar-DZ" sz="4000" b="1" dirty="0" smtClean="0">
                <a:solidFill>
                  <a:srgbClr val="002060"/>
                </a:solidFill>
                <a:cs typeface="+mj-cs"/>
              </a:rPr>
              <a:t> عــنــد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نــظــام الـتــشــغــيــل وذلـك </a:t>
            </a:r>
            <a:r>
              <a:rPr lang="ar-DZ" sz="4000" b="1" dirty="0" smtClean="0">
                <a:solidFill>
                  <a:srgbClr val="002060"/>
                </a:solidFill>
                <a:cs typeface="+mj-cs"/>
              </a:rPr>
              <a:t>بـ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a:t>
            </a:r>
            <a:r>
              <a:rPr lang="ar-DZ" sz="4000" baseline="-25000" dirty="0" smtClean="0">
                <a:solidFill>
                  <a:srgbClr val="002060"/>
                </a:solidFill>
                <a:cs typeface="+mj-cs"/>
              </a:rPr>
              <a:t>............................................................  </a:t>
            </a:r>
            <a:r>
              <a:rPr lang="ar-DZ" sz="4000" b="1" dirty="0" smtClean="0">
                <a:solidFill>
                  <a:srgbClr val="002060"/>
                </a:solidFill>
                <a:cs typeface="+mj-cs"/>
              </a:rPr>
              <a:t>عــن تـجــزئــة  </a:t>
            </a:r>
            <a:r>
              <a:rPr lang="ar-DZ" sz="4000" baseline="-25000" dirty="0" smtClean="0">
                <a:solidFill>
                  <a:srgbClr val="002060"/>
                </a:solidFill>
                <a:cs typeface="+mj-cs"/>
              </a:rPr>
              <a:t>................................</a:t>
            </a:r>
            <a:r>
              <a:rPr lang="ar-DZ" sz="4000" b="1" dirty="0" smtClean="0">
                <a:solidFill>
                  <a:srgbClr val="002060"/>
                </a:solidFill>
                <a:cs typeface="+mj-cs"/>
              </a:rPr>
              <a:t> </a:t>
            </a:r>
            <a:endParaRPr lang="fr-FR" sz="4000" b="1" dirty="0">
              <a:solidFill>
                <a:srgbClr val="002060"/>
              </a:solidFill>
              <a:cs typeface="+mj-cs"/>
            </a:endParaRPr>
          </a:p>
        </p:txBody>
      </p:sp>
      <p:sp>
        <p:nvSpPr>
          <p:cNvPr id="7" name="Rectangle 6"/>
          <p:cNvSpPr/>
          <p:nvPr/>
        </p:nvSpPr>
        <p:spPr>
          <a:xfrm>
            <a:off x="5585984" y="1814559"/>
            <a:ext cx="27565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الـمــلــفــات</a:t>
            </a:r>
            <a:endParaRPr lang="fr-FR" sz="4400" b="1" dirty="0">
              <a:solidFill>
                <a:srgbClr val="0070C0"/>
              </a:solidFill>
              <a:cs typeface="+mj-cs"/>
            </a:endParaRPr>
          </a:p>
        </p:txBody>
      </p:sp>
      <p:sp>
        <p:nvSpPr>
          <p:cNvPr id="8" name="Rectangle 7"/>
          <p:cNvSpPr/>
          <p:nvPr/>
        </p:nvSpPr>
        <p:spPr>
          <a:xfrm>
            <a:off x="1968377" y="1814559"/>
            <a:ext cx="266029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الـضــيــاع</a:t>
            </a:r>
            <a:endParaRPr lang="fr-FR" sz="4400" b="1" dirty="0">
              <a:solidFill>
                <a:srgbClr val="0070C0"/>
              </a:solidFill>
              <a:cs typeface="+mj-cs"/>
            </a:endParaRPr>
          </a:p>
        </p:txBody>
      </p:sp>
      <p:sp>
        <p:nvSpPr>
          <p:cNvPr id="9" name="Rectangle 8"/>
          <p:cNvSpPr/>
          <p:nvPr/>
        </p:nvSpPr>
        <p:spPr>
          <a:xfrm>
            <a:off x="9711256" y="2894679"/>
            <a:ext cx="153239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تَــلَــفِ</a:t>
            </a:r>
            <a:endParaRPr lang="fr-FR" sz="4400" b="1" dirty="0">
              <a:solidFill>
                <a:srgbClr val="0070C0"/>
              </a:solidFill>
              <a:cs typeface="+mj-cs"/>
            </a:endParaRPr>
          </a:p>
        </p:txBody>
      </p:sp>
      <p:sp>
        <p:nvSpPr>
          <p:cNvPr id="10" name="Rectangle 9"/>
          <p:cNvSpPr/>
          <p:nvPr/>
        </p:nvSpPr>
        <p:spPr>
          <a:xfrm>
            <a:off x="1631504" y="2894111"/>
            <a:ext cx="1964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حــفـظـهـا</a:t>
            </a:r>
            <a:endParaRPr lang="fr-FR" sz="4400" b="1" dirty="0">
              <a:solidFill>
                <a:srgbClr val="0070C0"/>
              </a:solidFill>
              <a:cs typeface="+mj-cs"/>
            </a:endParaRPr>
          </a:p>
        </p:txBody>
      </p:sp>
      <p:sp>
        <p:nvSpPr>
          <p:cNvPr id="11" name="Rectangle 10"/>
          <p:cNvSpPr/>
          <p:nvPr/>
        </p:nvSpPr>
        <p:spPr>
          <a:xfrm>
            <a:off x="6404260" y="3960653"/>
            <a:ext cx="483939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err="1" smtClean="0">
                <a:solidFill>
                  <a:srgbClr val="0070C0"/>
                </a:solidFill>
                <a:cs typeface="+mj-cs"/>
              </a:rPr>
              <a:t>تــجــزئــات</a:t>
            </a:r>
            <a:r>
              <a:rPr lang="ar-DZ" sz="4400" b="1" dirty="0" smtClean="0">
                <a:solidFill>
                  <a:srgbClr val="0070C0"/>
                </a:solidFill>
                <a:cs typeface="+mj-cs"/>
              </a:rPr>
              <a:t> مــخــتــلــفــة</a:t>
            </a:r>
            <a:endParaRPr lang="fr-FR" sz="4400" b="1" dirty="0">
              <a:solidFill>
                <a:srgbClr val="0070C0"/>
              </a:solidFill>
              <a:cs typeface="+mj-cs"/>
            </a:endParaRPr>
          </a:p>
        </p:txBody>
      </p:sp>
      <p:sp>
        <p:nvSpPr>
          <p:cNvPr id="12" name="Rectangle 11"/>
          <p:cNvSpPr/>
          <p:nvPr/>
        </p:nvSpPr>
        <p:spPr>
          <a:xfrm>
            <a:off x="1037132" y="3967500"/>
            <a:ext cx="230425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الـنــظـــام</a:t>
            </a:r>
            <a:endParaRPr lang="fr-FR" sz="4400" b="1" dirty="0">
              <a:solidFill>
                <a:srgbClr val="0070C0"/>
              </a:solidFill>
              <a:cs typeface="+mj-cs"/>
            </a:endParaRPr>
          </a:p>
        </p:txBody>
      </p:sp>
    </p:spTree>
    <p:extLst>
      <p:ext uri="{BB962C8B-B14F-4D97-AF65-F5344CB8AC3E}">
        <p14:creationId xmlns:p14="http://schemas.microsoft.com/office/powerpoint/2010/main" val="140835817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p:cTn id="45" dur="1000" fill="hold"/>
                                        <p:tgtEl>
                                          <p:spTgt spid="9"/>
                                        </p:tgtEl>
                                        <p:attrNameLst>
                                          <p:attrName>ppt_w</p:attrName>
                                        </p:attrNameLst>
                                      </p:cBhvr>
                                      <p:tavLst>
                                        <p:tav tm="0">
                                          <p:val>
                                            <p:fltVal val="0"/>
                                          </p:val>
                                        </p:tav>
                                        <p:tav tm="100000">
                                          <p:val>
                                            <p:strVal val="#ppt_w"/>
                                          </p:val>
                                        </p:tav>
                                      </p:tavLst>
                                    </p:anim>
                                    <p:anim calcmode="lin" valueType="num">
                                      <p:cBhvr>
                                        <p:cTn id="46" dur="1000" fill="hold"/>
                                        <p:tgtEl>
                                          <p:spTgt spid="9"/>
                                        </p:tgtEl>
                                        <p:attrNameLst>
                                          <p:attrName>ppt_h</p:attrName>
                                        </p:attrNameLst>
                                      </p:cBhvr>
                                      <p:tavLst>
                                        <p:tav tm="0">
                                          <p:val>
                                            <p:fltVal val="0"/>
                                          </p:val>
                                        </p:tav>
                                        <p:tav tm="100000">
                                          <p:val>
                                            <p:strVal val="#ppt_h"/>
                                          </p:val>
                                        </p:tav>
                                      </p:tavLst>
                                    </p:anim>
                                    <p:anim calcmode="lin" valueType="num">
                                      <p:cBhvr>
                                        <p:cTn id="47" dur="1000" fill="hold"/>
                                        <p:tgtEl>
                                          <p:spTgt spid="9"/>
                                        </p:tgtEl>
                                        <p:attrNameLst>
                                          <p:attrName>style.rotation</p:attrName>
                                        </p:attrNameLst>
                                      </p:cBhvr>
                                      <p:tavLst>
                                        <p:tav tm="0">
                                          <p:val>
                                            <p:fltVal val="90"/>
                                          </p:val>
                                        </p:tav>
                                        <p:tav tm="100000">
                                          <p:val>
                                            <p:fltVal val="0"/>
                                          </p:val>
                                        </p:tav>
                                      </p:tavLst>
                                    </p:anim>
                                    <p:animEffect transition="in" filter="fade">
                                      <p:cBhvr>
                                        <p:cTn id="48" dur="10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1000" fill="hold"/>
                                        <p:tgtEl>
                                          <p:spTgt spid="10"/>
                                        </p:tgtEl>
                                        <p:attrNameLst>
                                          <p:attrName>ppt_w</p:attrName>
                                        </p:attrNameLst>
                                      </p:cBhvr>
                                      <p:tavLst>
                                        <p:tav tm="0">
                                          <p:val>
                                            <p:fltVal val="0"/>
                                          </p:val>
                                        </p:tav>
                                        <p:tav tm="100000">
                                          <p:val>
                                            <p:strVal val="#ppt_w"/>
                                          </p:val>
                                        </p:tav>
                                      </p:tavLst>
                                    </p:anim>
                                    <p:anim calcmode="lin" valueType="num">
                                      <p:cBhvr>
                                        <p:cTn id="54" dur="1000" fill="hold"/>
                                        <p:tgtEl>
                                          <p:spTgt spid="10"/>
                                        </p:tgtEl>
                                        <p:attrNameLst>
                                          <p:attrName>ppt_h</p:attrName>
                                        </p:attrNameLst>
                                      </p:cBhvr>
                                      <p:tavLst>
                                        <p:tav tm="0">
                                          <p:val>
                                            <p:fltVal val="0"/>
                                          </p:val>
                                        </p:tav>
                                        <p:tav tm="100000">
                                          <p:val>
                                            <p:strVal val="#ppt_h"/>
                                          </p:val>
                                        </p:tav>
                                      </p:tavLst>
                                    </p:anim>
                                    <p:anim calcmode="lin" valueType="num">
                                      <p:cBhvr>
                                        <p:cTn id="55" dur="1000" fill="hold"/>
                                        <p:tgtEl>
                                          <p:spTgt spid="10"/>
                                        </p:tgtEl>
                                        <p:attrNameLst>
                                          <p:attrName>style.rotation</p:attrName>
                                        </p:attrNameLst>
                                      </p:cBhvr>
                                      <p:tavLst>
                                        <p:tav tm="0">
                                          <p:val>
                                            <p:fltVal val="90"/>
                                          </p:val>
                                        </p:tav>
                                        <p:tav tm="100000">
                                          <p:val>
                                            <p:fltVal val="0"/>
                                          </p:val>
                                        </p:tav>
                                      </p:tavLst>
                                    </p:anim>
                                    <p:animEffect transition="in" filter="fade">
                                      <p:cBhvr>
                                        <p:cTn id="56" dur="1000"/>
                                        <p:tgtEl>
                                          <p:spTgt spid="10"/>
                                        </p:tgtEl>
                                      </p:cBhvr>
                                    </p:animEffect>
                                  </p:childTnLst>
                                </p:cTn>
                              </p:par>
                            </p:childTnLst>
                          </p:cTn>
                        </p:par>
                      </p:childTnLst>
                    </p:cTn>
                  </p:par>
                  <p:par>
                    <p:cTn id="57" fill="hold">
                      <p:stCondLst>
                        <p:cond delay="indefinite"/>
                      </p:stCondLst>
                      <p:childTnLst>
                        <p:par>
                          <p:cTn id="58" fill="hold">
                            <p:stCondLst>
                              <p:cond delay="0"/>
                            </p:stCondLst>
                            <p:childTnLst>
                              <p:par>
                                <p:cTn id="59" presetID="31" presetClass="entr" presetSubtype="0"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anim calcmode="lin" valueType="num">
                                      <p:cBhvr>
                                        <p:cTn id="61" dur="1000" fill="hold"/>
                                        <p:tgtEl>
                                          <p:spTgt spid="11"/>
                                        </p:tgtEl>
                                        <p:attrNameLst>
                                          <p:attrName>ppt_w</p:attrName>
                                        </p:attrNameLst>
                                      </p:cBhvr>
                                      <p:tavLst>
                                        <p:tav tm="0">
                                          <p:val>
                                            <p:fltVal val="0"/>
                                          </p:val>
                                        </p:tav>
                                        <p:tav tm="100000">
                                          <p:val>
                                            <p:strVal val="#ppt_w"/>
                                          </p:val>
                                        </p:tav>
                                      </p:tavLst>
                                    </p:anim>
                                    <p:anim calcmode="lin" valueType="num">
                                      <p:cBhvr>
                                        <p:cTn id="62" dur="1000" fill="hold"/>
                                        <p:tgtEl>
                                          <p:spTgt spid="11"/>
                                        </p:tgtEl>
                                        <p:attrNameLst>
                                          <p:attrName>ppt_h</p:attrName>
                                        </p:attrNameLst>
                                      </p:cBhvr>
                                      <p:tavLst>
                                        <p:tav tm="0">
                                          <p:val>
                                            <p:fltVal val="0"/>
                                          </p:val>
                                        </p:tav>
                                        <p:tav tm="100000">
                                          <p:val>
                                            <p:strVal val="#ppt_h"/>
                                          </p:val>
                                        </p:tav>
                                      </p:tavLst>
                                    </p:anim>
                                    <p:anim calcmode="lin" valueType="num">
                                      <p:cBhvr>
                                        <p:cTn id="63" dur="1000" fill="hold"/>
                                        <p:tgtEl>
                                          <p:spTgt spid="11"/>
                                        </p:tgtEl>
                                        <p:attrNameLst>
                                          <p:attrName>style.rotation</p:attrName>
                                        </p:attrNameLst>
                                      </p:cBhvr>
                                      <p:tavLst>
                                        <p:tav tm="0">
                                          <p:val>
                                            <p:fltVal val="90"/>
                                          </p:val>
                                        </p:tav>
                                        <p:tav tm="100000">
                                          <p:val>
                                            <p:fltVal val="0"/>
                                          </p:val>
                                        </p:tav>
                                      </p:tavLst>
                                    </p:anim>
                                    <p:animEffect transition="in" filter="fade">
                                      <p:cBhvr>
                                        <p:cTn id="64" dur="1000"/>
                                        <p:tgtEl>
                                          <p:spTgt spid="11"/>
                                        </p:tgtEl>
                                      </p:cBhvr>
                                    </p:animEffect>
                                  </p:childTnLst>
                                </p:cTn>
                              </p:par>
                            </p:childTnLst>
                          </p:cTn>
                        </p:par>
                      </p:childTnLst>
                    </p:cTn>
                  </p:par>
                  <p:par>
                    <p:cTn id="65" fill="hold">
                      <p:stCondLst>
                        <p:cond delay="indefinite"/>
                      </p:stCondLst>
                      <p:childTnLst>
                        <p:par>
                          <p:cTn id="66" fill="hold">
                            <p:stCondLst>
                              <p:cond delay="0"/>
                            </p:stCondLst>
                            <p:childTnLst>
                              <p:par>
                                <p:cTn id="67" presetID="31" presetClass="entr" presetSubtype="0" fill="hold" grpId="0" nodeType="clickEffect">
                                  <p:stCondLst>
                                    <p:cond delay="0"/>
                                  </p:stCondLst>
                                  <p:childTnLst>
                                    <p:set>
                                      <p:cBhvr>
                                        <p:cTn id="68" dur="1" fill="hold">
                                          <p:stCondLst>
                                            <p:cond delay="0"/>
                                          </p:stCondLst>
                                        </p:cTn>
                                        <p:tgtEl>
                                          <p:spTgt spid="12"/>
                                        </p:tgtEl>
                                        <p:attrNameLst>
                                          <p:attrName>style.visibility</p:attrName>
                                        </p:attrNameLst>
                                      </p:cBhvr>
                                      <p:to>
                                        <p:strVal val="visible"/>
                                      </p:to>
                                    </p:set>
                                    <p:anim calcmode="lin" valueType="num">
                                      <p:cBhvr>
                                        <p:cTn id="69" dur="1000" fill="hold"/>
                                        <p:tgtEl>
                                          <p:spTgt spid="12"/>
                                        </p:tgtEl>
                                        <p:attrNameLst>
                                          <p:attrName>ppt_w</p:attrName>
                                        </p:attrNameLst>
                                      </p:cBhvr>
                                      <p:tavLst>
                                        <p:tav tm="0">
                                          <p:val>
                                            <p:fltVal val="0"/>
                                          </p:val>
                                        </p:tav>
                                        <p:tav tm="100000">
                                          <p:val>
                                            <p:strVal val="#ppt_w"/>
                                          </p:val>
                                        </p:tav>
                                      </p:tavLst>
                                    </p:anim>
                                    <p:anim calcmode="lin" valueType="num">
                                      <p:cBhvr>
                                        <p:cTn id="70" dur="1000" fill="hold"/>
                                        <p:tgtEl>
                                          <p:spTgt spid="12"/>
                                        </p:tgtEl>
                                        <p:attrNameLst>
                                          <p:attrName>ppt_h</p:attrName>
                                        </p:attrNameLst>
                                      </p:cBhvr>
                                      <p:tavLst>
                                        <p:tav tm="0">
                                          <p:val>
                                            <p:fltVal val="0"/>
                                          </p:val>
                                        </p:tav>
                                        <p:tav tm="100000">
                                          <p:val>
                                            <p:strVal val="#ppt_h"/>
                                          </p:val>
                                        </p:tav>
                                      </p:tavLst>
                                    </p:anim>
                                    <p:anim calcmode="lin" valueType="num">
                                      <p:cBhvr>
                                        <p:cTn id="71" dur="1000" fill="hold"/>
                                        <p:tgtEl>
                                          <p:spTgt spid="12"/>
                                        </p:tgtEl>
                                        <p:attrNameLst>
                                          <p:attrName>style.rotation</p:attrName>
                                        </p:attrNameLst>
                                      </p:cBhvr>
                                      <p:tavLst>
                                        <p:tav tm="0">
                                          <p:val>
                                            <p:fltVal val="90"/>
                                          </p:val>
                                        </p:tav>
                                        <p:tav tm="100000">
                                          <p:val>
                                            <p:fltVal val="0"/>
                                          </p:val>
                                        </p:tav>
                                      </p:tavLst>
                                    </p:anim>
                                    <p:animEffect transition="in" filter="fade">
                                      <p:cBhvr>
                                        <p:cTn id="7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P spid="9" grpId="0" animBg="1"/>
      <p:bldP spid="10" grpId="0" animBg="1"/>
      <p:bldP spid="11" grpId="0" animBg="1"/>
      <p:bldP spid="1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smtClean="0">
                <a:solidFill>
                  <a:srgbClr val="FF0000"/>
                </a:solidFill>
                <a:cs typeface="+mj-cs"/>
              </a:rPr>
              <a:t>ســؤال</a:t>
            </a:r>
            <a:r>
              <a:rPr lang="ar-DZ" sz="3400" b="1" dirty="0" smtClean="0">
                <a:solidFill>
                  <a:srgbClr val="FF0000"/>
                </a:solidFill>
                <a:cs typeface="+mj-cs"/>
              </a:rPr>
              <a:t> : كـيـف يُـؤَثِـرُ تـقـســيـم الـقـرص الـصـلـب عـلـى تـرتـيـب الـمـلـفـات ؟</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تـجــزئــة واحــدة فـقـط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C:\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عِــــدَّة </a:t>
            </a:r>
            <a:r>
              <a:rPr lang="ar-DZ" sz="3600" b="1" dirty="0" err="1" smtClean="0">
                <a:solidFill>
                  <a:srgbClr val="00B050"/>
                </a:solidFill>
                <a:cs typeface="+mj-cs"/>
              </a:rPr>
              <a:t>تــجـــزئـــــات</a:t>
            </a:r>
            <a:r>
              <a:rPr lang="ar-DZ" sz="3600" b="1" dirty="0" smtClean="0">
                <a:solidFill>
                  <a:srgbClr val="00B050"/>
                </a:solidFill>
                <a:cs typeface="+mj-cs"/>
              </a:rPr>
              <a:t>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تـخــزيــن الـمـلـفـات فـي الـحــاســوب قــد يــكــون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2700" b="1" dirty="0" smtClean="0">
                <a:solidFill>
                  <a:srgbClr val="0070C0"/>
                </a:solidFill>
                <a:cs typeface="+mj-cs"/>
              </a:rPr>
              <a:t>........... الـوصـول إلـى </a:t>
            </a:r>
            <a:r>
              <a:rPr lang="ar-DZ" sz="2700" b="1" dirty="0">
                <a:solidFill>
                  <a:srgbClr val="0070C0"/>
                </a:solidFill>
              </a:rPr>
              <a:t>مِـلَـفٍ مُـعَـيَّـنٍ</a:t>
            </a:r>
            <a:endParaRPr lang="fr-FR" sz="2700" dirty="0">
              <a:cs typeface="+mj-cs"/>
            </a:endParaRPr>
          </a:p>
        </p:txBody>
      </p:sp>
      <p:sp>
        <p:nvSpPr>
          <p:cNvPr id="23"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2700" b="1" dirty="0">
                <a:solidFill>
                  <a:srgbClr val="0070C0"/>
                </a:solidFill>
                <a:cs typeface="+mj-cs"/>
              </a:rPr>
              <a:t>...........</a:t>
            </a:r>
            <a:r>
              <a:rPr lang="ar-DZ" sz="2700" b="1" dirty="0">
                <a:solidFill>
                  <a:srgbClr val="0070C0"/>
                </a:solidFill>
              </a:rPr>
              <a:t> الـوصـول إلـى </a:t>
            </a:r>
            <a:r>
              <a:rPr lang="ar-DZ" sz="2700" b="1" dirty="0" smtClean="0">
                <a:solidFill>
                  <a:srgbClr val="0070C0"/>
                </a:solidFill>
              </a:rPr>
              <a:t>مِـلَـفٍ مُـعَـيَّـنٍ</a:t>
            </a:r>
            <a:endParaRPr lang="fr-FR" sz="2700" dirty="0"/>
          </a:p>
        </p:txBody>
      </p:sp>
    </p:spTree>
    <p:extLst>
      <p:ext uri="{BB962C8B-B14F-4D97-AF65-F5344CB8AC3E}">
        <p14:creationId xmlns:p14="http://schemas.microsoft.com/office/powerpoint/2010/main" val="386341255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smtClean="0">
                <a:solidFill>
                  <a:srgbClr val="FF0000"/>
                </a:solidFill>
                <a:cs typeface="+mj-cs"/>
              </a:rPr>
              <a:t>ســؤال</a:t>
            </a:r>
            <a:r>
              <a:rPr lang="ar-DZ" sz="3400" b="1" dirty="0" smtClean="0">
                <a:solidFill>
                  <a:srgbClr val="FF0000"/>
                </a:solidFill>
                <a:cs typeface="+mj-cs"/>
              </a:rPr>
              <a:t> : كـيـف يُـؤَثِـرُ تـقـســيـم الـقـرص الـصـلـب عـلـى تـرتـيـب الـمـلـفـات ؟</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تـجــزئــة واحــدة فـقـط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C:\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عِــــدَّة </a:t>
            </a:r>
            <a:r>
              <a:rPr lang="ar-DZ" sz="3600" b="1" dirty="0" err="1" smtClean="0">
                <a:solidFill>
                  <a:srgbClr val="00B050"/>
                </a:solidFill>
                <a:cs typeface="+mj-cs"/>
              </a:rPr>
              <a:t>تــجـــزئـــــات</a:t>
            </a:r>
            <a:r>
              <a:rPr lang="ar-DZ" sz="3600" b="1" dirty="0" smtClean="0">
                <a:solidFill>
                  <a:srgbClr val="00B050"/>
                </a:solidFill>
                <a:cs typeface="+mj-cs"/>
              </a:rPr>
              <a:t>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تـخــزيــن الـمـلـفـات فـي الـحــاســوب قــد يــكــون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2700" b="1" dirty="0" smtClean="0">
                <a:solidFill>
                  <a:srgbClr val="0070C0"/>
                </a:solidFill>
                <a:cs typeface="+mj-cs"/>
              </a:rPr>
              <a:t>صـعـوبـة الـوصـول إلـى </a:t>
            </a:r>
            <a:r>
              <a:rPr lang="ar-DZ" sz="2700" b="1" dirty="0">
                <a:solidFill>
                  <a:srgbClr val="0070C0"/>
                </a:solidFill>
              </a:rPr>
              <a:t>مِـلَـفٍ مُـعَـيَّـنٍ</a:t>
            </a:r>
            <a:endParaRPr lang="fr-FR" sz="2700" dirty="0">
              <a:cs typeface="+mj-cs"/>
            </a:endParaRPr>
          </a:p>
        </p:txBody>
      </p:sp>
      <p:sp>
        <p:nvSpPr>
          <p:cNvPr id="11"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2700" b="1" dirty="0">
                <a:solidFill>
                  <a:srgbClr val="0070C0"/>
                </a:solidFill>
                <a:cs typeface="+mj-cs"/>
              </a:rPr>
              <a:t>...........</a:t>
            </a:r>
            <a:r>
              <a:rPr lang="ar-DZ" sz="2700" b="1" dirty="0">
                <a:solidFill>
                  <a:srgbClr val="0070C0"/>
                </a:solidFill>
              </a:rPr>
              <a:t> الـوصـول إلـى </a:t>
            </a:r>
            <a:r>
              <a:rPr lang="ar-DZ" sz="2700" b="1" dirty="0" smtClean="0">
                <a:solidFill>
                  <a:srgbClr val="0070C0"/>
                </a:solidFill>
              </a:rPr>
              <a:t>مِـلَـفٍ مُـعَـيَّـنٍ</a:t>
            </a:r>
            <a:endParaRPr lang="fr-FR" sz="2700" dirty="0"/>
          </a:p>
        </p:txBody>
      </p:sp>
    </p:spTree>
    <p:extLst>
      <p:ext uri="{BB962C8B-B14F-4D97-AF65-F5344CB8AC3E}">
        <p14:creationId xmlns:p14="http://schemas.microsoft.com/office/powerpoint/2010/main" val="304185367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circle(in)">
                                      <p:cBhvr>
                                        <p:cTn id="56"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1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smtClean="0">
                <a:solidFill>
                  <a:srgbClr val="FF0000"/>
                </a:solidFill>
                <a:cs typeface="+mj-cs"/>
              </a:rPr>
              <a:t>ســؤال</a:t>
            </a:r>
            <a:r>
              <a:rPr lang="ar-DZ" sz="3400" b="1" dirty="0" smtClean="0">
                <a:solidFill>
                  <a:srgbClr val="FF0000"/>
                </a:solidFill>
                <a:cs typeface="+mj-cs"/>
              </a:rPr>
              <a:t> : كـيـف يُـؤَثِـرُ تـقـســيـم الـقـرص الـصـلـب عـلـى تـرتـيـب الـمـلـفـات ؟</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تـجــزئــة واحــدة فـقـط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C:\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عِــــدَّة </a:t>
            </a:r>
            <a:r>
              <a:rPr lang="ar-DZ" sz="3600" b="1" dirty="0" err="1" smtClean="0">
                <a:solidFill>
                  <a:srgbClr val="00B050"/>
                </a:solidFill>
                <a:cs typeface="+mj-cs"/>
              </a:rPr>
              <a:t>تــجـــزئـــــات</a:t>
            </a:r>
            <a:r>
              <a:rPr lang="ar-DZ" sz="3600" b="1" dirty="0" smtClean="0">
                <a:solidFill>
                  <a:srgbClr val="00B050"/>
                </a:solidFill>
                <a:cs typeface="+mj-cs"/>
              </a:rPr>
              <a:t>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تـخــزيــن الـمـلـفـات فـي الـحــاســوب قــد يــكــون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2700" b="1" dirty="0" smtClean="0">
                <a:solidFill>
                  <a:srgbClr val="0070C0"/>
                </a:solidFill>
                <a:cs typeface="+mj-cs"/>
              </a:rPr>
              <a:t>صـعـوبـة الـوصـول إلـى </a:t>
            </a:r>
            <a:r>
              <a:rPr lang="ar-DZ" sz="2700" b="1" dirty="0">
                <a:solidFill>
                  <a:srgbClr val="0070C0"/>
                </a:solidFill>
              </a:rPr>
              <a:t>مِـلَـفٍ مُـعَـيَّـنٍ</a:t>
            </a:r>
            <a:endParaRPr lang="fr-FR" sz="2700" dirty="0">
              <a:cs typeface="+mj-cs"/>
            </a:endParaRPr>
          </a:p>
        </p:txBody>
      </p:sp>
      <p:sp>
        <p:nvSpPr>
          <p:cNvPr id="23"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2700" b="1" dirty="0" smtClean="0">
                <a:solidFill>
                  <a:srgbClr val="0070C0"/>
                </a:solidFill>
              </a:rPr>
              <a:t>ســهــولــة </a:t>
            </a:r>
            <a:r>
              <a:rPr lang="ar-DZ" sz="2700" b="1" dirty="0">
                <a:solidFill>
                  <a:srgbClr val="0070C0"/>
                </a:solidFill>
              </a:rPr>
              <a:t>الـوصـول إلـى </a:t>
            </a:r>
            <a:r>
              <a:rPr lang="ar-DZ" sz="2700" b="1" dirty="0" smtClean="0">
                <a:solidFill>
                  <a:srgbClr val="0070C0"/>
                </a:solidFill>
              </a:rPr>
              <a:t>مِـلَـفٍ مُـعَـيَّـنٍ</a:t>
            </a:r>
            <a:endParaRPr lang="fr-FR" sz="2700" dirty="0"/>
          </a:p>
        </p:txBody>
      </p:sp>
    </p:spTree>
    <p:extLst>
      <p:ext uri="{BB962C8B-B14F-4D97-AF65-F5344CB8AC3E}">
        <p14:creationId xmlns:p14="http://schemas.microsoft.com/office/powerpoint/2010/main" val="171579967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00B050"/>
                </a:solidFill>
                <a:cs typeface="+mj-cs"/>
              </a:rPr>
              <a:t> </a:t>
            </a:r>
            <a:r>
              <a:rPr lang="ar-DZ" sz="3600" b="1" u="sng" dirty="0">
                <a:solidFill>
                  <a:srgbClr val="FF0000"/>
                </a:solidFill>
                <a:cs typeface="+mj-cs"/>
              </a:rPr>
              <a:t>أتـذكـر</a:t>
            </a:r>
            <a:r>
              <a:rPr lang="ar-DZ" sz="3600" b="1" dirty="0">
                <a:solidFill>
                  <a:srgbClr val="00B050"/>
                </a:solidFill>
                <a:cs typeface="+mj-cs"/>
              </a:rPr>
              <a:t> : ( </a:t>
            </a:r>
            <a:r>
              <a:rPr lang="ar-DZ" sz="3600" b="1" dirty="0" smtClean="0">
                <a:solidFill>
                  <a:srgbClr val="00B050"/>
                </a:solidFill>
                <a:cs typeface="+mj-cs"/>
              </a:rPr>
              <a:t>نَــشَـاط </a:t>
            </a:r>
            <a:r>
              <a:rPr lang="ar-DZ" sz="3600" b="1" dirty="0">
                <a:solidFill>
                  <a:srgbClr val="00B050"/>
                </a:solidFill>
                <a:cs typeface="+mj-cs"/>
              </a:rPr>
              <a:t>4 - مــزَايــا </a:t>
            </a:r>
            <a:r>
              <a:rPr lang="ar-DZ" sz="3600" b="1" dirty="0" smtClean="0">
                <a:solidFill>
                  <a:srgbClr val="00B050"/>
                </a:solidFill>
                <a:cs typeface="+mj-cs"/>
              </a:rPr>
              <a:t>تــقــســيــم </a:t>
            </a:r>
            <a:r>
              <a:rPr lang="ar-DZ" sz="3600" b="1" dirty="0">
                <a:solidFill>
                  <a:srgbClr val="00B050"/>
                </a:solidFill>
                <a:cs typeface="+mj-cs"/>
              </a:rPr>
              <a:t>الـقــرص </a:t>
            </a:r>
            <a:r>
              <a:rPr lang="ar-DZ" sz="3600" b="1" dirty="0" smtClean="0">
                <a:solidFill>
                  <a:srgbClr val="00B050"/>
                </a:solidFill>
                <a:cs typeface="+mj-cs"/>
              </a:rPr>
              <a:t>الـصـلــب ــ تــابـع </a:t>
            </a:r>
            <a:r>
              <a:rPr lang="ar-DZ" sz="3600" b="1" dirty="0">
                <a:solidFill>
                  <a:srgbClr val="00B050"/>
                </a:solidFill>
                <a:cs typeface="+mj-cs"/>
              </a:rPr>
              <a:t>) </a:t>
            </a:r>
            <a:endParaRPr lang="fr-FR" sz="36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Espace réservé du contenu 2"/>
          <p:cNvSpPr txBox="1">
            <a:spLocks/>
          </p:cNvSpPr>
          <p:nvPr/>
        </p:nvSpPr>
        <p:spPr>
          <a:xfrm>
            <a:off x="625350" y="1412775"/>
            <a:ext cx="10814992" cy="4943577"/>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3800" b="1" dirty="0" smtClean="0">
                <a:solidFill>
                  <a:srgbClr val="002060"/>
                </a:solidFill>
                <a:cs typeface="+mj-cs"/>
              </a:rPr>
              <a:t> ─</a:t>
            </a:r>
            <a:r>
              <a:rPr lang="ar-DZ" sz="3800" b="1" dirty="0">
                <a:solidFill>
                  <a:srgbClr val="002060"/>
                </a:solidFill>
                <a:cs typeface="+mj-cs"/>
              </a:rPr>
              <a:t>	</a:t>
            </a:r>
            <a:r>
              <a:rPr lang="ar-DZ" sz="3800" b="1" dirty="0" smtClean="0">
                <a:solidFill>
                  <a:srgbClr val="002060"/>
                </a:solidFill>
                <a:cs typeface="+mj-cs"/>
              </a:rPr>
              <a:t>حُــسْــن </a:t>
            </a:r>
            <a:r>
              <a:rPr lang="ar-DZ" sz="3800" baseline="-25000" dirty="0" smtClean="0">
                <a:solidFill>
                  <a:srgbClr val="002060"/>
                </a:solidFill>
                <a:cs typeface="+mj-cs"/>
              </a:rPr>
              <a:t>.................................................</a:t>
            </a:r>
            <a:r>
              <a:rPr lang="ar-DZ" sz="3800" b="1" dirty="0" smtClean="0">
                <a:solidFill>
                  <a:srgbClr val="002060"/>
                </a:solidFill>
                <a:cs typeface="+mj-cs"/>
              </a:rPr>
              <a:t> </a:t>
            </a:r>
            <a:r>
              <a:rPr lang="ar-DZ" sz="3800" b="1" dirty="0">
                <a:solidFill>
                  <a:srgbClr val="002060"/>
                </a:solidFill>
                <a:cs typeface="+mj-cs"/>
              </a:rPr>
              <a:t>الــمــلــفــات وســهــولــة </a:t>
            </a:r>
            <a:r>
              <a:rPr lang="ar-DZ" sz="3800" baseline="-25000" dirty="0" smtClean="0">
                <a:solidFill>
                  <a:srgbClr val="002060"/>
                </a:solidFill>
                <a:cs typeface="+mj-cs"/>
              </a:rPr>
              <a:t>.....................................</a:t>
            </a:r>
            <a:r>
              <a:rPr lang="ar-DZ" sz="3800" b="1" dirty="0" smtClean="0">
                <a:solidFill>
                  <a:srgbClr val="002060"/>
                </a:solidFill>
                <a:cs typeface="+mj-cs"/>
              </a:rPr>
              <a:t> إلـيـهـا</a:t>
            </a:r>
          </a:p>
          <a:p>
            <a:pPr marL="0" indent="0" algn="just" rtl="1">
              <a:lnSpc>
                <a:spcPct val="175000"/>
              </a:lnSpc>
              <a:buNone/>
            </a:pPr>
            <a:r>
              <a:rPr lang="ar-DZ" sz="3800" b="1" dirty="0" smtClean="0">
                <a:solidFill>
                  <a:srgbClr val="002060"/>
                </a:solidFill>
                <a:cs typeface="+mj-cs"/>
              </a:rPr>
              <a:t> ─ تــثــبــيــت أكـثـر مـن </a:t>
            </a:r>
            <a:r>
              <a:rPr lang="ar-DZ" sz="3800" baseline="-25000" dirty="0" smtClean="0">
                <a:solidFill>
                  <a:srgbClr val="002060"/>
                </a:solidFill>
                <a:cs typeface="+mj-cs"/>
              </a:rPr>
              <a:t>....................................</a:t>
            </a:r>
            <a:r>
              <a:rPr lang="ar-DZ" sz="3800" b="1" dirty="0" smtClean="0">
                <a:solidFill>
                  <a:srgbClr val="002060"/>
                </a:solidFill>
                <a:cs typeface="+mj-cs"/>
              </a:rPr>
              <a:t> عـلـى نــفــس الـقــرص الـصـلـب بـحـيـث نُـخَـصِّـصُ</a:t>
            </a:r>
            <a:r>
              <a:rPr lang="ar-DZ" sz="3800" baseline="-25000" dirty="0" smtClean="0">
                <a:solidFill>
                  <a:srgbClr val="002060"/>
                </a:solidFill>
                <a:cs typeface="+mj-cs"/>
              </a:rPr>
              <a:t>........................................</a:t>
            </a:r>
            <a:r>
              <a:rPr lang="ar-DZ" sz="3800" b="1" dirty="0" smtClean="0">
                <a:solidFill>
                  <a:srgbClr val="002060"/>
                </a:solidFill>
                <a:cs typeface="+mj-cs"/>
              </a:rPr>
              <a:t> لِـكُـلِّ </a:t>
            </a:r>
            <a:r>
              <a:rPr lang="ar-DZ" sz="3800" baseline="-25000" dirty="0" smtClean="0">
                <a:solidFill>
                  <a:srgbClr val="002060"/>
                </a:solidFill>
              </a:rPr>
              <a:t>.....................</a:t>
            </a:r>
            <a:r>
              <a:rPr lang="ar-DZ" sz="3800" b="1" dirty="0" smtClean="0">
                <a:solidFill>
                  <a:srgbClr val="002060"/>
                </a:solidFill>
                <a:cs typeface="+mj-cs"/>
              </a:rPr>
              <a:t> </a:t>
            </a:r>
            <a:endParaRPr lang="fr-FR" sz="3800" b="1" dirty="0" smtClean="0">
              <a:solidFill>
                <a:srgbClr val="002060"/>
              </a:solidFill>
              <a:cs typeface="+mj-cs"/>
            </a:endParaRPr>
          </a:p>
          <a:p>
            <a:pPr marL="0" indent="0" algn="just" rtl="1">
              <a:lnSpc>
                <a:spcPct val="175000"/>
              </a:lnSpc>
              <a:buNone/>
            </a:pPr>
            <a:endParaRPr lang="fr-FR" sz="3800" b="1" dirty="0">
              <a:solidFill>
                <a:srgbClr val="002060"/>
              </a:solidFill>
              <a:cs typeface="+mj-cs"/>
            </a:endParaRPr>
          </a:p>
        </p:txBody>
      </p:sp>
    </p:spTree>
    <p:extLst>
      <p:ext uri="{BB962C8B-B14F-4D97-AF65-F5344CB8AC3E}">
        <p14:creationId xmlns:p14="http://schemas.microsoft.com/office/powerpoint/2010/main" val="183654874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 calcmode="lin" valueType="num">
                                      <p:cBhvr>
                                        <p:cTn id="29"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30"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31"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32"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00B050"/>
                </a:solidFill>
                <a:cs typeface="+mj-cs"/>
              </a:rPr>
              <a:t> </a:t>
            </a:r>
            <a:r>
              <a:rPr lang="ar-DZ" sz="3600" b="1" u="sng" dirty="0">
                <a:solidFill>
                  <a:srgbClr val="FF0000"/>
                </a:solidFill>
                <a:cs typeface="+mj-cs"/>
              </a:rPr>
              <a:t>أتـذكـر</a:t>
            </a:r>
            <a:r>
              <a:rPr lang="ar-DZ" sz="3600" b="1" dirty="0">
                <a:solidFill>
                  <a:srgbClr val="00B050"/>
                </a:solidFill>
                <a:cs typeface="+mj-cs"/>
              </a:rPr>
              <a:t> : ( </a:t>
            </a:r>
            <a:r>
              <a:rPr lang="ar-DZ" sz="3600" b="1" dirty="0" smtClean="0">
                <a:solidFill>
                  <a:srgbClr val="00B050"/>
                </a:solidFill>
                <a:cs typeface="+mj-cs"/>
              </a:rPr>
              <a:t>نَــشَـاط </a:t>
            </a:r>
            <a:r>
              <a:rPr lang="ar-DZ" sz="3600" b="1" dirty="0">
                <a:solidFill>
                  <a:srgbClr val="00B050"/>
                </a:solidFill>
                <a:cs typeface="+mj-cs"/>
              </a:rPr>
              <a:t>4 - مــزَايــا </a:t>
            </a:r>
            <a:r>
              <a:rPr lang="ar-DZ" sz="3600" b="1" dirty="0" smtClean="0">
                <a:solidFill>
                  <a:srgbClr val="00B050"/>
                </a:solidFill>
                <a:cs typeface="+mj-cs"/>
              </a:rPr>
              <a:t>تــقــســيــم </a:t>
            </a:r>
            <a:r>
              <a:rPr lang="ar-DZ" sz="3600" b="1" dirty="0">
                <a:solidFill>
                  <a:srgbClr val="00B050"/>
                </a:solidFill>
                <a:cs typeface="+mj-cs"/>
              </a:rPr>
              <a:t>الـقــرص </a:t>
            </a:r>
            <a:r>
              <a:rPr lang="ar-DZ" sz="3600" b="1" dirty="0" smtClean="0">
                <a:solidFill>
                  <a:srgbClr val="00B050"/>
                </a:solidFill>
                <a:cs typeface="+mj-cs"/>
              </a:rPr>
              <a:t>الـصـلــب ــ تــابـع </a:t>
            </a:r>
            <a:r>
              <a:rPr lang="ar-DZ" sz="3600" b="1" dirty="0">
                <a:solidFill>
                  <a:srgbClr val="00B050"/>
                </a:solidFill>
                <a:cs typeface="+mj-cs"/>
              </a:rPr>
              <a:t>) </a:t>
            </a:r>
            <a:endParaRPr lang="fr-FR" sz="36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Espace réservé du contenu 2"/>
          <p:cNvSpPr txBox="1">
            <a:spLocks/>
          </p:cNvSpPr>
          <p:nvPr/>
        </p:nvSpPr>
        <p:spPr>
          <a:xfrm>
            <a:off x="625350" y="1412775"/>
            <a:ext cx="10814992" cy="4943577"/>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3800" b="1" dirty="0" smtClean="0">
                <a:solidFill>
                  <a:srgbClr val="002060"/>
                </a:solidFill>
                <a:cs typeface="+mj-cs"/>
              </a:rPr>
              <a:t> ─</a:t>
            </a:r>
            <a:r>
              <a:rPr lang="ar-DZ" sz="3800" b="1" dirty="0">
                <a:solidFill>
                  <a:srgbClr val="002060"/>
                </a:solidFill>
                <a:cs typeface="+mj-cs"/>
              </a:rPr>
              <a:t>	</a:t>
            </a:r>
            <a:r>
              <a:rPr lang="ar-DZ" sz="3800" b="1" dirty="0" smtClean="0">
                <a:solidFill>
                  <a:srgbClr val="002060"/>
                </a:solidFill>
                <a:cs typeface="+mj-cs"/>
              </a:rPr>
              <a:t>حُــسْــن </a:t>
            </a:r>
            <a:r>
              <a:rPr lang="ar-DZ" sz="3800" baseline="-25000" dirty="0" smtClean="0">
                <a:solidFill>
                  <a:srgbClr val="002060"/>
                </a:solidFill>
                <a:cs typeface="+mj-cs"/>
              </a:rPr>
              <a:t>.................................................</a:t>
            </a:r>
            <a:r>
              <a:rPr lang="ar-DZ" sz="3800" b="1" dirty="0" smtClean="0">
                <a:solidFill>
                  <a:srgbClr val="002060"/>
                </a:solidFill>
                <a:cs typeface="+mj-cs"/>
              </a:rPr>
              <a:t> </a:t>
            </a:r>
            <a:r>
              <a:rPr lang="ar-DZ" sz="3800" b="1" dirty="0">
                <a:solidFill>
                  <a:srgbClr val="002060"/>
                </a:solidFill>
                <a:cs typeface="+mj-cs"/>
              </a:rPr>
              <a:t>الــمــلــفــات وســهــولــة </a:t>
            </a:r>
            <a:r>
              <a:rPr lang="ar-DZ" sz="3800" baseline="-25000" dirty="0" smtClean="0">
                <a:solidFill>
                  <a:srgbClr val="002060"/>
                </a:solidFill>
                <a:cs typeface="+mj-cs"/>
              </a:rPr>
              <a:t>.....................................</a:t>
            </a:r>
            <a:r>
              <a:rPr lang="ar-DZ" sz="3800" b="1" dirty="0" smtClean="0">
                <a:solidFill>
                  <a:srgbClr val="002060"/>
                </a:solidFill>
                <a:cs typeface="+mj-cs"/>
              </a:rPr>
              <a:t> إلـيـهـا</a:t>
            </a:r>
          </a:p>
          <a:p>
            <a:pPr marL="0" indent="0" algn="just" rtl="1">
              <a:lnSpc>
                <a:spcPct val="175000"/>
              </a:lnSpc>
              <a:buNone/>
            </a:pPr>
            <a:r>
              <a:rPr lang="ar-DZ" sz="3800" b="1" dirty="0" smtClean="0">
                <a:solidFill>
                  <a:srgbClr val="002060"/>
                </a:solidFill>
                <a:cs typeface="+mj-cs"/>
              </a:rPr>
              <a:t> ─ تــثــبــيــت أكـثـر مـن </a:t>
            </a:r>
            <a:r>
              <a:rPr lang="ar-DZ" sz="3800" baseline="-25000" dirty="0" smtClean="0">
                <a:solidFill>
                  <a:srgbClr val="002060"/>
                </a:solidFill>
                <a:cs typeface="+mj-cs"/>
              </a:rPr>
              <a:t>....................................</a:t>
            </a:r>
            <a:r>
              <a:rPr lang="ar-DZ" sz="3800" b="1" dirty="0" smtClean="0">
                <a:solidFill>
                  <a:srgbClr val="002060"/>
                </a:solidFill>
                <a:cs typeface="+mj-cs"/>
              </a:rPr>
              <a:t> عـلـى نــفــس الـقــرص الـصـلـب بـحـيـث نُـخَـصِّـصُ</a:t>
            </a:r>
            <a:r>
              <a:rPr lang="ar-DZ" sz="3800" baseline="-25000" dirty="0" smtClean="0">
                <a:solidFill>
                  <a:srgbClr val="002060"/>
                </a:solidFill>
                <a:cs typeface="+mj-cs"/>
              </a:rPr>
              <a:t>........................................</a:t>
            </a:r>
            <a:r>
              <a:rPr lang="ar-DZ" sz="3800" b="1" dirty="0" smtClean="0">
                <a:solidFill>
                  <a:srgbClr val="002060"/>
                </a:solidFill>
                <a:cs typeface="+mj-cs"/>
              </a:rPr>
              <a:t> لِـكُـلِّ </a:t>
            </a:r>
            <a:r>
              <a:rPr lang="ar-DZ" sz="3800" baseline="-25000" dirty="0" smtClean="0">
                <a:solidFill>
                  <a:srgbClr val="002060"/>
                </a:solidFill>
              </a:rPr>
              <a:t>.....................</a:t>
            </a:r>
            <a:r>
              <a:rPr lang="ar-DZ" sz="3800" b="1" dirty="0" smtClean="0">
                <a:solidFill>
                  <a:srgbClr val="002060"/>
                </a:solidFill>
                <a:cs typeface="+mj-cs"/>
              </a:rPr>
              <a:t> </a:t>
            </a:r>
            <a:endParaRPr lang="fr-FR" sz="3800" b="1" dirty="0" smtClean="0">
              <a:solidFill>
                <a:srgbClr val="002060"/>
              </a:solidFill>
              <a:cs typeface="+mj-cs"/>
            </a:endParaRPr>
          </a:p>
          <a:p>
            <a:pPr marL="0" indent="0" algn="just" rtl="1">
              <a:lnSpc>
                <a:spcPct val="175000"/>
              </a:lnSpc>
              <a:buNone/>
            </a:pPr>
            <a:endParaRPr lang="fr-FR" sz="3800" b="1" dirty="0">
              <a:solidFill>
                <a:srgbClr val="002060"/>
              </a:solidFill>
              <a:cs typeface="+mj-cs"/>
            </a:endParaRPr>
          </a:p>
        </p:txBody>
      </p:sp>
      <p:sp>
        <p:nvSpPr>
          <p:cNvPr id="7" name="Rectangle 6"/>
          <p:cNvSpPr/>
          <p:nvPr/>
        </p:nvSpPr>
        <p:spPr>
          <a:xfrm>
            <a:off x="5146449" y="1752285"/>
            <a:ext cx="371384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تـنـظـيـم و</a:t>
            </a:r>
            <a:r>
              <a:rPr lang="ar-DZ" sz="4400" b="1" dirty="0" smtClean="0">
                <a:solidFill>
                  <a:srgbClr val="0070C0"/>
                </a:solidFill>
              </a:rPr>
              <a:t>تـرتـيـب</a:t>
            </a:r>
            <a:endParaRPr lang="fr-FR" sz="4400" b="1" dirty="0">
              <a:solidFill>
                <a:srgbClr val="0070C0"/>
              </a:solidFill>
              <a:cs typeface="+mj-cs"/>
            </a:endParaRPr>
          </a:p>
        </p:txBody>
      </p:sp>
    </p:spTree>
    <p:extLst>
      <p:ext uri="{BB962C8B-B14F-4D97-AF65-F5344CB8AC3E}">
        <p14:creationId xmlns:p14="http://schemas.microsoft.com/office/powerpoint/2010/main" val="34649311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 calcmode="lin" valueType="num">
                                      <p:cBhvr>
                                        <p:cTn id="37"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38"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39"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40"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00B050"/>
                </a:solidFill>
                <a:cs typeface="+mj-cs"/>
              </a:rPr>
              <a:t> </a:t>
            </a:r>
            <a:r>
              <a:rPr lang="ar-DZ" sz="3600" b="1" u="sng" dirty="0">
                <a:solidFill>
                  <a:srgbClr val="FF0000"/>
                </a:solidFill>
                <a:cs typeface="+mj-cs"/>
              </a:rPr>
              <a:t>أتـذكـر</a:t>
            </a:r>
            <a:r>
              <a:rPr lang="ar-DZ" sz="3600" b="1" dirty="0">
                <a:solidFill>
                  <a:srgbClr val="00B050"/>
                </a:solidFill>
                <a:cs typeface="+mj-cs"/>
              </a:rPr>
              <a:t> : ( </a:t>
            </a:r>
            <a:r>
              <a:rPr lang="ar-DZ" sz="3600" b="1" dirty="0" smtClean="0">
                <a:solidFill>
                  <a:srgbClr val="00B050"/>
                </a:solidFill>
                <a:cs typeface="+mj-cs"/>
              </a:rPr>
              <a:t>نَــشَـاط </a:t>
            </a:r>
            <a:r>
              <a:rPr lang="ar-DZ" sz="3600" b="1" dirty="0">
                <a:solidFill>
                  <a:srgbClr val="00B050"/>
                </a:solidFill>
                <a:cs typeface="+mj-cs"/>
              </a:rPr>
              <a:t>4 - مــزَايــا </a:t>
            </a:r>
            <a:r>
              <a:rPr lang="ar-DZ" sz="3600" b="1" dirty="0" smtClean="0">
                <a:solidFill>
                  <a:srgbClr val="00B050"/>
                </a:solidFill>
                <a:cs typeface="+mj-cs"/>
              </a:rPr>
              <a:t>تــقــســيــم </a:t>
            </a:r>
            <a:r>
              <a:rPr lang="ar-DZ" sz="3600" b="1" dirty="0">
                <a:solidFill>
                  <a:srgbClr val="00B050"/>
                </a:solidFill>
                <a:cs typeface="+mj-cs"/>
              </a:rPr>
              <a:t>الـقــرص </a:t>
            </a:r>
            <a:r>
              <a:rPr lang="ar-DZ" sz="3600" b="1" dirty="0" smtClean="0">
                <a:solidFill>
                  <a:srgbClr val="00B050"/>
                </a:solidFill>
                <a:cs typeface="+mj-cs"/>
              </a:rPr>
              <a:t>الـصـلــب ــ تــابـع </a:t>
            </a:r>
            <a:r>
              <a:rPr lang="ar-DZ" sz="3600" b="1" dirty="0">
                <a:solidFill>
                  <a:srgbClr val="00B050"/>
                </a:solidFill>
                <a:cs typeface="+mj-cs"/>
              </a:rPr>
              <a:t>) </a:t>
            </a:r>
            <a:endParaRPr lang="fr-FR" sz="36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Espace réservé du contenu 2"/>
          <p:cNvSpPr txBox="1">
            <a:spLocks/>
          </p:cNvSpPr>
          <p:nvPr/>
        </p:nvSpPr>
        <p:spPr>
          <a:xfrm>
            <a:off x="625350" y="1412775"/>
            <a:ext cx="10814992" cy="4943577"/>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3800" b="1" dirty="0" smtClean="0">
                <a:solidFill>
                  <a:srgbClr val="002060"/>
                </a:solidFill>
                <a:cs typeface="+mj-cs"/>
              </a:rPr>
              <a:t> ─</a:t>
            </a:r>
            <a:r>
              <a:rPr lang="ar-DZ" sz="3800" b="1" dirty="0">
                <a:solidFill>
                  <a:srgbClr val="002060"/>
                </a:solidFill>
                <a:cs typeface="+mj-cs"/>
              </a:rPr>
              <a:t>	</a:t>
            </a:r>
            <a:r>
              <a:rPr lang="ar-DZ" sz="3800" b="1" dirty="0" smtClean="0">
                <a:solidFill>
                  <a:srgbClr val="002060"/>
                </a:solidFill>
                <a:cs typeface="+mj-cs"/>
              </a:rPr>
              <a:t>حُــسْــن </a:t>
            </a:r>
            <a:r>
              <a:rPr lang="ar-DZ" sz="3800" baseline="-25000" dirty="0" smtClean="0">
                <a:solidFill>
                  <a:srgbClr val="002060"/>
                </a:solidFill>
                <a:cs typeface="+mj-cs"/>
              </a:rPr>
              <a:t>.................................................</a:t>
            </a:r>
            <a:r>
              <a:rPr lang="ar-DZ" sz="3800" b="1" dirty="0" smtClean="0">
                <a:solidFill>
                  <a:srgbClr val="002060"/>
                </a:solidFill>
                <a:cs typeface="+mj-cs"/>
              </a:rPr>
              <a:t> </a:t>
            </a:r>
            <a:r>
              <a:rPr lang="ar-DZ" sz="3800" b="1" dirty="0">
                <a:solidFill>
                  <a:srgbClr val="002060"/>
                </a:solidFill>
                <a:cs typeface="+mj-cs"/>
              </a:rPr>
              <a:t>الــمــلــفــات وســهــولــة </a:t>
            </a:r>
            <a:r>
              <a:rPr lang="ar-DZ" sz="3800" baseline="-25000" dirty="0" smtClean="0">
                <a:solidFill>
                  <a:srgbClr val="002060"/>
                </a:solidFill>
                <a:cs typeface="+mj-cs"/>
              </a:rPr>
              <a:t>.....................................</a:t>
            </a:r>
            <a:r>
              <a:rPr lang="ar-DZ" sz="3800" b="1" dirty="0" smtClean="0">
                <a:solidFill>
                  <a:srgbClr val="002060"/>
                </a:solidFill>
                <a:cs typeface="+mj-cs"/>
              </a:rPr>
              <a:t> إلـيـهـا</a:t>
            </a:r>
          </a:p>
          <a:p>
            <a:pPr marL="0" indent="0" algn="just" rtl="1">
              <a:lnSpc>
                <a:spcPct val="175000"/>
              </a:lnSpc>
              <a:buNone/>
            </a:pPr>
            <a:r>
              <a:rPr lang="ar-DZ" sz="3800" b="1" dirty="0" smtClean="0">
                <a:solidFill>
                  <a:srgbClr val="002060"/>
                </a:solidFill>
                <a:cs typeface="+mj-cs"/>
              </a:rPr>
              <a:t> ─ تــثــبــيــت أكـثـر مـن </a:t>
            </a:r>
            <a:r>
              <a:rPr lang="ar-DZ" sz="3800" baseline="-25000" dirty="0" smtClean="0">
                <a:solidFill>
                  <a:srgbClr val="002060"/>
                </a:solidFill>
                <a:cs typeface="+mj-cs"/>
              </a:rPr>
              <a:t>....................................</a:t>
            </a:r>
            <a:r>
              <a:rPr lang="ar-DZ" sz="3800" b="1" dirty="0" smtClean="0">
                <a:solidFill>
                  <a:srgbClr val="002060"/>
                </a:solidFill>
                <a:cs typeface="+mj-cs"/>
              </a:rPr>
              <a:t> عـلـى نــفــس الـقــرص الـصـلـب بـحـيـث نُـخَـصِّـصُ</a:t>
            </a:r>
            <a:r>
              <a:rPr lang="ar-DZ" sz="3800" baseline="-25000" dirty="0" smtClean="0">
                <a:solidFill>
                  <a:srgbClr val="002060"/>
                </a:solidFill>
                <a:cs typeface="+mj-cs"/>
              </a:rPr>
              <a:t>........................................</a:t>
            </a:r>
            <a:r>
              <a:rPr lang="ar-DZ" sz="3800" b="1" dirty="0" smtClean="0">
                <a:solidFill>
                  <a:srgbClr val="002060"/>
                </a:solidFill>
                <a:cs typeface="+mj-cs"/>
              </a:rPr>
              <a:t> لِـكُـلِّ </a:t>
            </a:r>
            <a:r>
              <a:rPr lang="ar-DZ" sz="3800" baseline="-25000" dirty="0" smtClean="0">
                <a:solidFill>
                  <a:srgbClr val="002060"/>
                </a:solidFill>
              </a:rPr>
              <a:t>.....................</a:t>
            </a:r>
            <a:r>
              <a:rPr lang="ar-DZ" sz="3800" b="1" dirty="0" smtClean="0">
                <a:solidFill>
                  <a:srgbClr val="002060"/>
                </a:solidFill>
                <a:cs typeface="+mj-cs"/>
              </a:rPr>
              <a:t> </a:t>
            </a:r>
            <a:endParaRPr lang="fr-FR" sz="3800" b="1" dirty="0" smtClean="0">
              <a:solidFill>
                <a:srgbClr val="002060"/>
              </a:solidFill>
              <a:cs typeface="+mj-cs"/>
            </a:endParaRPr>
          </a:p>
          <a:p>
            <a:pPr marL="0" indent="0" algn="just" rtl="1">
              <a:lnSpc>
                <a:spcPct val="175000"/>
              </a:lnSpc>
              <a:buNone/>
            </a:pPr>
            <a:endParaRPr lang="fr-FR" sz="3800" b="1" dirty="0">
              <a:solidFill>
                <a:srgbClr val="002060"/>
              </a:solidFill>
              <a:cs typeface="+mj-cs"/>
            </a:endParaRPr>
          </a:p>
        </p:txBody>
      </p:sp>
      <p:sp>
        <p:nvSpPr>
          <p:cNvPr id="7" name="Rectangle 6"/>
          <p:cNvSpPr/>
          <p:nvPr/>
        </p:nvSpPr>
        <p:spPr>
          <a:xfrm>
            <a:off x="5146449" y="1752285"/>
            <a:ext cx="371384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تـنـظـيـم و</a:t>
            </a:r>
            <a:r>
              <a:rPr lang="ar-DZ" sz="4400" b="1" dirty="0" smtClean="0">
                <a:solidFill>
                  <a:srgbClr val="0070C0"/>
                </a:solidFill>
              </a:rPr>
              <a:t>تـرتـيـب</a:t>
            </a:r>
            <a:endParaRPr lang="fr-FR" sz="4400" b="1" dirty="0">
              <a:solidFill>
                <a:srgbClr val="0070C0"/>
              </a:solidFill>
              <a:cs typeface="+mj-cs"/>
            </a:endParaRPr>
          </a:p>
        </p:txBody>
      </p:sp>
      <p:sp>
        <p:nvSpPr>
          <p:cNvPr id="8" name="Rectangle 7"/>
          <p:cNvSpPr/>
          <p:nvPr/>
        </p:nvSpPr>
        <p:spPr>
          <a:xfrm>
            <a:off x="8472264" y="2764951"/>
            <a:ext cx="280431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الـوصـول</a:t>
            </a:r>
            <a:endParaRPr lang="fr-FR" sz="4400" b="1" dirty="0">
              <a:solidFill>
                <a:srgbClr val="0070C0"/>
              </a:solidFill>
              <a:cs typeface="+mj-cs"/>
            </a:endParaRPr>
          </a:p>
        </p:txBody>
      </p:sp>
    </p:spTree>
    <p:extLst>
      <p:ext uri="{BB962C8B-B14F-4D97-AF65-F5344CB8AC3E}">
        <p14:creationId xmlns:p14="http://schemas.microsoft.com/office/powerpoint/2010/main" val="377851215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6">
                                            <p:txEl>
                                              <p:pRg st="2" end="2"/>
                                            </p:txEl>
                                          </p:spTgt>
                                        </p:tgtEl>
                                        <p:attrNameLst>
                                          <p:attrName>style.visibility</p:attrName>
                                        </p:attrNameLst>
                                      </p:cBhvr>
                                      <p:to>
                                        <p:strVal val="visible"/>
                                      </p:to>
                                    </p:set>
                                    <p:anim calcmode="lin" valueType="num">
                                      <p:cBhvr>
                                        <p:cTn id="45"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46"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47"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48"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smtClean="0">
                <a:solidFill>
                  <a:srgbClr val="FF0000"/>
                </a:solidFill>
                <a:cs typeface="+mj-cs"/>
              </a:rPr>
              <a:t>ســؤال</a:t>
            </a:r>
            <a:r>
              <a:rPr lang="ar-DZ" sz="3400" b="1" dirty="0" smtClean="0">
                <a:solidFill>
                  <a:srgbClr val="FF0000"/>
                </a:solidFill>
                <a:cs typeface="+mj-cs"/>
              </a:rPr>
              <a:t> : كـيـف يُـؤَثِـرُ تـثـبـيــت عِــدَّة نُـظُـم </a:t>
            </a:r>
            <a:r>
              <a:rPr lang="ar-DZ" sz="3200" b="1" dirty="0" smtClean="0">
                <a:solidFill>
                  <a:srgbClr val="FF0000"/>
                </a:solidFill>
              </a:rPr>
              <a:t>تـشـغــيـل </a:t>
            </a:r>
            <a:r>
              <a:rPr lang="ar-DZ" sz="3400" b="1" dirty="0" smtClean="0">
                <a:solidFill>
                  <a:srgbClr val="FF0000"/>
                </a:solidFill>
                <a:cs typeface="+mj-cs"/>
              </a:rPr>
              <a:t>فـي نـفـس الـتـجــزئــة ؟</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298431"/>
            <a:ext cx="3711623"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400" b="1" dirty="0">
                <a:solidFill>
                  <a:srgbClr val="00B050"/>
                </a:solidFill>
                <a:cs typeface="+mj-cs"/>
              </a:rPr>
              <a:t>اسـتــغــلال الـمــســـاحــة الــمــتــوفـــرة </a:t>
            </a:r>
            <a:r>
              <a:rPr lang="ar-DZ" sz="3400" b="1" dirty="0" smtClean="0">
                <a:solidFill>
                  <a:srgbClr val="00B050"/>
                </a:solidFill>
                <a:cs typeface="+mj-cs"/>
              </a:rPr>
              <a:t>فـي </a:t>
            </a:r>
            <a:r>
              <a:rPr lang="fr-FR" sz="3200" b="1" dirty="0" smtClean="0">
                <a:solidFill>
                  <a:srgbClr val="00B050"/>
                </a:solidFill>
                <a:cs typeface="Times New Roman" panose="02020603050405020304" pitchFamily="18" charset="0"/>
              </a:rPr>
              <a:t>HDD</a:t>
            </a:r>
            <a:endParaRPr lang="fr-FR" sz="3200" b="1" dirty="0">
              <a:solidFill>
                <a:srgbClr val="0070C0"/>
              </a:solidFill>
              <a:cs typeface="Times New Roman" panose="02020603050405020304" pitchFamily="18" charset="0"/>
            </a:endParaRPr>
          </a:p>
        </p:txBody>
      </p:sp>
      <p:sp>
        <p:nvSpPr>
          <p:cNvPr id="8" name="Rectangle 7"/>
          <p:cNvSpPr/>
          <p:nvPr/>
        </p:nvSpPr>
        <p:spPr>
          <a:xfrm>
            <a:off x="1030666" y="329843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a:solidFill>
                  <a:srgbClr val="00B050"/>
                </a:solidFill>
                <a:cs typeface="+mj-cs"/>
              </a:rPr>
              <a:t>تـخــزيــن الـمــلــفــات </a:t>
            </a:r>
            <a:r>
              <a:rPr lang="ar-DZ" sz="3200" b="1" dirty="0">
                <a:solidFill>
                  <a:srgbClr val="0070C0"/>
                </a:solidFill>
                <a:latin typeface="Times New Roman" panose="02020603050405020304" pitchFamily="18" charset="0"/>
                <a:cs typeface="+mj-cs"/>
              </a:rPr>
              <a:t>فـي الـقـــرص الــصــلــب</a:t>
            </a:r>
            <a:endParaRPr lang="fr-FR" sz="3200" b="1" dirty="0">
              <a:solidFill>
                <a:srgbClr val="0070C0"/>
              </a:solidFill>
              <a:latin typeface="Times New Roman" panose="02020603050405020304" pitchFamily="18" charset="0"/>
              <a:cs typeface="+mj-cs"/>
            </a:endParaRPr>
          </a:p>
        </p:txBody>
      </p:sp>
      <p:sp>
        <p:nvSpPr>
          <p:cNvPr id="13" name="Rectangle 12"/>
          <p:cNvSpPr/>
          <p:nvPr/>
        </p:nvSpPr>
        <p:spPr>
          <a:xfrm>
            <a:off x="1030666" y="1556792"/>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rPr>
              <a:t>لـكـل نــظـام الـتـشـغــيـل طــريــقــتــه فـي</a:t>
            </a:r>
            <a:r>
              <a:rPr lang="ar-DZ" sz="4000" b="1" dirty="0" smtClean="0">
                <a:solidFill>
                  <a:srgbClr val="FF0000"/>
                </a:solidFill>
                <a:cs typeface="+mj-cs"/>
              </a:rPr>
              <a:t> :</a:t>
            </a:r>
            <a:endParaRPr lang="ar-DZ" sz="4000" b="1" dirty="0">
              <a:solidFill>
                <a:srgbClr val="FF0000"/>
              </a:solidFill>
              <a:cs typeface="+mj-cs"/>
            </a:endParaRPr>
          </a:p>
        </p:txBody>
      </p:sp>
      <p:cxnSp>
        <p:nvCxnSpPr>
          <p:cNvPr id="16" name="Connecteur droit avec flèche 15"/>
          <p:cNvCxnSpPr>
            <a:stCxn id="13" idx="2"/>
            <a:endCxn id="8" idx="3"/>
          </p:cNvCxnSpPr>
          <p:nvPr/>
        </p:nvCxnSpPr>
        <p:spPr>
          <a:xfrm flipH="1">
            <a:off x="4943872" y="2645895"/>
            <a:ext cx="1087341"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stCxn id="13" idx="2"/>
            <a:endCxn id="6" idx="1"/>
          </p:cNvCxnSpPr>
          <p:nvPr/>
        </p:nvCxnSpPr>
        <p:spPr>
          <a:xfrm>
            <a:off x="6031213" y="2645895"/>
            <a:ext cx="1288923"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4151784" y="5099476"/>
            <a:ext cx="4176464"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b="1" dirty="0" smtClean="0">
                <a:solidFill>
                  <a:srgbClr val="0070C0"/>
                </a:solidFill>
                <a:cs typeface="+mj-cs"/>
              </a:rPr>
              <a:t>يُــسَــبِّــبُ .......... و...... الـبــيــانــات</a:t>
            </a:r>
            <a:endParaRPr lang="fr-FR" dirty="0">
              <a:cs typeface="+mj-cs"/>
            </a:endParaRPr>
          </a:p>
        </p:txBody>
      </p:sp>
    </p:spTree>
    <p:extLst>
      <p:ext uri="{BB962C8B-B14F-4D97-AF65-F5344CB8AC3E}">
        <p14:creationId xmlns:p14="http://schemas.microsoft.com/office/powerpoint/2010/main" val="109339463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smtClean="0">
                <a:solidFill>
                  <a:srgbClr val="FF0000"/>
                </a:solidFill>
                <a:cs typeface="+mj-cs"/>
              </a:rPr>
              <a:t>ســؤال</a:t>
            </a:r>
            <a:r>
              <a:rPr lang="ar-DZ" sz="3400" b="1" dirty="0" smtClean="0">
                <a:solidFill>
                  <a:srgbClr val="FF0000"/>
                </a:solidFill>
                <a:cs typeface="+mj-cs"/>
              </a:rPr>
              <a:t> : كـيـف يُـؤَثِـرُ تـثـبـيــت عِــدَّة نُـظُـم </a:t>
            </a:r>
            <a:r>
              <a:rPr lang="ar-DZ" sz="3200" b="1" dirty="0" smtClean="0">
                <a:solidFill>
                  <a:srgbClr val="FF0000"/>
                </a:solidFill>
              </a:rPr>
              <a:t>تـشـغــيـل </a:t>
            </a:r>
            <a:r>
              <a:rPr lang="ar-DZ" sz="3400" b="1" dirty="0" smtClean="0">
                <a:solidFill>
                  <a:srgbClr val="FF0000"/>
                </a:solidFill>
                <a:cs typeface="+mj-cs"/>
              </a:rPr>
              <a:t>فـي نـفـس الـتـجــزئــة ؟</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298431"/>
            <a:ext cx="3711623"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400" b="1" dirty="0">
                <a:solidFill>
                  <a:srgbClr val="00B050"/>
                </a:solidFill>
                <a:cs typeface="+mj-cs"/>
              </a:rPr>
              <a:t>اسـتــغــلال الـمــســـاحــة الــمــتــوفـــرة </a:t>
            </a:r>
            <a:r>
              <a:rPr lang="ar-DZ" sz="3400" b="1" dirty="0" smtClean="0">
                <a:solidFill>
                  <a:srgbClr val="00B050"/>
                </a:solidFill>
                <a:cs typeface="+mj-cs"/>
              </a:rPr>
              <a:t>فـي </a:t>
            </a:r>
            <a:r>
              <a:rPr lang="fr-FR" sz="3200" b="1" dirty="0" smtClean="0">
                <a:solidFill>
                  <a:srgbClr val="00B050"/>
                </a:solidFill>
                <a:cs typeface="Times New Roman" panose="02020603050405020304" pitchFamily="18" charset="0"/>
              </a:rPr>
              <a:t>HDD</a:t>
            </a:r>
            <a:endParaRPr lang="fr-FR" sz="3200" b="1" dirty="0">
              <a:solidFill>
                <a:srgbClr val="0070C0"/>
              </a:solidFill>
              <a:cs typeface="Times New Roman" panose="02020603050405020304" pitchFamily="18" charset="0"/>
            </a:endParaRPr>
          </a:p>
        </p:txBody>
      </p:sp>
      <p:sp>
        <p:nvSpPr>
          <p:cNvPr id="8" name="Rectangle 7"/>
          <p:cNvSpPr/>
          <p:nvPr/>
        </p:nvSpPr>
        <p:spPr>
          <a:xfrm>
            <a:off x="1030666" y="329843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a:solidFill>
                  <a:srgbClr val="00B050"/>
                </a:solidFill>
                <a:cs typeface="+mj-cs"/>
              </a:rPr>
              <a:t>تـخــزيــن الـمــلــفــات </a:t>
            </a:r>
            <a:r>
              <a:rPr lang="ar-DZ" sz="3200" b="1" dirty="0">
                <a:solidFill>
                  <a:srgbClr val="0070C0"/>
                </a:solidFill>
                <a:latin typeface="Times New Roman" panose="02020603050405020304" pitchFamily="18" charset="0"/>
                <a:cs typeface="+mj-cs"/>
              </a:rPr>
              <a:t>فـي الـقـــرص الــصــلــب</a:t>
            </a:r>
            <a:endParaRPr lang="fr-FR" sz="3200" b="1" dirty="0">
              <a:solidFill>
                <a:srgbClr val="0070C0"/>
              </a:solidFill>
              <a:latin typeface="Times New Roman" panose="02020603050405020304" pitchFamily="18" charset="0"/>
              <a:cs typeface="+mj-cs"/>
            </a:endParaRPr>
          </a:p>
        </p:txBody>
      </p:sp>
      <p:sp>
        <p:nvSpPr>
          <p:cNvPr id="13" name="Rectangle 12"/>
          <p:cNvSpPr/>
          <p:nvPr/>
        </p:nvSpPr>
        <p:spPr>
          <a:xfrm>
            <a:off x="1030666" y="1556792"/>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rPr>
              <a:t>لـكـل نــظـام الـتـشـغــيـل طــريــقــتــه فـي</a:t>
            </a:r>
            <a:r>
              <a:rPr lang="ar-DZ" sz="4000" b="1" dirty="0" smtClean="0">
                <a:solidFill>
                  <a:srgbClr val="FF0000"/>
                </a:solidFill>
                <a:cs typeface="+mj-cs"/>
              </a:rPr>
              <a:t> :</a:t>
            </a:r>
            <a:endParaRPr lang="ar-DZ" sz="4000" b="1" dirty="0">
              <a:solidFill>
                <a:srgbClr val="FF0000"/>
              </a:solidFill>
              <a:cs typeface="+mj-cs"/>
            </a:endParaRPr>
          </a:p>
        </p:txBody>
      </p:sp>
      <p:cxnSp>
        <p:nvCxnSpPr>
          <p:cNvPr id="16" name="Connecteur droit avec flèche 15"/>
          <p:cNvCxnSpPr>
            <a:stCxn id="13" idx="2"/>
            <a:endCxn id="8" idx="3"/>
          </p:cNvCxnSpPr>
          <p:nvPr/>
        </p:nvCxnSpPr>
        <p:spPr>
          <a:xfrm flipH="1">
            <a:off x="4943872" y="2645895"/>
            <a:ext cx="1087341"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stCxn id="13" idx="2"/>
            <a:endCxn id="6" idx="1"/>
          </p:cNvCxnSpPr>
          <p:nvPr/>
        </p:nvCxnSpPr>
        <p:spPr>
          <a:xfrm>
            <a:off x="6031213" y="2645895"/>
            <a:ext cx="1288923"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4151784" y="5099476"/>
            <a:ext cx="4176464"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b="1" dirty="0" smtClean="0">
                <a:solidFill>
                  <a:srgbClr val="0070C0"/>
                </a:solidFill>
                <a:cs typeface="+mj-cs"/>
              </a:rPr>
              <a:t>يُــسَــبِّــبُ ضَــيَــاع وتـلـف الـبــيــانــات</a:t>
            </a:r>
            <a:endParaRPr lang="fr-FR" dirty="0">
              <a:cs typeface="+mj-cs"/>
            </a:endParaRPr>
          </a:p>
        </p:txBody>
      </p:sp>
    </p:spTree>
    <p:extLst>
      <p:ext uri="{BB962C8B-B14F-4D97-AF65-F5344CB8AC3E}">
        <p14:creationId xmlns:p14="http://schemas.microsoft.com/office/powerpoint/2010/main" val="384915774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00B050"/>
                </a:solidFill>
                <a:cs typeface="+mj-cs"/>
              </a:rPr>
              <a:t> </a:t>
            </a:r>
            <a:r>
              <a:rPr lang="ar-DZ" sz="3600" b="1" u="sng" dirty="0">
                <a:solidFill>
                  <a:srgbClr val="FF0000"/>
                </a:solidFill>
                <a:cs typeface="+mj-cs"/>
              </a:rPr>
              <a:t>أتـذكـر</a:t>
            </a:r>
            <a:r>
              <a:rPr lang="ar-DZ" sz="3600" b="1" dirty="0">
                <a:solidFill>
                  <a:srgbClr val="00B050"/>
                </a:solidFill>
                <a:cs typeface="+mj-cs"/>
              </a:rPr>
              <a:t> : ( </a:t>
            </a:r>
            <a:r>
              <a:rPr lang="ar-DZ" sz="3600" b="1" dirty="0" smtClean="0">
                <a:solidFill>
                  <a:srgbClr val="00B050"/>
                </a:solidFill>
                <a:cs typeface="+mj-cs"/>
              </a:rPr>
              <a:t>نَــشَـاط </a:t>
            </a:r>
            <a:r>
              <a:rPr lang="ar-DZ" sz="3600" b="1" dirty="0">
                <a:solidFill>
                  <a:srgbClr val="00B050"/>
                </a:solidFill>
                <a:cs typeface="+mj-cs"/>
              </a:rPr>
              <a:t>4 - مــزَايــا </a:t>
            </a:r>
            <a:r>
              <a:rPr lang="ar-DZ" sz="3600" b="1" dirty="0" smtClean="0">
                <a:solidFill>
                  <a:srgbClr val="00B050"/>
                </a:solidFill>
                <a:cs typeface="+mj-cs"/>
              </a:rPr>
              <a:t>تــقــســيــم </a:t>
            </a:r>
            <a:r>
              <a:rPr lang="ar-DZ" sz="3600" b="1" dirty="0">
                <a:solidFill>
                  <a:srgbClr val="00B050"/>
                </a:solidFill>
                <a:cs typeface="+mj-cs"/>
              </a:rPr>
              <a:t>الـقــرص </a:t>
            </a:r>
            <a:r>
              <a:rPr lang="ar-DZ" sz="3600" b="1" dirty="0" smtClean="0">
                <a:solidFill>
                  <a:srgbClr val="00B050"/>
                </a:solidFill>
                <a:cs typeface="+mj-cs"/>
              </a:rPr>
              <a:t>الـصـلــب ــ تــابـع </a:t>
            </a:r>
            <a:r>
              <a:rPr lang="ar-DZ" sz="3600" b="1" dirty="0">
                <a:solidFill>
                  <a:srgbClr val="00B050"/>
                </a:solidFill>
                <a:cs typeface="+mj-cs"/>
              </a:rPr>
              <a:t>) </a:t>
            </a:r>
            <a:endParaRPr lang="fr-FR" sz="36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Espace réservé du contenu 2"/>
          <p:cNvSpPr txBox="1">
            <a:spLocks/>
          </p:cNvSpPr>
          <p:nvPr/>
        </p:nvSpPr>
        <p:spPr>
          <a:xfrm>
            <a:off x="625350" y="1412775"/>
            <a:ext cx="10814992" cy="4943577"/>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3800" b="1" dirty="0" smtClean="0">
                <a:solidFill>
                  <a:srgbClr val="002060"/>
                </a:solidFill>
                <a:cs typeface="+mj-cs"/>
              </a:rPr>
              <a:t> ─</a:t>
            </a:r>
            <a:r>
              <a:rPr lang="ar-DZ" sz="3800" b="1" dirty="0">
                <a:solidFill>
                  <a:srgbClr val="002060"/>
                </a:solidFill>
                <a:cs typeface="+mj-cs"/>
              </a:rPr>
              <a:t>	</a:t>
            </a:r>
            <a:r>
              <a:rPr lang="ar-DZ" sz="3800" b="1" dirty="0" smtClean="0">
                <a:solidFill>
                  <a:srgbClr val="002060"/>
                </a:solidFill>
                <a:cs typeface="+mj-cs"/>
              </a:rPr>
              <a:t>حُــسْــن </a:t>
            </a:r>
            <a:r>
              <a:rPr lang="ar-DZ" sz="3800" baseline="-25000" dirty="0" smtClean="0">
                <a:solidFill>
                  <a:srgbClr val="002060"/>
                </a:solidFill>
                <a:cs typeface="+mj-cs"/>
              </a:rPr>
              <a:t>.................................................</a:t>
            </a:r>
            <a:r>
              <a:rPr lang="ar-DZ" sz="3800" b="1" dirty="0" smtClean="0">
                <a:solidFill>
                  <a:srgbClr val="002060"/>
                </a:solidFill>
                <a:cs typeface="+mj-cs"/>
              </a:rPr>
              <a:t> </a:t>
            </a:r>
            <a:r>
              <a:rPr lang="ar-DZ" sz="3800" b="1" dirty="0">
                <a:solidFill>
                  <a:srgbClr val="002060"/>
                </a:solidFill>
                <a:cs typeface="+mj-cs"/>
              </a:rPr>
              <a:t>الــمــلــفــات وســهــولــة </a:t>
            </a:r>
            <a:r>
              <a:rPr lang="ar-DZ" sz="3800" baseline="-25000" dirty="0" smtClean="0">
                <a:solidFill>
                  <a:srgbClr val="002060"/>
                </a:solidFill>
                <a:cs typeface="+mj-cs"/>
              </a:rPr>
              <a:t>.....................................</a:t>
            </a:r>
            <a:r>
              <a:rPr lang="ar-DZ" sz="3800" b="1" dirty="0" smtClean="0">
                <a:solidFill>
                  <a:srgbClr val="002060"/>
                </a:solidFill>
                <a:cs typeface="+mj-cs"/>
              </a:rPr>
              <a:t> إلـيـهـا</a:t>
            </a:r>
          </a:p>
          <a:p>
            <a:pPr marL="0" indent="0" algn="just" rtl="1">
              <a:lnSpc>
                <a:spcPct val="175000"/>
              </a:lnSpc>
              <a:buNone/>
            </a:pPr>
            <a:r>
              <a:rPr lang="ar-DZ" sz="3800" b="1" dirty="0" smtClean="0">
                <a:solidFill>
                  <a:srgbClr val="002060"/>
                </a:solidFill>
                <a:cs typeface="+mj-cs"/>
              </a:rPr>
              <a:t> ─ تــثــبــيــت أكـثـر مـن </a:t>
            </a:r>
            <a:r>
              <a:rPr lang="ar-DZ" sz="3800" baseline="-25000" dirty="0" smtClean="0">
                <a:solidFill>
                  <a:srgbClr val="002060"/>
                </a:solidFill>
                <a:cs typeface="+mj-cs"/>
              </a:rPr>
              <a:t>....................................</a:t>
            </a:r>
            <a:r>
              <a:rPr lang="ar-DZ" sz="3800" b="1" dirty="0" smtClean="0">
                <a:solidFill>
                  <a:srgbClr val="002060"/>
                </a:solidFill>
                <a:cs typeface="+mj-cs"/>
              </a:rPr>
              <a:t> عـلـى نــفــس الـقــرص الـصـلـب بـحـيـث نُـخَـصِّـصُ</a:t>
            </a:r>
            <a:r>
              <a:rPr lang="ar-DZ" sz="3800" baseline="-25000" dirty="0" smtClean="0">
                <a:solidFill>
                  <a:srgbClr val="002060"/>
                </a:solidFill>
                <a:cs typeface="+mj-cs"/>
              </a:rPr>
              <a:t>........................................</a:t>
            </a:r>
            <a:r>
              <a:rPr lang="ar-DZ" sz="3800" b="1" dirty="0" smtClean="0">
                <a:solidFill>
                  <a:srgbClr val="002060"/>
                </a:solidFill>
                <a:cs typeface="+mj-cs"/>
              </a:rPr>
              <a:t> لِـكُـلِّ </a:t>
            </a:r>
            <a:r>
              <a:rPr lang="ar-DZ" sz="3800" baseline="-25000" dirty="0" smtClean="0">
                <a:solidFill>
                  <a:srgbClr val="002060"/>
                </a:solidFill>
              </a:rPr>
              <a:t>.....................</a:t>
            </a:r>
            <a:r>
              <a:rPr lang="ar-DZ" sz="3800" b="1" dirty="0" smtClean="0">
                <a:solidFill>
                  <a:srgbClr val="002060"/>
                </a:solidFill>
                <a:cs typeface="+mj-cs"/>
              </a:rPr>
              <a:t> </a:t>
            </a:r>
            <a:endParaRPr lang="fr-FR" sz="3800" b="1" dirty="0" smtClean="0">
              <a:solidFill>
                <a:srgbClr val="002060"/>
              </a:solidFill>
              <a:cs typeface="+mj-cs"/>
            </a:endParaRPr>
          </a:p>
          <a:p>
            <a:pPr marL="0" indent="0" algn="just" rtl="1">
              <a:lnSpc>
                <a:spcPct val="175000"/>
              </a:lnSpc>
              <a:buNone/>
            </a:pPr>
            <a:endParaRPr lang="fr-FR" sz="3800" b="1" dirty="0">
              <a:solidFill>
                <a:srgbClr val="002060"/>
              </a:solidFill>
              <a:cs typeface="+mj-cs"/>
            </a:endParaRPr>
          </a:p>
        </p:txBody>
      </p:sp>
      <p:sp>
        <p:nvSpPr>
          <p:cNvPr id="7" name="Rectangle 6"/>
          <p:cNvSpPr/>
          <p:nvPr/>
        </p:nvSpPr>
        <p:spPr>
          <a:xfrm>
            <a:off x="5110583" y="1741983"/>
            <a:ext cx="371384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0070C0"/>
                </a:solidFill>
              </a:rPr>
              <a:t>تـنـظـيـم وتـرتـيـب</a:t>
            </a:r>
            <a:endParaRPr lang="fr-FR" sz="4400" b="1" dirty="0">
              <a:solidFill>
                <a:srgbClr val="0070C0"/>
              </a:solidFill>
            </a:endParaRPr>
          </a:p>
        </p:txBody>
      </p:sp>
      <p:sp>
        <p:nvSpPr>
          <p:cNvPr id="8" name="Rectangle 7"/>
          <p:cNvSpPr/>
          <p:nvPr/>
        </p:nvSpPr>
        <p:spPr>
          <a:xfrm>
            <a:off x="8472264" y="2764951"/>
            <a:ext cx="280431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الـوصـول</a:t>
            </a:r>
            <a:endParaRPr lang="fr-FR" sz="4400" b="1" dirty="0">
              <a:solidFill>
                <a:srgbClr val="0070C0"/>
              </a:solidFill>
              <a:cs typeface="+mj-cs"/>
            </a:endParaRPr>
          </a:p>
        </p:txBody>
      </p:sp>
    </p:spTree>
    <p:extLst>
      <p:ext uri="{BB962C8B-B14F-4D97-AF65-F5344CB8AC3E}">
        <p14:creationId xmlns:p14="http://schemas.microsoft.com/office/powerpoint/2010/main" val="408568313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6">
                                            <p:txEl>
                                              <p:pRg st="2" end="2"/>
                                            </p:txEl>
                                          </p:spTgt>
                                        </p:tgtEl>
                                        <p:attrNameLst>
                                          <p:attrName>style.visibility</p:attrName>
                                        </p:attrNameLst>
                                      </p:cBhvr>
                                      <p:to>
                                        <p:strVal val="visible"/>
                                      </p:to>
                                    </p:set>
                                    <p:anim calcmode="lin" valueType="num">
                                      <p:cBhvr>
                                        <p:cTn id="45"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46"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47"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48"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00B050"/>
                </a:solidFill>
                <a:cs typeface="+mj-cs"/>
              </a:rPr>
              <a:t> </a:t>
            </a:r>
            <a:r>
              <a:rPr lang="ar-DZ" sz="3600" b="1" u="sng" dirty="0">
                <a:solidFill>
                  <a:srgbClr val="FF0000"/>
                </a:solidFill>
                <a:cs typeface="+mj-cs"/>
              </a:rPr>
              <a:t>أتـذكـر</a:t>
            </a:r>
            <a:r>
              <a:rPr lang="ar-DZ" sz="3600" b="1" dirty="0">
                <a:solidFill>
                  <a:srgbClr val="00B050"/>
                </a:solidFill>
                <a:cs typeface="+mj-cs"/>
              </a:rPr>
              <a:t> : ( </a:t>
            </a:r>
            <a:r>
              <a:rPr lang="ar-DZ" sz="3600" b="1" dirty="0" smtClean="0">
                <a:solidFill>
                  <a:srgbClr val="00B050"/>
                </a:solidFill>
                <a:cs typeface="+mj-cs"/>
              </a:rPr>
              <a:t>نَــشَـاط </a:t>
            </a:r>
            <a:r>
              <a:rPr lang="ar-DZ" sz="3600" b="1" dirty="0">
                <a:solidFill>
                  <a:srgbClr val="00B050"/>
                </a:solidFill>
                <a:cs typeface="+mj-cs"/>
              </a:rPr>
              <a:t>4 - مــزَايــا </a:t>
            </a:r>
            <a:r>
              <a:rPr lang="ar-DZ" sz="3600" b="1" dirty="0" smtClean="0">
                <a:solidFill>
                  <a:srgbClr val="00B050"/>
                </a:solidFill>
                <a:cs typeface="+mj-cs"/>
              </a:rPr>
              <a:t>تــقــســيــم </a:t>
            </a:r>
            <a:r>
              <a:rPr lang="ar-DZ" sz="3600" b="1" dirty="0">
                <a:solidFill>
                  <a:srgbClr val="00B050"/>
                </a:solidFill>
                <a:cs typeface="+mj-cs"/>
              </a:rPr>
              <a:t>الـقــرص </a:t>
            </a:r>
            <a:r>
              <a:rPr lang="ar-DZ" sz="3600" b="1" dirty="0" smtClean="0">
                <a:solidFill>
                  <a:srgbClr val="00B050"/>
                </a:solidFill>
                <a:cs typeface="+mj-cs"/>
              </a:rPr>
              <a:t>الـصـلــب ــ تــابـع </a:t>
            </a:r>
            <a:r>
              <a:rPr lang="ar-DZ" sz="3600" b="1" dirty="0">
                <a:solidFill>
                  <a:srgbClr val="00B050"/>
                </a:solidFill>
                <a:cs typeface="+mj-cs"/>
              </a:rPr>
              <a:t>) </a:t>
            </a:r>
            <a:endParaRPr lang="fr-FR" sz="36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Espace réservé du contenu 2"/>
          <p:cNvSpPr txBox="1">
            <a:spLocks/>
          </p:cNvSpPr>
          <p:nvPr/>
        </p:nvSpPr>
        <p:spPr>
          <a:xfrm>
            <a:off x="625350" y="1412775"/>
            <a:ext cx="10814992" cy="4943577"/>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3800" b="1" dirty="0" smtClean="0">
                <a:solidFill>
                  <a:srgbClr val="002060"/>
                </a:solidFill>
                <a:cs typeface="+mj-cs"/>
              </a:rPr>
              <a:t> ─</a:t>
            </a:r>
            <a:r>
              <a:rPr lang="ar-DZ" sz="3800" b="1" dirty="0">
                <a:solidFill>
                  <a:srgbClr val="002060"/>
                </a:solidFill>
                <a:cs typeface="+mj-cs"/>
              </a:rPr>
              <a:t>	</a:t>
            </a:r>
            <a:r>
              <a:rPr lang="ar-DZ" sz="3800" b="1" dirty="0" smtClean="0">
                <a:solidFill>
                  <a:srgbClr val="002060"/>
                </a:solidFill>
                <a:cs typeface="+mj-cs"/>
              </a:rPr>
              <a:t>حُــسْــن </a:t>
            </a:r>
            <a:r>
              <a:rPr lang="ar-DZ" sz="3800" baseline="-25000" dirty="0" smtClean="0">
                <a:solidFill>
                  <a:srgbClr val="002060"/>
                </a:solidFill>
                <a:cs typeface="+mj-cs"/>
              </a:rPr>
              <a:t>.................................................</a:t>
            </a:r>
            <a:r>
              <a:rPr lang="ar-DZ" sz="3800" b="1" dirty="0" smtClean="0">
                <a:solidFill>
                  <a:srgbClr val="002060"/>
                </a:solidFill>
                <a:cs typeface="+mj-cs"/>
              </a:rPr>
              <a:t> </a:t>
            </a:r>
            <a:r>
              <a:rPr lang="ar-DZ" sz="3800" b="1" dirty="0">
                <a:solidFill>
                  <a:srgbClr val="002060"/>
                </a:solidFill>
                <a:cs typeface="+mj-cs"/>
              </a:rPr>
              <a:t>الــمــلــفــات وســهــولــة </a:t>
            </a:r>
            <a:r>
              <a:rPr lang="ar-DZ" sz="3800" baseline="-25000" dirty="0" smtClean="0">
                <a:solidFill>
                  <a:srgbClr val="002060"/>
                </a:solidFill>
                <a:cs typeface="+mj-cs"/>
              </a:rPr>
              <a:t>.....................................</a:t>
            </a:r>
            <a:r>
              <a:rPr lang="ar-DZ" sz="3800" b="1" dirty="0" smtClean="0">
                <a:solidFill>
                  <a:srgbClr val="002060"/>
                </a:solidFill>
                <a:cs typeface="+mj-cs"/>
              </a:rPr>
              <a:t> إلـيـهـا</a:t>
            </a:r>
          </a:p>
          <a:p>
            <a:pPr marL="0" indent="0" algn="just" rtl="1">
              <a:lnSpc>
                <a:spcPct val="175000"/>
              </a:lnSpc>
              <a:buNone/>
            </a:pPr>
            <a:r>
              <a:rPr lang="ar-DZ" sz="3800" b="1" dirty="0" smtClean="0">
                <a:solidFill>
                  <a:srgbClr val="002060"/>
                </a:solidFill>
                <a:cs typeface="+mj-cs"/>
              </a:rPr>
              <a:t> ─ تــثــبــيــت أكـثـر مـن </a:t>
            </a:r>
            <a:r>
              <a:rPr lang="ar-DZ" sz="3800" baseline="-25000" dirty="0" smtClean="0">
                <a:solidFill>
                  <a:srgbClr val="002060"/>
                </a:solidFill>
                <a:cs typeface="+mj-cs"/>
              </a:rPr>
              <a:t>....................................</a:t>
            </a:r>
            <a:r>
              <a:rPr lang="ar-DZ" sz="3800" b="1" dirty="0" smtClean="0">
                <a:solidFill>
                  <a:srgbClr val="002060"/>
                </a:solidFill>
                <a:cs typeface="+mj-cs"/>
              </a:rPr>
              <a:t> عـلـى نــفــس الـقــرص الـصـلـب بـحـيـث نُـخَـصِّـصُ</a:t>
            </a:r>
            <a:r>
              <a:rPr lang="ar-DZ" sz="3800" baseline="-25000" dirty="0" smtClean="0">
                <a:solidFill>
                  <a:srgbClr val="002060"/>
                </a:solidFill>
                <a:cs typeface="+mj-cs"/>
              </a:rPr>
              <a:t>........................................</a:t>
            </a:r>
            <a:r>
              <a:rPr lang="ar-DZ" sz="3800" b="1" dirty="0" smtClean="0">
                <a:solidFill>
                  <a:srgbClr val="002060"/>
                </a:solidFill>
                <a:cs typeface="+mj-cs"/>
              </a:rPr>
              <a:t> لِـكُـلِّ </a:t>
            </a:r>
            <a:r>
              <a:rPr lang="ar-DZ" sz="3800" baseline="-25000" dirty="0" smtClean="0">
                <a:solidFill>
                  <a:srgbClr val="002060"/>
                </a:solidFill>
              </a:rPr>
              <a:t>.....................</a:t>
            </a:r>
            <a:r>
              <a:rPr lang="ar-DZ" sz="3800" b="1" dirty="0" smtClean="0">
                <a:solidFill>
                  <a:srgbClr val="002060"/>
                </a:solidFill>
                <a:cs typeface="+mj-cs"/>
              </a:rPr>
              <a:t> </a:t>
            </a:r>
            <a:endParaRPr lang="fr-FR" sz="3800" b="1" dirty="0" smtClean="0">
              <a:solidFill>
                <a:srgbClr val="002060"/>
              </a:solidFill>
              <a:cs typeface="+mj-cs"/>
            </a:endParaRPr>
          </a:p>
          <a:p>
            <a:pPr marL="0" indent="0" algn="just" rtl="1">
              <a:lnSpc>
                <a:spcPct val="175000"/>
              </a:lnSpc>
              <a:buNone/>
            </a:pPr>
            <a:endParaRPr lang="fr-FR" sz="3800" b="1" dirty="0">
              <a:solidFill>
                <a:srgbClr val="002060"/>
              </a:solidFill>
              <a:cs typeface="+mj-cs"/>
            </a:endParaRPr>
          </a:p>
        </p:txBody>
      </p:sp>
      <p:sp>
        <p:nvSpPr>
          <p:cNvPr id="7" name="Rectangle 6"/>
          <p:cNvSpPr/>
          <p:nvPr/>
        </p:nvSpPr>
        <p:spPr>
          <a:xfrm>
            <a:off x="5110583" y="1741983"/>
            <a:ext cx="371384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0070C0"/>
                </a:solidFill>
              </a:rPr>
              <a:t>تـنـظـيـم وتـرتـيـب</a:t>
            </a:r>
            <a:endParaRPr lang="fr-FR" sz="4400" b="1" dirty="0">
              <a:solidFill>
                <a:srgbClr val="0070C0"/>
              </a:solidFill>
            </a:endParaRPr>
          </a:p>
        </p:txBody>
      </p:sp>
      <p:sp>
        <p:nvSpPr>
          <p:cNvPr id="8" name="Rectangle 7"/>
          <p:cNvSpPr/>
          <p:nvPr/>
        </p:nvSpPr>
        <p:spPr>
          <a:xfrm>
            <a:off x="8472264" y="2764951"/>
            <a:ext cx="280431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الـوصـول</a:t>
            </a:r>
            <a:endParaRPr lang="fr-FR" sz="4400" b="1" dirty="0">
              <a:solidFill>
                <a:srgbClr val="0070C0"/>
              </a:solidFill>
              <a:cs typeface="+mj-cs"/>
            </a:endParaRPr>
          </a:p>
        </p:txBody>
      </p:sp>
      <p:sp>
        <p:nvSpPr>
          <p:cNvPr id="13" name="Rectangle 12"/>
          <p:cNvSpPr/>
          <p:nvPr/>
        </p:nvSpPr>
        <p:spPr>
          <a:xfrm>
            <a:off x="4511824" y="3887935"/>
            <a:ext cx="288773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نـظـام تـشـغـيـل</a:t>
            </a:r>
            <a:endParaRPr lang="fr-FR" sz="4400" b="1" dirty="0">
              <a:solidFill>
                <a:srgbClr val="0070C0"/>
              </a:solidFill>
              <a:cs typeface="+mj-cs"/>
            </a:endParaRPr>
          </a:p>
        </p:txBody>
      </p:sp>
    </p:spTree>
    <p:extLst>
      <p:ext uri="{BB962C8B-B14F-4D97-AF65-F5344CB8AC3E}">
        <p14:creationId xmlns:p14="http://schemas.microsoft.com/office/powerpoint/2010/main" val="17930338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6">
                                            <p:txEl>
                                              <p:pRg st="2" end="2"/>
                                            </p:txEl>
                                          </p:spTgt>
                                        </p:tgtEl>
                                        <p:attrNameLst>
                                          <p:attrName>style.visibility</p:attrName>
                                        </p:attrNameLst>
                                      </p:cBhvr>
                                      <p:to>
                                        <p:strVal val="visible"/>
                                      </p:to>
                                    </p:set>
                                    <p:anim calcmode="lin" valueType="num">
                                      <p:cBhvr>
                                        <p:cTn id="45"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46"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47"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48" dur="1000"/>
                                        <p:tgtEl>
                                          <p:spTgt spid="6">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p:cTn id="53" dur="1000" fill="hold"/>
                                        <p:tgtEl>
                                          <p:spTgt spid="13"/>
                                        </p:tgtEl>
                                        <p:attrNameLst>
                                          <p:attrName>ppt_w</p:attrName>
                                        </p:attrNameLst>
                                      </p:cBhvr>
                                      <p:tavLst>
                                        <p:tav tm="0">
                                          <p:val>
                                            <p:fltVal val="0"/>
                                          </p:val>
                                        </p:tav>
                                        <p:tav tm="100000">
                                          <p:val>
                                            <p:strVal val="#ppt_w"/>
                                          </p:val>
                                        </p:tav>
                                      </p:tavLst>
                                    </p:anim>
                                    <p:anim calcmode="lin" valueType="num">
                                      <p:cBhvr>
                                        <p:cTn id="54" dur="1000" fill="hold"/>
                                        <p:tgtEl>
                                          <p:spTgt spid="13"/>
                                        </p:tgtEl>
                                        <p:attrNameLst>
                                          <p:attrName>ppt_h</p:attrName>
                                        </p:attrNameLst>
                                      </p:cBhvr>
                                      <p:tavLst>
                                        <p:tav tm="0">
                                          <p:val>
                                            <p:fltVal val="0"/>
                                          </p:val>
                                        </p:tav>
                                        <p:tav tm="100000">
                                          <p:val>
                                            <p:strVal val="#ppt_h"/>
                                          </p:val>
                                        </p:tav>
                                      </p:tavLst>
                                    </p:anim>
                                    <p:anim calcmode="lin" valueType="num">
                                      <p:cBhvr>
                                        <p:cTn id="55" dur="1000" fill="hold"/>
                                        <p:tgtEl>
                                          <p:spTgt spid="13"/>
                                        </p:tgtEl>
                                        <p:attrNameLst>
                                          <p:attrName>style.rotation</p:attrName>
                                        </p:attrNameLst>
                                      </p:cBhvr>
                                      <p:tavLst>
                                        <p:tav tm="0">
                                          <p:val>
                                            <p:fltVal val="90"/>
                                          </p:val>
                                        </p:tav>
                                        <p:tav tm="100000">
                                          <p:val>
                                            <p:fltVal val="0"/>
                                          </p:val>
                                        </p:tav>
                                      </p:tavLst>
                                    </p:anim>
                                    <p:animEffect transition="in" filter="fade">
                                      <p:cBhvr>
                                        <p:cTn id="56"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P spid="1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00B050"/>
                </a:solidFill>
                <a:cs typeface="+mj-cs"/>
              </a:rPr>
              <a:t> </a:t>
            </a:r>
            <a:r>
              <a:rPr lang="ar-DZ" sz="3600" b="1" u="sng" dirty="0">
                <a:solidFill>
                  <a:srgbClr val="FF0000"/>
                </a:solidFill>
                <a:cs typeface="+mj-cs"/>
              </a:rPr>
              <a:t>أتـذكـر</a:t>
            </a:r>
            <a:r>
              <a:rPr lang="ar-DZ" sz="3600" b="1" dirty="0">
                <a:solidFill>
                  <a:srgbClr val="00B050"/>
                </a:solidFill>
                <a:cs typeface="+mj-cs"/>
              </a:rPr>
              <a:t> : ( </a:t>
            </a:r>
            <a:r>
              <a:rPr lang="ar-DZ" sz="3600" b="1" dirty="0" smtClean="0">
                <a:solidFill>
                  <a:srgbClr val="00B050"/>
                </a:solidFill>
                <a:cs typeface="+mj-cs"/>
              </a:rPr>
              <a:t>نَــشَـاط </a:t>
            </a:r>
            <a:r>
              <a:rPr lang="ar-DZ" sz="3600" b="1" dirty="0">
                <a:solidFill>
                  <a:srgbClr val="00B050"/>
                </a:solidFill>
                <a:cs typeface="+mj-cs"/>
              </a:rPr>
              <a:t>4 - مــزَايــا </a:t>
            </a:r>
            <a:r>
              <a:rPr lang="ar-DZ" sz="3600" b="1" dirty="0" smtClean="0">
                <a:solidFill>
                  <a:srgbClr val="00B050"/>
                </a:solidFill>
                <a:cs typeface="+mj-cs"/>
              </a:rPr>
              <a:t>تــقــســيــم </a:t>
            </a:r>
            <a:r>
              <a:rPr lang="ar-DZ" sz="3600" b="1" dirty="0">
                <a:solidFill>
                  <a:srgbClr val="00B050"/>
                </a:solidFill>
                <a:cs typeface="+mj-cs"/>
              </a:rPr>
              <a:t>الـقــرص </a:t>
            </a:r>
            <a:r>
              <a:rPr lang="ar-DZ" sz="3600" b="1" dirty="0" smtClean="0">
                <a:solidFill>
                  <a:srgbClr val="00B050"/>
                </a:solidFill>
                <a:cs typeface="+mj-cs"/>
              </a:rPr>
              <a:t>الـصـلــب ــ تــابـع </a:t>
            </a:r>
            <a:r>
              <a:rPr lang="ar-DZ" sz="3600" b="1" dirty="0">
                <a:solidFill>
                  <a:srgbClr val="00B050"/>
                </a:solidFill>
                <a:cs typeface="+mj-cs"/>
              </a:rPr>
              <a:t>) </a:t>
            </a:r>
            <a:endParaRPr lang="fr-FR" sz="36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Espace réservé du contenu 2"/>
          <p:cNvSpPr txBox="1">
            <a:spLocks/>
          </p:cNvSpPr>
          <p:nvPr/>
        </p:nvSpPr>
        <p:spPr>
          <a:xfrm>
            <a:off x="625350" y="1412775"/>
            <a:ext cx="10814992" cy="4943577"/>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3800" b="1" dirty="0" smtClean="0">
                <a:solidFill>
                  <a:srgbClr val="002060"/>
                </a:solidFill>
                <a:cs typeface="+mj-cs"/>
              </a:rPr>
              <a:t> ─</a:t>
            </a:r>
            <a:r>
              <a:rPr lang="ar-DZ" sz="3800" b="1" dirty="0">
                <a:solidFill>
                  <a:srgbClr val="002060"/>
                </a:solidFill>
                <a:cs typeface="+mj-cs"/>
              </a:rPr>
              <a:t>	</a:t>
            </a:r>
            <a:r>
              <a:rPr lang="ar-DZ" sz="3800" b="1" dirty="0" smtClean="0">
                <a:solidFill>
                  <a:srgbClr val="002060"/>
                </a:solidFill>
                <a:cs typeface="+mj-cs"/>
              </a:rPr>
              <a:t>حُــسْــن </a:t>
            </a:r>
            <a:r>
              <a:rPr lang="ar-DZ" sz="3800" baseline="-25000" dirty="0" smtClean="0">
                <a:solidFill>
                  <a:srgbClr val="002060"/>
                </a:solidFill>
                <a:cs typeface="+mj-cs"/>
              </a:rPr>
              <a:t>.................................................</a:t>
            </a:r>
            <a:r>
              <a:rPr lang="ar-DZ" sz="3800" b="1" dirty="0" smtClean="0">
                <a:solidFill>
                  <a:srgbClr val="002060"/>
                </a:solidFill>
                <a:cs typeface="+mj-cs"/>
              </a:rPr>
              <a:t> </a:t>
            </a:r>
            <a:r>
              <a:rPr lang="ar-DZ" sz="3800" b="1" dirty="0">
                <a:solidFill>
                  <a:srgbClr val="002060"/>
                </a:solidFill>
                <a:cs typeface="+mj-cs"/>
              </a:rPr>
              <a:t>الــمــلــفــات وســهــولــة </a:t>
            </a:r>
            <a:r>
              <a:rPr lang="ar-DZ" sz="3800" baseline="-25000" dirty="0" smtClean="0">
                <a:solidFill>
                  <a:srgbClr val="002060"/>
                </a:solidFill>
                <a:cs typeface="+mj-cs"/>
              </a:rPr>
              <a:t>.....................................</a:t>
            </a:r>
            <a:r>
              <a:rPr lang="ar-DZ" sz="3800" b="1" dirty="0" smtClean="0">
                <a:solidFill>
                  <a:srgbClr val="002060"/>
                </a:solidFill>
                <a:cs typeface="+mj-cs"/>
              </a:rPr>
              <a:t> إلـيـهـا</a:t>
            </a:r>
          </a:p>
          <a:p>
            <a:pPr marL="0" indent="0" algn="just" rtl="1">
              <a:lnSpc>
                <a:spcPct val="175000"/>
              </a:lnSpc>
              <a:buNone/>
            </a:pPr>
            <a:r>
              <a:rPr lang="ar-DZ" sz="3800" b="1" dirty="0" smtClean="0">
                <a:solidFill>
                  <a:srgbClr val="002060"/>
                </a:solidFill>
                <a:cs typeface="+mj-cs"/>
              </a:rPr>
              <a:t> ─ تــثــبــيــت أكـثـر مـن </a:t>
            </a:r>
            <a:r>
              <a:rPr lang="ar-DZ" sz="3800" baseline="-25000" dirty="0" smtClean="0">
                <a:solidFill>
                  <a:srgbClr val="002060"/>
                </a:solidFill>
                <a:cs typeface="+mj-cs"/>
              </a:rPr>
              <a:t>....................................</a:t>
            </a:r>
            <a:r>
              <a:rPr lang="ar-DZ" sz="3800" b="1" dirty="0" smtClean="0">
                <a:solidFill>
                  <a:srgbClr val="002060"/>
                </a:solidFill>
                <a:cs typeface="+mj-cs"/>
              </a:rPr>
              <a:t> عـلـى نــفــس الـقــرص الـصـلـب بـحـيـث نُـخَـصِّـصُ</a:t>
            </a:r>
            <a:r>
              <a:rPr lang="ar-DZ" sz="3800" baseline="-25000" dirty="0" smtClean="0">
                <a:solidFill>
                  <a:srgbClr val="002060"/>
                </a:solidFill>
                <a:cs typeface="+mj-cs"/>
              </a:rPr>
              <a:t>........................................</a:t>
            </a:r>
            <a:r>
              <a:rPr lang="ar-DZ" sz="3800" b="1" dirty="0" smtClean="0">
                <a:solidFill>
                  <a:srgbClr val="002060"/>
                </a:solidFill>
                <a:cs typeface="+mj-cs"/>
              </a:rPr>
              <a:t> لِـكُـلِّ </a:t>
            </a:r>
            <a:r>
              <a:rPr lang="ar-DZ" sz="3800" baseline="-25000" dirty="0" smtClean="0">
                <a:solidFill>
                  <a:srgbClr val="002060"/>
                </a:solidFill>
              </a:rPr>
              <a:t>.....................</a:t>
            </a:r>
            <a:r>
              <a:rPr lang="ar-DZ" sz="3800" b="1" dirty="0" smtClean="0">
                <a:solidFill>
                  <a:srgbClr val="002060"/>
                </a:solidFill>
                <a:cs typeface="+mj-cs"/>
              </a:rPr>
              <a:t> </a:t>
            </a:r>
            <a:endParaRPr lang="fr-FR" sz="3800" b="1" dirty="0" smtClean="0">
              <a:solidFill>
                <a:srgbClr val="002060"/>
              </a:solidFill>
              <a:cs typeface="+mj-cs"/>
            </a:endParaRPr>
          </a:p>
          <a:p>
            <a:pPr marL="0" indent="0" algn="just" rtl="1">
              <a:lnSpc>
                <a:spcPct val="175000"/>
              </a:lnSpc>
              <a:buNone/>
            </a:pPr>
            <a:endParaRPr lang="fr-FR" sz="3800" b="1" dirty="0">
              <a:solidFill>
                <a:srgbClr val="002060"/>
              </a:solidFill>
              <a:cs typeface="+mj-cs"/>
            </a:endParaRPr>
          </a:p>
        </p:txBody>
      </p:sp>
      <p:sp>
        <p:nvSpPr>
          <p:cNvPr id="7" name="Rectangle 6"/>
          <p:cNvSpPr/>
          <p:nvPr/>
        </p:nvSpPr>
        <p:spPr>
          <a:xfrm>
            <a:off x="5110583" y="1741983"/>
            <a:ext cx="371384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0070C0"/>
                </a:solidFill>
              </a:rPr>
              <a:t>تـنـظـيـم وتـرتـيـب</a:t>
            </a:r>
            <a:endParaRPr lang="fr-FR" sz="4400" b="1" dirty="0">
              <a:solidFill>
                <a:srgbClr val="0070C0"/>
              </a:solidFill>
            </a:endParaRPr>
          </a:p>
        </p:txBody>
      </p:sp>
      <p:sp>
        <p:nvSpPr>
          <p:cNvPr id="8" name="Rectangle 7"/>
          <p:cNvSpPr/>
          <p:nvPr/>
        </p:nvSpPr>
        <p:spPr>
          <a:xfrm>
            <a:off x="8472264" y="2764951"/>
            <a:ext cx="280431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الـوصـول</a:t>
            </a:r>
            <a:endParaRPr lang="fr-FR" sz="4400" b="1" dirty="0">
              <a:solidFill>
                <a:srgbClr val="0070C0"/>
              </a:solidFill>
              <a:cs typeface="+mj-cs"/>
            </a:endParaRPr>
          </a:p>
        </p:txBody>
      </p:sp>
      <p:sp>
        <p:nvSpPr>
          <p:cNvPr id="13" name="Rectangle 12"/>
          <p:cNvSpPr/>
          <p:nvPr/>
        </p:nvSpPr>
        <p:spPr>
          <a:xfrm>
            <a:off x="4511824" y="3887935"/>
            <a:ext cx="288773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نـظـام تـشـغـيـل</a:t>
            </a:r>
            <a:endParaRPr lang="fr-FR" sz="4400" b="1" dirty="0">
              <a:solidFill>
                <a:srgbClr val="0070C0"/>
              </a:solidFill>
              <a:cs typeface="+mj-cs"/>
            </a:endParaRPr>
          </a:p>
        </p:txBody>
      </p:sp>
      <p:sp>
        <p:nvSpPr>
          <p:cNvPr id="9" name="Rectangle 8"/>
          <p:cNvSpPr/>
          <p:nvPr/>
        </p:nvSpPr>
        <p:spPr>
          <a:xfrm>
            <a:off x="4079776" y="4910903"/>
            <a:ext cx="288773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تَــجْــزِئَــة</a:t>
            </a:r>
            <a:endParaRPr lang="fr-FR" sz="4400" b="1" dirty="0">
              <a:solidFill>
                <a:srgbClr val="0070C0"/>
              </a:solidFill>
              <a:cs typeface="+mj-cs"/>
            </a:endParaRPr>
          </a:p>
        </p:txBody>
      </p:sp>
    </p:spTree>
    <p:extLst>
      <p:ext uri="{BB962C8B-B14F-4D97-AF65-F5344CB8AC3E}">
        <p14:creationId xmlns:p14="http://schemas.microsoft.com/office/powerpoint/2010/main" val="246863173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6">
                                            <p:txEl>
                                              <p:pRg st="2" end="2"/>
                                            </p:txEl>
                                          </p:spTgt>
                                        </p:tgtEl>
                                        <p:attrNameLst>
                                          <p:attrName>style.visibility</p:attrName>
                                        </p:attrNameLst>
                                      </p:cBhvr>
                                      <p:to>
                                        <p:strVal val="visible"/>
                                      </p:to>
                                    </p:set>
                                    <p:anim calcmode="lin" valueType="num">
                                      <p:cBhvr>
                                        <p:cTn id="45"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46"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47"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48" dur="1000"/>
                                        <p:tgtEl>
                                          <p:spTgt spid="6">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p:cTn id="53" dur="1000" fill="hold"/>
                                        <p:tgtEl>
                                          <p:spTgt spid="13"/>
                                        </p:tgtEl>
                                        <p:attrNameLst>
                                          <p:attrName>ppt_w</p:attrName>
                                        </p:attrNameLst>
                                      </p:cBhvr>
                                      <p:tavLst>
                                        <p:tav tm="0">
                                          <p:val>
                                            <p:fltVal val="0"/>
                                          </p:val>
                                        </p:tav>
                                        <p:tav tm="100000">
                                          <p:val>
                                            <p:strVal val="#ppt_w"/>
                                          </p:val>
                                        </p:tav>
                                      </p:tavLst>
                                    </p:anim>
                                    <p:anim calcmode="lin" valueType="num">
                                      <p:cBhvr>
                                        <p:cTn id="54" dur="1000" fill="hold"/>
                                        <p:tgtEl>
                                          <p:spTgt spid="13"/>
                                        </p:tgtEl>
                                        <p:attrNameLst>
                                          <p:attrName>ppt_h</p:attrName>
                                        </p:attrNameLst>
                                      </p:cBhvr>
                                      <p:tavLst>
                                        <p:tav tm="0">
                                          <p:val>
                                            <p:fltVal val="0"/>
                                          </p:val>
                                        </p:tav>
                                        <p:tav tm="100000">
                                          <p:val>
                                            <p:strVal val="#ppt_h"/>
                                          </p:val>
                                        </p:tav>
                                      </p:tavLst>
                                    </p:anim>
                                    <p:anim calcmode="lin" valueType="num">
                                      <p:cBhvr>
                                        <p:cTn id="55" dur="1000" fill="hold"/>
                                        <p:tgtEl>
                                          <p:spTgt spid="13"/>
                                        </p:tgtEl>
                                        <p:attrNameLst>
                                          <p:attrName>style.rotation</p:attrName>
                                        </p:attrNameLst>
                                      </p:cBhvr>
                                      <p:tavLst>
                                        <p:tav tm="0">
                                          <p:val>
                                            <p:fltVal val="90"/>
                                          </p:val>
                                        </p:tav>
                                        <p:tav tm="100000">
                                          <p:val>
                                            <p:fltVal val="0"/>
                                          </p:val>
                                        </p:tav>
                                      </p:tavLst>
                                    </p:anim>
                                    <p:animEffect transition="in" filter="fade">
                                      <p:cBhvr>
                                        <p:cTn id="56" dur="10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31" presetClass="entr" presetSubtype="0"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p:cTn id="61" dur="1000" fill="hold"/>
                                        <p:tgtEl>
                                          <p:spTgt spid="9"/>
                                        </p:tgtEl>
                                        <p:attrNameLst>
                                          <p:attrName>ppt_w</p:attrName>
                                        </p:attrNameLst>
                                      </p:cBhvr>
                                      <p:tavLst>
                                        <p:tav tm="0">
                                          <p:val>
                                            <p:fltVal val="0"/>
                                          </p:val>
                                        </p:tav>
                                        <p:tav tm="100000">
                                          <p:val>
                                            <p:strVal val="#ppt_w"/>
                                          </p:val>
                                        </p:tav>
                                      </p:tavLst>
                                    </p:anim>
                                    <p:anim calcmode="lin" valueType="num">
                                      <p:cBhvr>
                                        <p:cTn id="62" dur="1000" fill="hold"/>
                                        <p:tgtEl>
                                          <p:spTgt spid="9"/>
                                        </p:tgtEl>
                                        <p:attrNameLst>
                                          <p:attrName>ppt_h</p:attrName>
                                        </p:attrNameLst>
                                      </p:cBhvr>
                                      <p:tavLst>
                                        <p:tav tm="0">
                                          <p:val>
                                            <p:fltVal val="0"/>
                                          </p:val>
                                        </p:tav>
                                        <p:tav tm="100000">
                                          <p:val>
                                            <p:strVal val="#ppt_h"/>
                                          </p:val>
                                        </p:tav>
                                      </p:tavLst>
                                    </p:anim>
                                    <p:anim calcmode="lin" valueType="num">
                                      <p:cBhvr>
                                        <p:cTn id="63" dur="1000" fill="hold"/>
                                        <p:tgtEl>
                                          <p:spTgt spid="9"/>
                                        </p:tgtEl>
                                        <p:attrNameLst>
                                          <p:attrName>style.rotation</p:attrName>
                                        </p:attrNameLst>
                                      </p:cBhvr>
                                      <p:tavLst>
                                        <p:tav tm="0">
                                          <p:val>
                                            <p:fltVal val="90"/>
                                          </p:val>
                                        </p:tav>
                                        <p:tav tm="100000">
                                          <p:val>
                                            <p:fltVal val="0"/>
                                          </p:val>
                                        </p:tav>
                                      </p:tavLst>
                                    </p:anim>
                                    <p:animEffect transition="in" filter="fade">
                                      <p:cBhvr>
                                        <p:cTn id="64"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P spid="13" grpId="0" animBg="1"/>
      <p:bldP spid="9"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00B050"/>
                </a:solidFill>
                <a:cs typeface="+mj-cs"/>
              </a:rPr>
              <a:t> </a:t>
            </a:r>
            <a:r>
              <a:rPr lang="ar-DZ" sz="3600" b="1" u="sng" dirty="0">
                <a:solidFill>
                  <a:srgbClr val="FF0000"/>
                </a:solidFill>
                <a:cs typeface="+mj-cs"/>
              </a:rPr>
              <a:t>أتـذكـر</a:t>
            </a:r>
            <a:r>
              <a:rPr lang="ar-DZ" sz="3600" b="1" dirty="0">
                <a:solidFill>
                  <a:srgbClr val="00B050"/>
                </a:solidFill>
                <a:cs typeface="+mj-cs"/>
              </a:rPr>
              <a:t> : ( </a:t>
            </a:r>
            <a:r>
              <a:rPr lang="ar-DZ" sz="3600" b="1" dirty="0" smtClean="0">
                <a:solidFill>
                  <a:srgbClr val="00B050"/>
                </a:solidFill>
                <a:cs typeface="+mj-cs"/>
              </a:rPr>
              <a:t>نَــشَـاط </a:t>
            </a:r>
            <a:r>
              <a:rPr lang="ar-DZ" sz="3600" b="1" dirty="0">
                <a:solidFill>
                  <a:srgbClr val="00B050"/>
                </a:solidFill>
                <a:cs typeface="+mj-cs"/>
              </a:rPr>
              <a:t>4 - مــزَايــا </a:t>
            </a:r>
            <a:r>
              <a:rPr lang="ar-DZ" sz="3600" b="1" dirty="0" smtClean="0">
                <a:solidFill>
                  <a:srgbClr val="00B050"/>
                </a:solidFill>
                <a:cs typeface="+mj-cs"/>
              </a:rPr>
              <a:t>تــقــســيــم </a:t>
            </a:r>
            <a:r>
              <a:rPr lang="ar-DZ" sz="3600" b="1" dirty="0">
                <a:solidFill>
                  <a:srgbClr val="00B050"/>
                </a:solidFill>
                <a:cs typeface="+mj-cs"/>
              </a:rPr>
              <a:t>الـقــرص </a:t>
            </a:r>
            <a:r>
              <a:rPr lang="ar-DZ" sz="3600" b="1" dirty="0" smtClean="0">
                <a:solidFill>
                  <a:srgbClr val="00B050"/>
                </a:solidFill>
                <a:cs typeface="+mj-cs"/>
              </a:rPr>
              <a:t>الـصـلــب ــ تــابـع </a:t>
            </a:r>
            <a:r>
              <a:rPr lang="ar-DZ" sz="3600" b="1" dirty="0">
                <a:solidFill>
                  <a:srgbClr val="00B050"/>
                </a:solidFill>
                <a:cs typeface="+mj-cs"/>
              </a:rPr>
              <a:t>) </a:t>
            </a:r>
            <a:endParaRPr lang="fr-FR" sz="36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Espace réservé du contenu 2"/>
          <p:cNvSpPr txBox="1">
            <a:spLocks/>
          </p:cNvSpPr>
          <p:nvPr/>
        </p:nvSpPr>
        <p:spPr>
          <a:xfrm>
            <a:off x="625350" y="1412775"/>
            <a:ext cx="10814992" cy="4943577"/>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3800" b="1" dirty="0" smtClean="0">
                <a:solidFill>
                  <a:srgbClr val="002060"/>
                </a:solidFill>
                <a:cs typeface="+mj-cs"/>
              </a:rPr>
              <a:t> ─</a:t>
            </a:r>
            <a:r>
              <a:rPr lang="ar-DZ" sz="3800" b="1" dirty="0">
                <a:solidFill>
                  <a:srgbClr val="002060"/>
                </a:solidFill>
                <a:cs typeface="+mj-cs"/>
              </a:rPr>
              <a:t>	</a:t>
            </a:r>
            <a:r>
              <a:rPr lang="ar-DZ" sz="3800" b="1" dirty="0" smtClean="0">
                <a:solidFill>
                  <a:srgbClr val="002060"/>
                </a:solidFill>
                <a:cs typeface="+mj-cs"/>
              </a:rPr>
              <a:t>حُــسْــن </a:t>
            </a:r>
            <a:r>
              <a:rPr lang="ar-DZ" sz="3800" baseline="-25000" dirty="0" smtClean="0">
                <a:solidFill>
                  <a:srgbClr val="002060"/>
                </a:solidFill>
                <a:cs typeface="+mj-cs"/>
              </a:rPr>
              <a:t>.................................................</a:t>
            </a:r>
            <a:r>
              <a:rPr lang="ar-DZ" sz="3800" b="1" dirty="0" smtClean="0">
                <a:solidFill>
                  <a:srgbClr val="002060"/>
                </a:solidFill>
                <a:cs typeface="+mj-cs"/>
              </a:rPr>
              <a:t> </a:t>
            </a:r>
            <a:r>
              <a:rPr lang="ar-DZ" sz="3800" b="1" dirty="0">
                <a:solidFill>
                  <a:srgbClr val="002060"/>
                </a:solidFill>
                <a:cs typeface="+mj-cs"/>
              </a:rPr>
              <a:t>الــمــلــفــات وســهــولــة </a:t>
            </a:r>
            <a:r>
              <a:rPr lang="ar-DZ" sz="3800" baseline="-25000" dirty="0" smtClean="0">
                <a:solidFill>
                  <a:srgbClr val="002060"/>
                </a:solidFill>
                <a:cs typeface="+mj-cs"/>
              </a:rPr>
              <a:t>.....................................</a:t>
            </a:r>
            <a:r>
              <a:rPr lang="ar-DZ" sz="3800" b="1" dirty="0" smtClean="0">
                <a:solidFill>
                  <a:srgbClr val="002060"/>
                </a:solidFill>
                <a:cs typeface="+mj-cs"/>
              </a:rPr>
              <a:t> إلـيـهـا</a:t>
            </a:r>
          </a:p>
          <a:p>
            <a:pPr marL="0" indent="0" algn="just" rtl="1">
              <a:lnSpc>
                <a:spcPct val="175000"/>
              </a:lnSpc>
              <a:buNone/>
            </a:pPr>
            <a:r>
              <a:rPr lang="ar-DZ" sz="3800" b="1" dirty="0" smtClean="0">
                <a:solidFill>
                  <a:srgbClr val="002060"/>
                </a:solidFill>
                <a:cs typeface="+mj-cs"/>
              </a:rPr>
              <a:t> ─ تــثــبــيــت أكـثـر مـن </a:t>
            </a:r>
            <a:r>
              <a:rPr lang="ar-DZ" sz="3800" baseline="-25000" dirty="0" smtClean="0">
                <a:solidFill>
                  <a:srgbClr val="002060"/>
                </a:solidFill>
                <a:cs typeface="+mj-cs"/>
              </a:rPr>
              <a:t>....................................</a:t>
            </a:r>
            <a:r>
              <a:rPr lang="ar-DZ" sz="3800" b="1" dirty="0" smtClean="0">
                <a:solidFill>
                  <a:srgbClr val="002060"/>
                </a:solidFill>
                <a:cs typeface="+mj-cs"/>
              </a:rPr>
              <a:t> عـلـى نــفــس الـقــرص الـصـلـب بـحـيـث نُـخَـصِّـصُ</a:t>
            </a:r>
            <a:r>
              <a:rPr lang="ar-DZ" sz="3800" baseline="-25000" dirty="0" smtClean="0">
                <a:solidFill>
                  <a:srgbClr val="002060"/>
                </a:solidFill>
                <a:cs typeface="+mj-cs"/>
              </a:rPr>
              <a:t>........................................</a:t>
            </a:r>
            <a:r>
              <a:rPr lang="ar-DZ" sz="3800" b="1" dirty="0" smtClean="0">
                <a:solidFill>
                  <a:srgbClr val="002060"/>
                </a:solidFill>
                <a:cs typeface="+mj-cs"/>
              </a:rPr>
              <a:t> لِـكُـلِّ </a:t>
            </a:r>
            <a:r>
              <a:rPr lang="ar-DZ" sz="3800" baseline="-25000" dirty="0" smtClean="0">
                <a:solidFill>
                  <a:srgbClr val="002060"/>
                </a:solidFill>
              </a:rPr>
              <a:t>.....................</a:t>
            </a:r>
            <a:r>
              <a:rPr lang="ar-DZ" sz="3800" b="1" dirty="0" smtClean="0">
                <a:solidFill>
                  <a:srgbClr val="002060"/>
                </a:solidFill>
                <a:cs typeface="+mj-cs"/>
              </a:rPr>
              <a:t> </a:t>
            </a:r>
            <a:endParaRPr lang="fr-FR" sz="3800" b="1" dirty="0" smtClean="0">
              <a:solidFill>
                <a:srgbClr val="002060"/>
              </a:solidFill>
              <a:cs typeface="+mj-cs"/>
            </a:endParaRPr>
          </a:p>
          <a:p>
            <a:pPr marL="0" indent="0" algn="just" rtl="1">
              <a:lnSpc>
                <a:spcPct val="175000"/>
              </a:lnSpc>
              <a:buNone/>
            </a:pPr>
            <a:endParaRPr lang="fr-FR" sz="3800" b="1" dirty="0">
              <a:solidFill>
                <a:srgbClr val="002060"/>
              </a:solidFill>
              <a:cs typeface="+mj-cs"/>
            </a:endParaRPr>
          </a:p>
        </p:txBody>
      </p:sp>
      <p:sp>
        <p:nvSpPr>
          <p:cNvPr id="7" name="Rectangle 6"/>
          <p:cNvSpPr/>
          <p:nvPr/>
        </p:nvSpPr>
        <p:spPr>
          <a:xfrm>
            <a:off x="5110583" y="1741983"/>
            <a:ext cx="371384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0070C0"/>
                </a:solidFill>
              </a:rPr>
              <a:t>تـنـظـيـم وتـرتـيـب</a:t>
            </a:r>
            <a:endParaRPr lang="fr-FR" sz="4400" b="1" dirty="0">
              <a:solidFill>
                <a:srgbClr val="0070C0"/>
              </a:solidFill>
            </a:endParaRPr>
          </a:p>
        </p:txBody>
      </p:sp>
      <p:sp>
        <p:nvSpPr>
          <p:cNvPr id="8" name="Rectangle 7"/>
          <p:cNvSpPr/>
          <p:nvPr/>
        </p:nvSpPr>
        <p:spPr>
          <a:xfrm>
            <a:off x="8472264" y="2764951"/>
            <a:ext cx="280431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الـوصـول</a:t>
            </a:r>
            <a:endParaRPr lang="fr-FR" sz="4400" b="1" dirty="0">
              <a:solidFill>
                <a:srgbClr val="0070C0"/>
              </a:solidFill>
              <a:cs typeface="+mj-cs"/>
            </a:endParaRPr>
          </a:p>
        </p:txBody>
      </p:sp>
      <p:sp>
        <p:nvSpPr>
          <p:cNvPr id="13" name="Rectangle 12"/>
          <p:cNvSpPr/>
          <p:nvPr/>
        </p:nvSpPr>
        <p:spPr>
          <a:xfrm>
            <a:off x="4511824" y="3887935"/>
            <a:ext cx="288773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نـظـام تـشـغـيـل</a:t>
            </a:r>
            <a:endParaRPr lang="fr-FR" sz="4400" b="1" dirty="0">
              <a:solidFill>
                <a:srgbClr val="0070C0"/>
              </a:solidFill>
              <a:cs typeface="+mj-cs"/>
            </a:endParaRPr>
          </a:p>
        </p:txBody>
      </p:sp>
      <p:sp>
        <p:nvSpPr>
          <p:cNvPr id="9" name="Rectangle 8"/>
          <p:cNvSpPr/>
          <p:nvPr/>
        </p:nvSpPr>
        <p:spPr>
          <a:xfrm>
            <a:off x="4079776" y="4910903"/>
            <a:ext cx="288773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تَــجْــزِئَــة</a:t>
            </a:r>
            <a:endParaRPr lang="fr-FR" sz="4400" b="1" dirty="0">
              <a:solidFill>
                <a:srgbClr val="0070C0"/>
              </a:solidFill>
              <a:cs typeface="+mj-cs"/>
            </a:endParaRPr>
          </a:p>
        </p:txBody>
      </p:sp>
      <p:sp>
        <p:nvSpPr>
          <p:cNvPr id="10" name="Rectangle 9"/>
          <p:cNvSpPr/>
          <p:nvPr/>
        </p:nvSpPr>
        <p:spPr>
          <a:xfrm>
            <a:off x="1184129" y="4910013"/>
            <a:ext cx="169574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نــظــام</a:t>
            </a:r>
            <a:endParaRPr lang="fr-FR" sz="4400" b="1" dirty="0">
              <a:solidFill>
                <a:srgbClr val="0070C0"/>
              </a:solidFill>
              <a:cs typeface="+mj-cs"/>
            </a:endParaRPr>
          </a:p>
        </p:txBody>
      </p:sp>
    </p:spTree>
    <p:extLst>
      <p:ext uri="{BB962C8B-B14F-4D97-AF65-F5344CB8AC3E}">
        <p14:creationId xmlns:p14="http://schemas.microsoft.com/office/powerpoint/2010/main" val="841880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6">
                                            <p:txEl>
                                              <p:pRg st="2" end="2"/>
                                            </p:txEl>
                                          </p:spTgt>
                                        </p:tgtEl>
                                        <p:attrNameLst>
                                          <p:attrName>style.visibility</p:attrName>
                                        </p:attrNameLst>
                                      </p:cBhvr>
                                      <p:to>
                                        <p:strVal val="visible"/>
                                      </p:to>
                                    </p:set>
                                    <p:anim calcmode="lin" valueType="num">
                                      <p:cBhvr>
                                        <p:cTn id="45"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46"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47"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48" dur="1000"/>
                                        <p:tgtEl>
                                          <p:spTgt spid="6">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p:cTn id="53" dur="1000" fill="hold"/>
                                        <p:tgtEl>
                                          <p:spTgt spid="13"/>
                                        </p:tgtEl>
                                        <p:attrNameLst>
                                          <p:attrName>ppt_w</p:attrName>
                                        </p:attrNameLst>
                                      </p:cBhvr>
                                      <p:tavLst>
                                        <p:tav tm="0">
                                          <p:val>
                                            <p:fltVal val="0"/>
                                          </p:val>
                                        </p:tav>
                                        <p:tav tm="100000">
                                          <p:val>
                                            <p:strVal val="#ppt_w"/>
                                          </p:val>
                                        </p:tav>
                                      </p:tavLst>
                                    </p:anim>
                                    <p:anim calcmode="lin" valueType="num">
                                      <p:cBhvr>
                                        <p:cTn id="54" dur="1000" fill="hold"/>
                                        <p:tgtEl>
                                          <p:spTgt spid="13"/>
                                        </p:tgtEl>
                                        <p:attrNameLst>
                                          <p:attrName>ppt_h</p:attrName>
                                        </p:attrNameLst>
                                      </p:cBhvr>
                                      <p:tavLst>
                                        <p:tav tm="0">
                                          <p:val>
                                            <p:fltVal val="0"/>
                                          </p:val>
                                        </p:tav>
                                        <p:tav tm="100000">
                                          <p:val>
                                            <p:strVal val="#ppt_h"/>
                                          </p:val>
                                        </p:tav>
                                      </p:tavLst>
                                    </p:anim>
                                    <p:anim calcmode="lin" valueType="num">
                                      <p:cBhvr>
                                        <p:cTn id="55" dur="1000" fill="hold"/>
                                        <p:tgtEl>
                                          <p:spTgt spid="13"/>
                                        </p:tgtEl>
                                        <p:attrNameLst>
                                          <p:attrName>style.rotation</p:attrName>
                                        </p:attrNameLst>
                                      </p:cBhvr>
                                      <p:tavLst>
                                        <p:tav tm="0">
                                          <p:val>
                                            <p:fltVal val="90"/>
                                          </p:val>
                                        </p:tav>
                                        <p:tav tm="100000">
                                          <p:val>
                                            <p:fltVal val="0"/>
                                          </p:val>
                                        </p:tav>
                                      </p:tavLst>
                                    </p:anim>
                                    <p:animEffect transition="in" filter="fade">
                                      <p:cBhvr>
                                        <p:cTn id="56" dur="10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31" presetClass="entr" presetSubtype="0"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p:cTn id="61" dur="1000" fill="hold"/>
                                        <p:tgtEl>
                                          <p:spTgt spid="9"/>
                                        </p:tgtEl>
                                        <p:attrNameLst>
                                          <p:attrName>ppt_w</p:attrName>
                                        </p:attrNameLst>
                                      </p:cBhvr>
                                      <p:tavLst>
                                        <p:tav tm="0">
                                          <p:val>
                                            <p:fltVal val="0"/>
                                          </p:val>
                                        </p:tav>
                                        <p:tav tm="100000">
                                          <p:val>
                                            <p:strVal val="#ppt_w"/>
                                          </p:val>
                                        </p:tav>
                                      </p:tavLst>
                                    </p:anim>
                                    <p:anim calcmode="lin" valueType="num">
                                      <p:cBhvr>
                                        <p:cTn id="62" dur="1000" fill="hold"/>
                                        <p:tgtEl>
                                          <p:spTgt spid="9"/>
                                        </p:tgtEl>
                                        <p:attrNameLst>
                                          <p:attrName>ppt_h</p:attrName>
                                        </p:attrNameLst>
                                      </p:cBhvr>
                                      <p:tavLst>
                                        <p:tav tm="0">
                                          <p:val>
                                            <p:fltVal val="0"/>
                                          </p:val>
                                        </p:tav>
                                        <p:tav tm="100000">
                                          <p:val>
                                            <p:strVal val="#ppt_h"/>
                                          </p:val>
                                        </p:tav>
                                      </p:tavLst>
                                    </p:anim>
                                    <p:anim calcmode="lin" valueType="num">
                                      <p:cBhvr>
                                        <p:cTn id="63" dur="1000" fill="hold"/>
                                        <p:tgtEl>
                                          <p:spTgt spid="9"/>
                                        </p:tgtEl>
                                        <p:attrNameLst>
                                          <p:attrName>style.rotation</p:attrName>
                                        </p:attrNameLst>
                                      </p:cBhvr>
                                      <p:tavLst>
                                        <p:tav tm="0">
                                          <p:val>
                                            <p:fltVal val="90"/>
                                          </p:val>
                                        </p:tav>
                                        <p:tav tm="100000">
                                          <p:val>
                                            <p:fltVal val="0"/>
                                          </p:val>
                                        </p:tav>
                                      </p:tavLst>
                                    </p:anim>
                                    <p:animEffect transition="in" filter="fade">
                                      <p:cBhvr>
                                        <p:cTn id="64" dur="1000"/>
                                        <p:tgtEl>
                                          <p:spTgt spid="9"/>
                                        </p:tgtEl>
                                      </p:cBhvr>
                                    </p:animEffect>
                                  </p:childTnLst>
                                </p:cTn>
                              </p:par>
                            </p:childTnLst>
                          </p:cTn>
                        </p:par>
                      </p:childTnLst>
                    </p:cTn>
                  </p:par>
                  <p:par>
                    <p:cTn id="65" fill="hold">
                      <p:stCondLst>
                        <p:cond delay="indefinite"/>
                      </p:stCondLst>
                      <p:childTnLst>
                        <p:par>
                          <p:cTn id="66" fill="hold">
                            <p:stCondLst>
                              <p:cond delay="0"/>
                            </p:stCondLst>
                            <p:childTnLst>
                              <p:par>
                                <p:cTn id="67" presetID="31" presetClass="entr" presetSubtype="0" fill="hold" grpId="0" nodeType="clickEffect">
                                  <p:stCondLst>
                                    <p:cond delay="0"/>
                                  </p:stCondLst>
                                  <p:childTnLst>
                                    <p:set>
                                      <p:cBhvr>
                                        <p:cTn id="68" dur="1" fill="hold">
                                          <p:stCondLst>
                                            <p:cond delay="0"/>
                                          </p:stCondLst>
                                        </p:cTn>
                                        <p:tgtEl>
                                          <p:spTgt spid="10"/>
                                        </p:tgtEl>
                                        <p:attrNameLst>
                                          <p:attrName>style.visibility</p:attrName>
                                        </p:attrNameLst>
                                      </p:cBhvr>
                                      <p:to>
                                        <p:strVal val="visible"/>
                                      </p:to>
                                    </p:set>
                                    <p:anim calcmode="lin" valueType="num">
                                      <p:cBhvr>
                                        <p:cTn id="69" dur="1000" fill="hold"/>
                                        <p:tgtEl>
                                          <p:spTgt spid="10"/>
                                        </p:tgtEl>
                                        <p:attrNameLst>
                                          <p:attrName>ppt_w</p:attrName>
                                        </p:attrNameLst>
                                      </p:cBhvr>
                                      <p:tavLst>
                                        <p:tav tm="0">
                                          <p:val>
                                            <p:fltVal val="0"/>
                                          </p:val>
                                        </p:tav>
                                        <p:tav tm="100000">
                                          <p:val>
                                            <p:strVal val="#ppt_w"/>
                                          </p:val>
                                        </p:tav>
                                      </p:tavLst>
                                    </p:anim>
                                    <p:anim calcmode="lin" valueType="num">
                                      <p:cBhvr>
                                        <p:cTn id="70" dur="1000" fill="hold"/>
                                        <p:tgtEl>
                                          <p:spTgt spid="10"/>
                                        </p:tgtEl>
                                        <p:attrNameLst>
                                          <p:attrName>ppt_h</p:attrName>
                                        </p:attrNameLst>
                                      </p:cBhvr>
                                      <p:tavLst>
                                        <p:tav tm="0">
                                          <p:val>
                                            <p:fltVal val="0"/>
                                          </p:val>
                                        </p:tav>
                                        <p:tav tm="100000">
                                          <p:val>
                                            <p:strVal val="#ppt_h"/>
                                          </p:val>
                                        </p:tav>
                                      </p:tavLst>
                                    </p:anim>
                                    <p:anim calcmode="lin" valueType="num">
                                      <p:cBhvr>
                                        <p:cTn id="71" dur="1000" fill="hold"/>
                                        <p:tgtEl>
                                          <p:spTgt spid="10"/>
                                        </p:tgtEl>
                                        <p:attrNameLst>
                                          <p:attrName>style.rotation</p:attrName>
                                        </p:attrNameLst>
                                      </p:cBhvr>
                                      <p:tavLst>
                                        <p:tav tm="0">
                                          <p:val>
                                            <p:fltVal val="90"/>
                                          </p:val>
                                        </p:tav>
                                        <p:tav tm="100000">
                                          <p:val>
                                            <p:fltVal val="0"/>
                                          </p:val>
                                        </p:tav>
                                      </p:tavLst>
                                    </p:anim>
                                    <p:animEffect transition="in" filter="fade">
                                      <p:cBhvr>
                                        <p:cTn id="7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P spid="13" grpId="0" animBg="1"/>
      <p:bldP spid="9" grpId="0" animBg="1"/>
      <p:bldP spid="10"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u="sng" dirty="0" smtClean="0">
                <a:solidFill>
                  <a:srgbClr val="FF0000"/>
                </a:solidFill>
                <a:cs typeface="+mj-cs"/>
              </a:rPr>
              <a:t>4. تـهــيــئـة </a:t>
            </a:r>
            <a:r>
              <a:rPr lang="ar-DZ" sz="4000" b="1" u="sng" dirty="0">
                <a:solidFill>
                  <a:srgbClr val="FF0000"/>
                </a:solidFill>
                <a:cs typeface="+mj-cs"/>
              </a:rPr>
              <a:t>الـقــرص الـصـلــب </a:t>
            </a:r>
            <a:r>
              <a:rPr lang="fr-FR" sz="4000" b="1" u="sng" dirty="0">
                <a:solidFill>
                  <a:srgbClr val="FF0000"/>
                </a:solidFill>
                <a:cs typeface="+mj-cs"/>
              </a:rPr>
              <a:t>Formatage d’un HDD :</a:t>
            </a:r>
            <a:endParaRPr lang="fr-FR" sz="40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الـتــهـــيـــئــة الـفــيـزيـائــيـة</a:t>
            </a:r>
            <a:endParaRPr lang="fr-FR" sz="4000" b="1" dirty="0">
              <a:solidFill>
                <a:srgbClr val="FF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00B050"/>
                </a:solidFill>
              </a:rPr>
              <a:t>الـتــهـــيـــئــة</a:t>
            </a:r>
            <a:r>
              <a:rPr lang="ar-DZ" sz="4000" b="1" dirty="0" smtClean="0">
                <a:solidFill>
                  <a:srgbClr val="00B050"/>
                </a:solidFill>
                <a:cs typeface="+mj-cs"/>
              </a:rPr>
              <a:t> </a:t>
            </a:r>
            <a:r>
              <a:rPr lang="ar-DZ" sz="4000" b="1" dirty="0">
                <a:solidFill>
                  <a:srgbClr val="00B050"/>
                </a:solidFill>
                <a:cs typeface="+mj-cs"/>
              </a:rPr>
              <a:t>الـمــنــطــقـــيــة</a:t>
            </a:r>
            <a:endParaRPr lang="fr-FR" sz="36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800" b="1" u="sng" dirty="0">
                <a:solidFill>
                  <a:srgbClr val="FF0000"/>
                </a:solidFill>
              </a:rPr>
              <a:t>تـهــيــئـة الـقــرص الـصـلــب </a:t>
            </a:r>
            <a:r>
              <a:rPr lang="ar-DZ" sz="3800" b="1" dirty="0" smtClean="0">
                <a:solidFill>
                  <a:srgbClr val="FF0000"/>
                </a:solidFill>
                <a:cs typeface="+mj-cs"/>
              </a:rPr>
              <a:t>تــكــون خــلال مــرحــلــتــيــن :</a:t>
            </a:r>
            <a:endParaRPr lang="ar-DZ" sz="38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3600" b="1" dirty="0">
                <a:solidFill>
                  <a:srgbClr val="0070C0"/>
                </a:solidFill>
                <a:cs typeface="+mj-cs"/>
              </a:rPr>
              <a:t>الـتـهـــيـــئــة </a:t>
            </a:r>
            <a:r>
              <a:rPr lang="ar-DZ" sz="3600" b="1" dirty="0" smtClean="0">
                <a:solidFill>
                  <a:srgbClr val="0070C0"/>
                </a:solidFill>
                <a:cs typeface="+mj-cs"/>
              </a:rPr>
              <a:t>............</a:t>
            </a:r>
            <a:endParaRPr lang="fr-FR" sz="3600" dirty="0">
              <a:cs typeface="+mj-cs"/>
            </a:endParaRPr>
          </a:p>
        </p:txBody>
      </p:sp>
      <p:sp>
        <p:nvSpPr>
          <p:cNvPr id="23"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3600" b="1" dirty="0" smtClean="0">
                <a:solidFill>
                  <a:srgbClr val="0070C0"/>
                </a:solidFill>
                <a:cs typeface="+mj-cs"/>
              </a:rPr>
              <a:t>مُــسَــيَّــرَة بِـ .............</a:t>
            </a:r>
            <a:endParaRPr lang="fr-FR" sz="3600" dirty="0">
              <a:cs typeface="+mj-cs"/>
            </a:endParaRPr>
          </a:p>
        </p:txBody>
      </p:sp>
    </p:spTree>
    <p:extLst>
      <p:ext uri="{BB962C8B-B14F-4D97-AF65-F5344CB8AC3E}">
        <p14:creationId xmlns:p14="http://schemas.microsoft.com/office/powerpoint/2010/main" val="70026312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u="sng" dirty="0" smtClean="0">
                <a:solidFill>
                  <a:srgbClr val="FF0000"/>
                </a:solidFill>
                <a:cs typeface="+mj-cs"/>
              </a:rPr>
              <a:t>4. تـهــيــئـة </a:t>
            </a:r>
            <a:r>
              <a:rPr lang="ar-DZ" sz="4000" b="1" u="sng" dirty="0">
                <a:solidFill>
                  <a:srgbClr val="FF0000"/>
                </a:solidFill>
                <a:cs typeface="+mj-cs"/>
              </a:rPr>
              <a:t>الـقــرص الـصـلــب </a:t>
            </a:r>
            <a:r>
              <a:rPr lang="fr-FR" sz="4000" b="1" u="sng" dirty="0">
                <a:solidFill>
                  <a:srgbClr val="FF0000"/>
                </a:solidFill>
                <a:cs typeface="+mj-cs"/>
              </a:rPr>
              <a:t>Formatage d’un HDD :</a:t>
            </a:r>
            <a:endParaRPr lang="fr-FR" sz="40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الـتــهـــيـــئــة الـفــيـزيـائــيـة</a:t>
            </a:r>
            <a:endParaRPr lang="fr-FR" sz="4000" b="1" dirty="0">
              <a:solidFill>
                <a:srgbClr val="FF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00B050"/>
                </a:solidFill>
              </a:rPr>
              <a:t>الـتــهـــيـــئــة</a:t>
            </a:r>
            <a:r>
              <a:rPr lang="ar-DZ" sz="4000" b="1" dirty="0" smtClean="0">
                <a:solidFill>
                  <a:srgbClr val="00B050"/>
                </a:solidFill>
                <a:cs typeface="+mj-cs"/>
              </a:rPr>
              <a:t> </a:t>
            </a:r>
            <a:r>
              <a:rPr lang="ar-DZ" sz="4000" b="1" dirty="0">
                <a:solidFill>
                  <a:srgbClr val="00B050"/>
                </a:solidFill>
                <a:cs typeface="+mj-cs"/>
              </a:rPr>
              <a:t>الـمــنــطــقـــيــة</a:t>
            </a:r>
            <a:endParaRPr lang="fr-FR" sz="36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800" b="1" u="sng" dirty="0">
                <a:solidFill>
                  <a:srgbClr val="FF0000"/>
                </a:solidFill>
              </a:rPr>
              <a:t>تـهــيــئـة الـقــرص الـصـلــب </a:t>
            </a:r>
            <a:r>
              <a:rPr lang="ar-DZ" sz="3800" b="1" dirty="0" smtClean="0">
                <a:solidFill>
                  <a:srgbClr val="FF0000"/>
                </a:solidFill>
                <a:cs typeface="+mj-cs"/>
              </a:rPr>
              <a:t>تــكــون خــلال مــرحــلــتــيــن :</a:t>
            </a:r>
            <a:endParaRPr lang="ar-DZ" sz="38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3600" b="1" dirty="0">
                <a:solidFill>
                  <a:srgbClr val="0070C0"/>
                </a:solidFill>
                <a:cs typeface="+mj-cs"/>
              </a:rPr>
              <a:t>الـتـهـــيـــئــة </a:t>
            </a:r>
            <a:r>
              <a:rPr lang="ar-DZ" sz="3600" b="1" dirty="0" smtClean="0">
                <a:solidFill>
                  <a:srgbClr val="0070C0"/>
                </a:solidFill>
                <a:cs typeface="+mj-cs"/>
              </a:rPr>
              <a:t>الــمـــاديـــة</a:t>
            </a:r>
            <a:endParaRPr lang="fr-FR" sz="3600" dirty="0">
              <a:cs typeface="+mj-cs"/>
            </a:endParaRPr>
          </a:p>
        </p:txBody>
      </p:sp>
      <p:sp>
        <p:nvSpPr>
          <p:cNvPr id="11"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3600" b="1" dirty="0" smtClean="0">
                <a:solidFill>
                  <a:srgbClr val="0070C0"/>
                </a:solidFill>
                <a:cs typeface="+mj-cs"/>
              </a:rPr>
              <a:t>مُــسَــيَّــرَة بِـ .............</a:t>
            </a:r>
            <a:endParaRPr lang="fr-FR" sz="3600" dirty="0">
              <a:cs typeface="+mj-cs"/>
            </a:endParaRPr>
          </a:p>
        </p:txBody>
      </p:sp>
    </p:spTree>
    <p:extLst>
      <p:ext uri="{BB962C8B-B14F-4D97-AF65-F5344CB8AC3E}">
        <p14:creationId xmlns:p14="http://schemas.microsoft.com/office/powerpoint/2010/main" val="388731419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circle(in)">
                                      <p:cBhvr>
                                        <p:cTn id="56"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11"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u="sng" dirty="0" smtClean="0">
                <a:solidFill>
                  <a:srgbClr val="FF0000"/>
                </a:solidFill>
                <a:cs typeface="+mj-cs"/>
              </a:rPr>
              <a:t>4. تـهــيــئـة </a:t>
            </a:r>
            <a:r>
              <a:rPr lang="ar-DZ" sz="4000" b="1" u="sng" dirty="0">
                <a:solidFill>
                  <a:srgbClr val="FF0000"/>
                </a:solidFill>
                <a:cs typeface="+mj-cs"/>
              </a:rPr>
              <a:t>الـقــرص الـصـلــب </a:t>
            </a:r>
            <a:r>
              <a:rPr lang="fr-FR" sz="4000" b="1" u="sng" dirty="0">
                <a:solidFill>
                  <a:srgbClr val="FF0000"/>
                </a:solidFill>
                <a:cs typeface="+mj-cs"/>
              </a:rPr>
              <a:t>Formatage d’un HDD :</a:t>
            </a:r>
            <a:endParaRPr lang="fr-FR" sz="40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الـتــهـــيـــئــة الـفــيـزيـائــيـة</a:t>
            </a:r>
            <a:endParaRPr lang="fr-FR" sz="4000" b="1" dirty="0">
              <a:solidFill>
                <a:srgbClr val="FF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00B050"/>
                </a:solidFill>
              </a:rPr>
              <a:t>الـتــهـــيـــئــة</a:t>
            </a:r>
            <a:r>
              <a:rPr lang="ar-DZ" sz="4000" b="1" dirty="0" smtClean="0">
                <a:solidFill>
                  <a:srgbClr val="00B050"/>
                </a:solidFill>
                <a:cs typeface="+mj-cs"/>
              </a:rPr>
              <a:t> </a:t>
            </a:r>
            <a:r>
              <a:rPr lang="ar-DZ" sz="4000" b="1" dirty="0">
                <a:solidFill>
                  <a:srgbClr val="00B050"/>
                </a:solidFill>
                <a:cs typeface="+mj-cs"/>
              </a:rPr>
              <a:t>الـمــنــطــقـــيــة</a:t>
            </a:r>
            <a:endParaRPr lang="fr-FR" sz="36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800" b="1" u="sng" dirty="0">
                <a:solidFill>
                  <a:srgbClr val="FF0000"/>
                </a:solidFill>
              </a:rPr>
              <a:t>تـهــيــئـة الـقــرص الـصـلــب </a:t>
            </a:r>
            <a:r>
              <a:rPr lang="ar-DZ" sz="3800" b="1" dirty="0" smtClean="0">
                <a:solidFill>
                  <a:srgbClr val="FF0000"/>
                </a:solidFill>
                <a:cs typeface="+mj-cs"/>
              </a:rPr>
              <a:t>تــكــون خــلال مــرحــلــتــيــن :</a:t>
            </a:r>
            <a:endParaRPr lang="ar-DZ" sz="38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3600" b="1" dirty="0">
                <a:solidFill>
                  <a:srgbClr val="0070C0"/>
                </a:solidFill>
                <a:cs typeface="+mj-cs"/>
              </a:rPr>
              <a:t>الـتـهـــيـــئــة </a:t>
            </a:r>
            <a:r>
              <a:rPr lang="ar-DZ" sz="3600" b="1" dirty="0" smtClean="0">
                <a:solidFill>
                  <a:srgbClr val="0070C0"/>
                </a:solidFill>
                <a:cs typeface="+mj-cs"/>
              </a:rPr>
              <a:t>الــمـــاديـــة</a:t>
            </a:r>
            <a:endParaRPr lang="fr-FR" sz="3600" dirty="0">
              <a:cs typeface="+mj-cs"/>
            </a:endParaRPr>
          </a:p>
        </p:txBody>
      </p:sp>
      <p:sp>
        <p:nvSpPr>
          <p:cNvPr id="23"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3600" b="1" dirty="0" smtClean="0">
                <a:solidFill>
                  <a:srgbClr val="0070C0"/>
                </a:solidFill>
                <a:cs typeface="+mj-cs"/>
              </a:rPr>
              <a:t>مُــسَــيَّــرَة بِـ بــرامـج</a:t>
            </a:r>
            <a:endParaRPr lang="fr-FR" sz="3600" dirty="0">
              <a:cs typeface="+mj-cs"/>
            </a:endParaRPr>
          </a:p>
        </p:txBody>
      </p:sp>
    </p:spTree>
    <p:extLst>
      <p:ext uri="{BB962C8B-B14F-4D97-AF65-F5344CB8AC3E}">
        <p14:creationId xmlns:p14="http://schemas.microsoft.com/office/powerpoint/2010/main" val="163541069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smtClean="0">
                <a:solidFill>
                  <a:srgbClr val="FF0000"/>
                </a:solidFill>
                <a:cs typeface="+mj-cs"/>
              </a:rPr>
              <a:t>4</a:t>
            </a:r>
            <a:r>
              <a:rPr lang="ar-DZ" b="1" dirty="0">
                <a:solidFill>
                  <a:srgbClr val="FF0000"/>
                </a:solidFill>
                <a:cs typeface="+mj-cs"/>
              </a:rPr>
              <a:t>. </a:t>
            </a:r>
            <a:r>
              <a:rPr lang="ar-DZ" b="1" dirty="0" smtClean="0">
                <a:solidFill>
                  <a:srgbClr val="FF0000"/>
                </a:solidFill>
                <a:cs typeface="+mj-cs"/>
              </a:rPr>
              <a:t>تـهــيــئـة </a:t>
            </a:r>
            <a:r>
              <a:rPr lang="ar-DZ" b="1" dirty="0">
                <a:solidFill>
                  <a:srgbClr val="FF0000"/>
                </a:solidFill>
                <a:cs typeface="+mj-cs"/>
              </a:rPr>
              <a:t>الـقــرص الـصـلــب </a:t>
            </a:r>
            <a:r>
              <a:rPr lang="fr-FR" sz="3600" b="1" dirty="0">
                <a:solidFill>
                  <a:srgbClr val="FF0000"/>
                </a:solidFill>
                <a:latin typeface="Times New Roman" panose="02020603050405020304" pitchFamily="18" charset="0"/>
                <a:cs typeface="+mj-cs"/>
              </a:rPr>
              <a:t>Formatage</a:t>
            </a:r>
            <a:r>
              <a:rPr lang="fr-FR" sz="3600" b="1" dirty="0" smtClean="0">
                <a:solidFill>
                  <a:srgbClr val="FF0000"/>
                </a:solidFill>
                <a:cs typeface="+mj-cs"/>
              </a:rPr>
              <a:t> </a:t>
            </a:r>
            <a:r>
              <a:rPr lang="fr-FR" sz="3600" b="1" dirty="0">
                <a:solidFill>
                  <a:srgbClr val="FF0000"/>
                </a:solidFill>
                <a:latin typeface="Times New Roman" panose="02020603050405020304" pitchFamily="18" charset="0"/>
                <a:cs typeface="+mj-cs"/>
              </a:rPr>
              <a:t>d’un HDD</a:t>
            </a:r>
            <a:r>
              <a:rPr lang="ar-DZ" b="1" dirty="0">
                <a:solidFill>
                  <a:srgbClr val="FF0000"/>
                </a:solidFill>
                <a:cs typeface="+mj-cs"/>
              </a:rPr>
              <a:t> :</a:t>
            </a:r>
            <a:endParaRPr lang="fr-FR" sz="5400"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effectLst>
                <a:outerShdw blurRad="38100" dist="19050" dir="2700000" algn="tl">
                  <a:schemeClr val="dk1">
                    <a:alpha val="40000"/>
                  </a:schemeClr>
                </a:outerShdw>
              </a:effectLst>
              <a:cs typeface="+mj-cs"/>
            </a:endParaRPr>
          </a:p>
          <a:p>
            <a:pPr marL="0" indent="0" algn="just" rtl="1">
              <a:lnSpc>
                <a:spcPct val="150000"/>
              </a:lnSpc>
              <a:buNone/>
            </a:pPr>
            <a:r>
              <a:rPr lang="ar-DZ" sz="4400" b="1" dirty="0" smtClean="0">
                <a:effectLst>
                  <a:outerShdw blurRad="38100" dist="19050" dir="2700000" algn="tl">
                    <a:schemeClr val="dk1">
                      <a:alpha val="40000"/>
                    </a:schemeClr>
                  </a:outerShdw>
                </a:effectLst>
                <a:cs typeface="+mj-cs"/>
              </a:rPr>
              <a:t>حَــلِّــلْ </a:t>
            </a:r>
            <a:r>
              <a:rPr lang="ar-DZ" sz="4400" b="1" dirty="0">
                <a:effectLst>
                  <a:outerShdw blurRad="38100" dist="19050" dir="2700000" algn="tl">
                    <a:schemeClr val="dk1">
                      <a:alpha val="40000"/>
                    </a:schemeClr>
                  </a:outerShdw>
                </a:effectLst>
                <a:cs typeface="+mj-cs"/>
              </a:rPr>
              <a:t>الـوثــيـــقــتــيــن  " أ " و " ب " </a:t>
            </a:r>
            <a:r>
              <a:rPr lang="ar-DZ" sz="4400" b="1" dirty="0" smtClean="0">
                <a:effectLst>
                  <a:outerShdw blurRad="38100" dist="19050" dir="2700000" algn="tl">
                    <a:schemeClr val="dk1">
                      <a:alpha val="40000"/>
                    </a:schemeClr>
                  </a:outerShdw>
                </a:effectLst>
                <a:cs typeface="+mj-cs"/>
              </a:rPr>
              <a:t> </a:t>
            </a:r>
            <a:r>
              <a:rPr lang="ar-DZ" sz="4400" b="1" dirty="0">
                <a:effectLst>
                  <a:outerShdw blurRad="38100" dist="19050" dir="2700000" algn="tl">
                    <a:schemeClr val="dk1">
                      <a:alpha val="40000"/>
                    </a:schemeClr>
                  </a:outerShdw>
                </a:effectLst>
                <a:cs typeface="+mj-cs"/>
              </a:rPr>
              <a:t>ــ   ص 3 ، 4 </a:t>
            </a:r>
            <a:r>
              <a:rPr lang="ar-DZ" sz="4400" b="1" dirty="0" smtClean="0">
                <a:effectLst>
                  <a:outerShdw blurRad="38100" dist="19050" dir="2700000" algn="tl">
                    <a:schemeClr val="dk1">
                      <a:alpha val="40000"/>
                    </a:schemeClr>
                  </a:outerShdw>
                </a:effectLst>
                <a:cs typeface="+mj-cs"/>
              </a:rPr>
              <a:t>، </a:t>
            </a:r>
            <a:r>
              <a:rPr lang="ar-DZ" sz="4400" b="1" dirty="0">
                <a:effectLst>
                  <a:outerShdw blurRad="38100" dist="19050" dir="2700000" algn="tl">
                    <a:schemeClr val="dk1">
                      <a:alpha val="40000"/>
                    </a:schemeClr>
                  </a:outerShdw>
                </a:effectLst>
                <a:cs typeface="+mj-cs"/>
              </a:rPr>
              <a:t>ثــم ا</a:t>
            </a:r>
            <a:r>
              <a:rPr lang="ar-DZ" sz="4400" b="1" dirty="0">
                <a:cs typeface="+mj-cs"/>
              </a:rPr>
              <a:t>شــ</a:t>
            </a:r>
            <a:r>
              <a:rPr lang="ar-DZ" sz="4400" b="1" dirty="0">
                <a:effectLst>
                  <a:outerShdw blurRad="38100" dist="19050" dir="2700000" algn="tl">
                    <a:schemeClr val="dk1">
                      <a:alpha val="40000"/>
                    </a:schemeClr>
                  </a:outerShdw>
                </a:effectLst>
                <a:cs typeface="+mj-cs"/>
              </a:rPr>
              <a:t>رح كــيــف تَــتِـمُّ </a:t>
            </a:r>
            <a:r>
              <a:rPr lang="ar-DZ" sz="4400" b="1" dirty="0">
                <a:cs typeface="+mj-cs"/>
              </a:rPr>
              <a:t>" الـتـهــيــئـة</a:t>
            </a:r>
            <a:r>
              <a:rPr lang="ar-DZ" sz="4400" dirty="0">
                <a:cs typeface="+mj-cs"/>
              </a:rPr>
              <a:t> </a:t>
            </a:r>
            <a:r>
              <a:rPr lang="ar-DZ" sz="4400" b="1" dirty="0">
                <a:cs typeface="+mj-cs"/>
              </a:rPr>
              <a:t>الـفــيــزيــائــيـة </a:t>
            </a:r>
            <a:r>
              <a:rPr lang="fr-FR" sz="4000" b="1" dirty="0">
                <a:solidFill>
                  <a:srgbClr val="0070C0"/>
                </a:solidFill>
                <a:latin typeface="Times New Roman" panose="02020603050405020304" pitchFamily="18" charset="0"/>
                <a:cs typeface="Times New Roman" panose="02020603050405020304" pitchFamily="18" charset="0"/>
              </a:rPr>
              <a:t>Formatage</a:t>
            </a:r>
            <a:r>
              <a:rPr lang="fr-FR" sz="4000" b="1" dirty="0">
                <a:solidFill>
                  <a:srgbClr val="0070C0"/>
                </a:solidFill>
                <a:cs typeface="+mj-cs"/>
              </a:rPr>
              <a:t> </a:t>
            </a:r>
            <a:r>
              <a:rPr lang="fr-FR" sz="4000" b="1" dirty="0">
                <a:solidFill>
                  <a:srgbClr val="0070C0"/>
                </a:solidFill>
                <a:latin typeface="Times New Roman" panose="02020603050405020304" pitchFamily="18" charset="0"/>
                <a:cs typeface="Times New Roman" panose="02020603050405020304" pitchFamily="18" charset="0"/>
              </a:rPr>
              <a:t>Physique</a:t>
            </a:r>
            <a:r>
              <a:rPr lang="ar-DZ" sz="4000" b="1" dirty="0">
                <a:solidFill>
                  <a:srgbClr val="0070C0"/>
                </a:solidFill>
                <a:cs typeface="+mj-cs"/>
              </a:rPr>
              <a:t> </a:t>
            </a:r>
            <a:r>
              <a:rPr lang="ar-DZ" sz="4000" b="1" dirty="0" smtClean="0">
                <a:solidFill>
                  <a:srgbClr val="0070C0"/>
                </a:solidFill>
                <a:cs typeface="+mj-cs"/>
              </a:rPr>
              <a:t> </a:t>
            </a:r>
            <a:r>
              <a:rPr lang="ar-DZ" sz="4400" b="1" dirty="0" smtClean="0">
                <a:cs typeface="+mj-cs"/>
              </a:rPr>
              <a:t>للــقـــرص الـصــلــب "</a:t>
            </a:r>
            <a:endParaRPr lang="ar-DZ" sz="2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3500" b="1" u="sng" dirty="0" smtClean="0">
                <a:solidFill>
                  <a:srgbClr val="00B050"/>
                </a:solidFill>
                <a:cs typeface="+mj-cs"/>
              </a:rPr>
              <a:t>نَــشَـاط 5</a:t>
            </a:r>
            <a:r>
              <a:rPr lang="ar-DZ" sz="3500" b="1" dirty="0" smtClean="0">
                <a:solidFill>
                  <a:srgbClr val="00B050"/>
                </a:solidFill>
                <a:cs typeface="+mj-cs"/>
              </a:rPr>
              <a:t> </a:t>
            </a:r>
            <a:r>
              <a:rPr lang="ar-DZ" sz="3500" b="1" dirty="0">
                <a:solidFill>
                  <a:srgbClr val="00B050"/>
                </a:solidFill>
                <a:cs typeface="+mj-cs"/>
              </a:rPr>
              <a:t>: </a:t>
            </a:r>
            <a:r>
              <a:rPr lang="ar-DZ" sz="3500" b="1" dirty="0" smtClean="0">
                <a:solidFill>
                  <a:srgbClr val="00B050"/>
                </a:solidFill>
                <a:cs typeface="+mj-cs"/>
              </a:rPr>
              <a:t>( 1.4- الـتـهــيــئـة الـفــيـزيـائــيـة </a:t>
            </a:r>
            <a:r>
              <a:rPr lang="fr-FR" sz="3500" b="1" dirty="0" smtClean="0">
                <a:solidFill>
                  <a:srgbClr val="00B050"/>
                </a:solidFill>
                <a:cs typeface="+mj-cs"/>
              </a:rPr>
              <a:t>Formatage Physique</a:t>
            </a:r>
            <a:r>
              <a:rPr lang="ar-DZ" sz="3500" b="1" dirty="0" smtClean="0">
                <a:solidFill>
                  <a:srgbClr val="00B050"/>
                </a:solidFill>
                <a:cs typeface="+mj-cs"/>
              </a:rPr>
              <a:t> ) </a:t>
            </a:r>
            <a:endParaRPr lang="fr-FR" sz="3500" i="1" dirty="0">
              <a:solidFill>
                <a:srgbClr val="00B050"/>
              </a:solidFill>
              <a:cs typeface="+mj-cs"/>
            </a:endParaRPr>
          </a:p>
        </p:txBody>
      </p:sp>
    </p:spTree>
    <p:extLst>
      <p:ext uri="{BB962C8B-B14F-4D97-AF65-F5344CB8AC3E}">
        <p14:creationId xmlns:p14="http://schemas.microsoft.com/office/powerpoint/2010/main" val="129393962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750" fill="hold"/>
                                        <p:tgtEl>
                                          <p:spTgt spid="3">
                                            <p:bg/>
                                          </p:spTgt>
                                        </p:tgtEl>
                                        <p:attrNameLst>
                                          <p:attrName>ppt_w</p:attrName>
                                        </p:attrNameLst>
                                      </p:cBhvr>
                                      <p:tavLst>
                                        <p:tav tm="0">
                                          <p:val>
                                            <p:fltVal val="0"/>
                                          </p:val>
                                        </p:tav>
                                        <p:tav tm="100000">
                                          <p:val>
                                            <p:strVal val="#ppt_w"/>
                                          </p:val>
                                        </p:tav>
                                      </p:tavLst>
                                    </p:anim>
                                    <p:anim calcmode="lin" valueType="num">
                                      <p:cBhvr>
                                        <p:cTn id="22" dur="750" fill="hold"/>
                                        <p:tgtEl>
                                          <p:spTgt spid="3">
                                            <p:bg/>
                                          </p:spTgt>
                                        </p:tgtEl>
                                        <p:attrNameLst>
                                          <p:attrName>ppt_h</p:attrName>
                                        </p:attrNameLst>
                                      </p:cBhvr>
                                      <p:tavLst>
                                        <p:tav tm="0">
                                          <p:val>
                                            <p:fltVal val="0"/>
                                          </p:val>
                                        </p:tav>
                                        <p:tav tm="100000">
                                          <p:val>
                                            <p:strVal val="#ppt_h"/>
                                          </p:val>
                                        </p:tav>
                                      </p:tavLst>
                                    </p:anim>
                                    <p:anim calcmode="lin" valueType="num">
                                      <p:cBhvr>
                                        <p:cTn id="23" dur="750" fill="hold"/>
                                        <p:tgtEl>
                                          <p:spTgt spid="3">
                                            <p:bg/>
                                          </p:spTgt>
                                        </p:tgtEl>
                                        <p:attrNameLst>
                                          <p:attrName>style.rotation</p:attrName>
                                        </p:attrNameLst>
                                      </p:cBhvr>
                                      <p:tavLst>
                                        <p:tav tm="0">
                                          <p:val>
                                            <p:fltVal val="90"/>
                                          </p:val>
                                        </p:tav>
                                        <p:tav tm="100000">
                                          <p:val>
                                            <p:fltVal val="0"/>
                                          </p:val>
                                        </p:tav>
                                      </p:tavLst>
                                    </p:anim>
                                    <p:animEffect transition="in" filter="fade">
                                      <p:cBhvr>
                                        <p:cTn id="24" dur="75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7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smtClean="0">
                <a:solidFill>
                  <a:srgbClr val="FF0000"/>
                </a:solidFill>
                <a:cs typeface="+mj-cs"/>
              </a:rPr>
              <a:t>4</a:t>
            </a:r>
            <a:r>
              <a:rPr lang="ar-DZ" b="1" dirty="0">
                <a:solidFill>
                  <a:srgbClr val="FF0000"/>
                </a:solidFill>
                <a:cs typeface="+mj-cs"/>
              </a:rPr>
              <a:t>. </a:t>
            </a:r>
            <a:r>
              <a:rPr lang="ar-DZ" b="1" dirty="0" smtClean="0">
                <a:solidFill>
                  <a:srgbClr val="FF0000"/>
                </a:solidFill>
                <a:cs typeface="+mj-cs"/>
              </a:rPr>
              <a:t>تـهــيــئـة </a:t>
            </a:r>
            <a:r>
              <a:rPr lang="ar-DZ" b="1" dirty="0">
                <a:solidFill>
                  <a:srgbClr val="FF0000"/>
                </a:solidFill>
                <a:cs typeface="+mj-cs"/>
              </a:rPr>
              <a:t>الـقــرص الـصـلــب </a:t>
            </a:r>
            <a:r>
              <a:rPr lang="fr-FR" sz="3600" b="1" dirty="0">
                <a:solidFill>
                  <a:srgbClr val="FF0000"/>
                </a:solidFill>
                <a:latin typeface="Times New Roman" panose="02020603050405020304" pitchFamily="18" charset="0"/>
                <a:cs typeface="+mj-cs"/>
              </a:rPr>
              <a:t>Formatage</a:t>
            </a:r>
            <a:r>
              <a:rPr lang="fr-FR" sz="3600" b="1" dirty="0" smtClean="0">
                <a:solidFill>
                  <a:srgbClr val="FF0000"/>
                </a:solidFill>
                <a:cs typeface="+mj-cs"/>
              </a:rPr>
              <a:t> </a:t>
            </a:r>
            <a:r>
              <a:rPr lang="fr-FR" sz="3600" b="1" dirty="0">
                <a:solidFill>
                  <a:srgbClr val="FF0000"/>
                </a:solidFill>
                <a:latin typeface="Times New Roman" panose="02020603050405020304" pitchFamily="18" charset="0"/>
                <a:cs typeface="+mj-cs"/>
              </a:rPr>
              <a:t>d’un HDD</a:t>
            </a:r>
            <a:r>
              <a:rPr lang="ar-DZ" b="1" dirty="0">
                <a:solidFill>
                  <a:srgbClr val="FF0000"/>
                </a:solidFill>
                <a:cs typeface="+mj-cs"/>
              </a:rPr>
              <a:t> :</a:t>
            </a:r>
            <a:endParaRPr lang="fr-FR" sz="5400"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effectLst>
                <a:outerShdw blurRad="38100" dist="19050" dir="2700000" algn="tl">
                  <a:schemeClr val="dk1">
                    <a:alpha val="40000"/>
                  </a:schemeClr>
                </a:outerShdw>
              </a:effectLst>
              <a:cs typeface="+mj-cs"/>
            </a:endParaRPr>
          </a:p>
          <a:p>
            <a:pPr marL="0" indent="0" algn="just" rtl="1">
              <a:lnSpc>
                <a:spcPct val="150000"/>
              </a:lnSpc>
              <a:buNone/>
            </a:pPr>
            <a:r>
              <a:rPr lang="ar-DZ" sz="4600" b="1" dirty="0"/>
              <a:t>الـتـهـــيـــئــة </a:t>
            </a:r>
            <a:r>
              <a:rPr lang="ar-DZ" sz="4600" b="1" dirty="0" smtClean="0"/>
              <a:t>لُــغَــةً </a:t>
            </a:r>
            <a:r>
              <a:rPr lang="ar-DZ" sz="4600" b="1" dirty="0"/>
              <a:t>هـي : الإعــــداد </a:t>
            </a:r>
            <a:r>
              <a:rPr lang="ar-DZ" sz="4600" b="1" dirty="0" smtClean="0"/>
              <a:t>والـتــحــضــيــر</a:t>
            </a:r>
            <a:endParaRPr lang="ar-DZ" sz="4600" b="1" dirty="0" smtClean="0">
              <a:cs typeface="+mj-cs"/>
            </a:endParaRPr>
          </a:p>
          <a:p>
            <a:pPr marL="0" indent="0" algn="just" rtl="1">
              <a:lnSpc>
                <a:spcPct val="150000"/>
              </a:lnSpc>
              <a:buNone/>
            </a:pPr>
            <a:r>
              <a:rPr lang="ar-DZ" sz="4600" b="1" dirty="0" smtClean="0">
                <a:cs typeface="+mj-cs"/>
              </a:rPr>
              <a:t>الـتـهــيــئـة</a:t>
            </a:r>
            <a:r>
              <a:rPr lang="ar-DZ" sz="4600" dirty="0" smtClean="0">
                <a:cs typeface="+mj-cs"/>
              </a:rPr>
              <a:t> </a:t>
            </a:r>
            <a:r>
              <a:rPr lang="ar-DZ" sz="4600" b="1" dirty="0">
                <a:cs typeface="+mj-cs"/>
              </a:rPr>
              <a:t>الـفــيــزيــائــيـة </a:t>
            </a:r>
            <a:r>
              <a:rPr lang="fr-FR" sz="4600" b="1" dirty="0">
                <a:solidFill>
                  <a:srgbClr val="0070C0"/>
                </a:solidFill>
                <a:latin typeface="Times New Roman" panose="02020603050405020304" pitchFamily="18" charset="0"/>
                <a:cs typeface="Times New Roman" panose="02020603050405020304" pitchFamily="18" charset="0"/>
              </a:rPr>
              <a:t>Formatage</a:t>
            </a:r>
            <a:r>
              <a:rPr lang="fr-FR" sz="4600" b="1" dirty="0">
                <a:solidFill>
                  <a:srgbClr val="0070C0"/>
                </a:solidFill>
                <a:cs typeface="+mj-cs"/>
              </a:rPr>
              <a:t> </a:t>
            </a:r>
            <a:r>
              <a:rPr lang="fr-FR" sz="4600" b="1" dirty="0">
                <a:solidFill>
                  <a:srgbClr val="FF0000"/>
                </a:solidFill>
                <a:latin typeface="Times New Roman" panose="02020603050405020304" pitchFamily="18" charset="0"/>
                <a:cs typeface="Times New Roman" panose="02020603050405020304" pitchFamily="18" charset="0"/>
              </a:rPr>
              <a:t>Physique</a:t>
            </a:r>
            <a:r>
              <a:rPr lang="ar-DZ" sz="4600" b="1" dirty="0">
                <a:solidFill>
                  <a:srgbClr val="0070C0"/>
                </a:solidFill>
                <a:cs typeface="+mj-cs"/>
              </a:rPr>
              <a:t> </a:t>
            </a:r>
            <a:r>
              <a:rPr lang="ar-DZ" sz="4600" b="1" dirty="0" smtClean="0">
                <a:solidFill>
                  <a:srgbClr val="0070C0"/>
                </a:solidFill>
                <a:cs typeface="+mj-cs"/>
              </a:rPr>
              <a:t> </a:t>
            </a:r>
            <a:r>
              <a:rPr lang="ar-DZ" sz="4600" b="1" dirty="0" smtClean="0">
                <a:cs typeface="+mj-cs"/>
              </a:rPr>
              <a:t>للــقـــرص الـصــلــب</a:t>
            </a:r>
            <a:r>
              <a:rPr lang="fr-FR" sz="4600" b="1" dirty="0" smtClean="0">
                <a:cs typeface="+mj-cs"/>
              </a:rPr>
              <a:t> </a:t>
            </a:r>
            <a:r>
              <a:rPr lang="ar-DZ" sz="4600" b="1" dirty="0" smtClean="0">
                <a:cs typeface="+mj-cs"/>
              </a:rPr>
              <a:t> </a:t>
            </a:r>
            <a:r>
              <a:rPr lang="ar-DZ" sz="4600" b="1" dirty="0">
                <a:cs typeface="+mj-cs"/>
              </a:rPr>
              <a:t>: </a:t>
            </a:r>
            <a:r>
              <a:rPr lang="ar-DZ" sz="4600" b="1" dirty="0" smtClean="0">
                <a:solidFill>
                  <a:srgbClr val="0070C0"/>
                </a:solidFill>
                <a:cs typeface="+mj-cs"/>
              </a:rPr>
              <a:t>الـتـهـــيـــئــة</a:t>
            </a:r>
            <a:r>
              <a:rPr lang="ar-DZ" sz="4600" b="1" dirty="0" smtClean="0">
                <a:solidFill>
                  <a:srgbClr val="FF0000"/>
                </a:solidFill>
                <a:cs typeface="+mj-cs"/>
              </a:rPr>
              <a:t> الــمـــاديـــة</a:t>
            </a: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3500" b="1" u="sng" dirty="0" smtClean="0">
                <a:solidFill>
                  <a:srgbClr val="00B050"/>
                </a:solidFill>
                <a:cs typeface="+mj-cs"/>
              </a:rPr>
              <a:t>نَــشَـاط 5</a:t>
            </a:r>
            <a:r>
              <a:rPr lang="ar-DZ" sz="3500" b="1" dirty="0" smtClean="0">
                <a:solidFill>
                  <a:srgbClr val="00B050"/>
                </a:solidFill>
                <a:cs typeface="+mj-cs"/>
              </a:rPr>
              <a:t> </a:t>
            </a:r>
            <a:r>
              <a:rPr lang="ar-DZ" sz="3500" b="1" dirty="0">
                <a:solidFill>
                  <a:srgbClr val="00B050"/>
                </a:solidFill>
                <a:cs typeface="+mj-cs"/>
              </a:rPr>
              <a:t>: </a:t>
            </a:r>
            <a:r>
              <a:rPr lang="ar-DZ" sz="3500" b="1" dirty="0" smtClean="0">
                <a:solidFill>
                  <a:srgbClr val="00B050"/>
                </a:solidFill>
                <a:cs typeface="+mj-cs"/>
              </a:rPr>
              <a:t>( 1.4- الـتـهــيــئـة الـفــيـزيـائــيـة </a:t>
            </a:r>
            <a:r>
              <a:rPr lang="fr-FR" sz="3500" b="1" dirty="0" smtClean="0">
                <a:solidFill>
                  <a:srgbClr val="00B050"/>
                </a:solidFill>
                <a:cs typeface="+mj-cs"/>
              </a:rPr>
              <a:t>Formatage Physique</a:t>
            </a:r>
            <a:r>
              <a:rPr lang="ar-DZ" sz="3500" b="1" dirty="0" smtClean="0">
                <a:solidFill>
                  <a:srgbClr val="00B050"/>
                </a:solidFill>
                <a:cs typeface="+mj-cs"/>
              </a:rPr>
              <a:t> ) </a:t>
            </a:r>
            <a:endParaRPr lang="fr-FR" sz="3500" i="1" dirty="0">
              <a:solidFill>
                <a:srgbClr val="00B050"/>
              </a:solidFill>
              <a:cs typeface="+mj-cs"/>
            </a:endParaRPr>
          </a:p>
        </p:txBody>
      </p:sp>
    </p:spTree>
    <p:extLst>
      <p:ext uri="{BB962C8B-B14F-4D97-AF65-F5344CB8AC3E}">
        <p14:creationId xmlns:p14="http://schemas.microsoft.com/office/powerpoint/2010/main" val="92073590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750" fill="hold"/>
                                        <p:tgtEl>
                                          <p:spTgt spid="3">
                                            <p:bg/>
                                          </p:spTgt>
                                        </p:tgtEl>
                                        <p:attrNameLst>
                                          <p:attrName>ppt_w</p:attrName>
                                        </p:attrNameLst>
                                      </p:cBhvr>
                                      <p:tavLst>
                                        <p:tav tm="0">
                                          <p:val>
                                            <p:fltVal val="0"/>
                                          </p:val>
                                        </p:tav>
                                        <p:tav tm="100000">
                                          <p:val>
                                            <p:strVal val="#ppt_w"/>
                                          </p:val>
                                        </p:tav>
                                      </p:tavLst>
                                    </p:anim>
                                    <p:anim calcmode="lin" valueType="num">
                                      <p:cBhvr>
                                        <p:cTn id="22" dur="750" fill="hold"/>
                                        <p:tgtEl>
                                          <p:spTgt spid="3">
                                            <p:bg/>
                                          </p:spTgt>
                                        </p:tgtEl>
                                        <p:attrNameLst>
                                          <p:attrName>ppt_h</p:attrName>
                                        </p:attrNameLst>
                                      </p:cBhvr>
                                      <p:tavLst>
                                        <p:tav tm="0">
                                          <p:val>
                                            <p:fltVal val="0"/>
                                          </p:val>
                                        </p:tav>
                                        <p:tav tm="100000">
                                          <p:val>
                                            <p:strVal val="#ppt_h"/>
                                          </p:val>
                                        </p:tav>
                                      </p:tavLst>
                                    </p:anim>
                                    <p:anim calcmode="lin" valueType="num">
                                      <p:cBhvr>
                                        <p:cTn id="23" dur="750" fill="hold"/>
                                        <p:tgtEl>
                                          <p:spTgt spid="3">
                                            <p:bg/>
                                          </p:spTgt>
                                        </p:tgtEl>
                                        <p:attrNameLst>
                                          <p:attrName>style.rotation</p:attrName>
                                        </p:attrNameLst>
                                      </p:cBhvr>
                                      <p:tavLst>
                                        <p:tav tm="0">
                                          <p:val>
                                            <p:fltVal val="90"/>
                                          </p:val>
                                        </p:tav>
                                        <p:tav tm="100000">
                                          <p:val>
                                            <p:fltVal val="0"/>
                                          </p:val>
                                        </p:tav>
                                      </p:tavLst>
                                    </p:anim>
                                    <p:animEffect transition="in" filter="fade">
                                      <p:cBhvr>
                                        <p:cTn id="24" dur="750"/>
                                        <p:tgtEl>
                                          <p:spTgt spid="3">
                                            <p:bg/>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anim calcmode="lin" valueType="num">
                                      <p:cBhvr>
                                        <p:cTn id="29"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30"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31"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2" dur="750"/>
                                        <p:tgtEl>
                                          <p:spTgt spid="3">
                                            <p:txEl>
                                              <p:pRg st="1" end="1"/>
                                            </p:txEl>
                                          </p:spTgt>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 calcmode="lin" valueType="num">
                                      <p:cBhvr>
                                        <p:cTn id="35"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36"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37"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8" dur="7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smtClean="0">
                <a:solidFill>
                  <a:srgbClr val="FF0000"/>
                </a:solidFill>
                <a:cs typeface="+mj-cs"/>
              </a:rPr>
              <a:t>سـؤال</a:t>
            </a:r>
            <a:r>
              <a:rPr lang="ar-DZ" sz="3400" b="1" dirty="0" smtClean="0">
                <a:solidFill>
                  <a:srgbClr val="FF0000"/>
                </a:solidFill>
                <a:cs typeface="+mj-cs"/>
              </a:rPr>
              <a:t> : هـل نـستـطـيع أن نـتـدخـل في الـعـنـاصـر الـمـاديـة</a:t>
            </a:r>
            <a:r>
              <a:rPr lang="ar-DZ" sz="3200" b="1" dirty="0" smtClean="0">
                <a:solidFill>
                  <a:srgbClr val="FF0000"/>
                </a:solidFill>
              </a:rPr>
              <a:t> </a:t>
            </a:r>
            <a:r>
              <a:rPr lang="ar-DZ" sz="3400" b="1" dirty="0" smtClean="0">
                <a:solidFill>
                  <a:srgbClr val="FF0000"/>
                </a:solidFill>
                <a:cs typeface="+mj-cs"/>
              </a:rPr>
              <a:t>للـقـرص الـصـلب؟</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298431"/>
            <a:ext cx="3711623"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a:solidFill>
                  <a:srgbClr val="00B050"/>
                </a:solidFill>
              </a:rPr>
              <a:t>الــشــــركــــة</a:t>
            </a:r>
          </a:p>
          <a:p>
            <a:pPr algn="ctr" rtl="1"/>
            <a:r>
              <a:rPr lang="ar-DZ" sz="3600" b="1" dirty="0">
                <a:solidFill>
                  <a:srgbClr val="00B050"/>
                </a:solidFill>
              </a:rPr>
              <a:t> </a:t>
            </a:r>
            <a:r>
              <a:rPr lang="ar-DZ" sz="3600" b="1" dirty="0" smtClean="0">
                <a:solidFill>
                  <a:srgbClr val="00B050"/>
                </a:solidFill>
              </a:rPr>
              <a:t>الـمــنــتــجــة </a:t>
            </a:r>
            <a:r>
              <a:rPr lang="ar-DZ" sz="3400" b="1" dirty="0" smtClean="0">
                <a:solidFill>
                  <a:srgbClr val="00B050"/>
                </a:solidFill>
                <a:cs typeface="+mj-cs"/>
              </a:rPr>
              <a:t>؟</a:t>
            </a:r>
            <a:endParaRPr lang="ar-DZ" sz="3400" b="1" dirty="0">
              <a:solidFill>
                <a:srgbClr val="00B050"/>
              </a:solidFill>
              <a:cs typeface="+mj-cs"/>
            </a:endParaRPr>
          </a:p>
        </p:txBody>
      </p:sp>
      <p:sp>
        <p:nvSpPr>
          <p:cNvPr id="8" name="Rectangle 7"/>
          <p:cNvSpPr/>
          <p:nvPr/>
        </p:nvSpPr>
        <p:spPr>
          <a:xfrm>
            <a:off x="1030666" y="329843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الـمــســتــخــدم ؟</a:t>
            </a:r>
            <a:endParaRPr lang="ar-DZ" sz="3600" b="1" dirty="0">
              <a:solidFill>
                <a:srgbClr val="00B050"/>
              </a:solidFill>
              <a:cs typeface="+mj-cs"/>
            </a:endParaRPr>
          </a:p>
        </p:txBody>
      </p:sp>
      <p:sp>
        <p:nvSpPr>
          <p:cNvPr id="13" name="Rectangle 12"/>
          <p:cNvSpPr/>
          <p:nvPr/>
        </p:nvSpPr>
        <p:spPr>
          <a:xfrm>
            <a:off x="1030666" y="1556792"/>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FF0000"/>
                </a:solidFill>
                <a:cs typeface="+mj-cs"/>
              </a:rPr>
              <a:t>مــن يــقــوم </a:t>
            </a:r>
            <a:r>
              <a:rPr lang="ar-DZ" sz="4000" b="1" dirty="0" smtClean="0">
                <a:solidFill>
                  <a:srgbClr val="FF0000"/>
                </a:solidFill>
                <a:cs typeface="+mj-cs"/>
              </a:rPr>
              <a:t>بـالـتـهــيــئـة </a:t>
            </a:r>
            <a:r>
              <a:rPr lang="ar-DZ" sz="4000" b="1" dirty="0">
                <a:solidFill>
                  <a:srgbClr val="FF0000"/>
                </a:solidFill>
                <a:cs typeface="+mj-cs"/>
              </a:rPr>
              <a:t>الـفــيـزيـائــيـة </a:t>
            </a:r>
            <a:r>
              <a:rPr lang="ar-DZ" sz="4000" b="1" dirty="0" smtClean="0">
                <a:solidFill>
                  <a:srgbClr val="FF0000"/>
                </a:solidFill>
                <a:cs typeface="+mj-cs"/>
              </a:rPr>
              <a:t>:</a:t>
            </a:r>
            <a:endParaRPr lang="ar-DZ" sz="4000" b="1" dirty="0">
              <a:solidFill>
                <a:srgbClr val="FF0000"/>
              </a:solidFill>
              <a:cs typeface="+mj-cs"/>
            </a:endParaRPr>
          </a:p>
        </p:txBody>
      </p:sp>
      <p:cxnSp>
        <p:nvCxnSpPr>
          <p:cNvPr id="16" name="Connecteur droit avec flèche 15"/>
          <p:cNvCxnSpPr>
            <a:stCxn id="13" idx="2"/>
            <a:endCxn id="8" idx="3"/>
          </p:cNvCxnSpPr>
          <p:nvPr/>
        </p:nvCxnSpPr>
        <p:spPr>
          <a:xfrm flipH="1">
            <a:off x="4943872" y="2645895"/>
            <a:ext cx="1087341"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stCxn id="13" idx="2"/>
            <a:endCxn id="6" idx="1"/>
          </p:cNvCxnSpPr>
          <p:nvPr/>
        </p:nvCxnSpPr>
        <p:spPr>
          <a:xfrm>
            <a:off x="6031213" y="2645895"/>
            <a:ext cx="1288923"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4151784" y="5099476"/>
            <a:ext cx="4176464"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b="1" dirty="0" smtClean="0">
                <a:solidFill>
                  <a:srgbClr val="0070C0"/>
                </a:solidFill>
                <a:cs typeface="+mj-cs"/>
              </a:rPr>
              <a:t>................... </a:t>
            </a:r>
            <a:endParaRPr lang="fr-FR" dirty="0">
              <a:cs typeface="+mj-cs"/>
            </a:endParaRPr>
          </a:p>
        </p:txBody>
      </p:sp>
    </p:spTree>
    <p:extLst>
      <p:ext uri="{BB962C8B-B14F-4D97-AF65-F5344CB8AC3E}">
        <p14:creationId xmlns:p14="http://schemas.microsoft.com/office/powerpoint/2010/main" val="364143677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smtClean="0">
                <a:solidFill>
                  <a:srgbClr val="FF0000"/>
                </a:solidFill>
                <a:cs typeface="+mj-cs"/>
              </a:rPr>
              <a:t>سـؤال</a:t>
            </a:r>
            <a:r>
              <a:rPr lang="ar-DZ" sz="3400" b="1" dirty="0" smtClean="0">
                <a:solidFill>
                  <a:srgbClr val="FF0000"/>
                </a:solidFill>
                <a:cs typeface="+mj-cs"/>
              </a:rPr>
              <a:t> : هـل نـستـطـيع أن نـتـدخـل في الـعـنـاصـر الـمـاديـة</a:t>
            </a:r>
            <a:r>
              <a:rPr lang="ar-DZ" sz="3200" b="1" dirty="0" smtClean="0">
                <a:solidFill>
                  <a:srgbClr val="FF0000"/>
                </a:solidFill>
              </a:rPr>
              <a:t> </a:t>
            </a:r>
            <a:r>
              <a:rPr lang="ar-DZ" sz="3400" b="1" dirty="0" smtClean="0">
                <a:solidFill>
                  <a:srgbClr val="FF0000"/>
                </a:solidFill>
                <a:cs typeface="+mj-cs"/>
              </a:rPr>
              <a:t>للـقـرص الـصـلب؟</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298431"/>
            <a:ext cx="3711623"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FF0000"/>
                </a:solidFill>
                <a:cs typeface="+mj-cs"/>
              </a:rPr>
              <a:t>الــشــــركــــة</a:t>
            </a:r>
          </a:p>
          <a:p>
            <a:pPr algn="ctr" rtl="1"/>
            <a:r>
              <a:rPr lang="ar-DZ" sz="3600" b="1" dirty="0" smtClean="0">
                <a:solidFill>
                  <a:srgbClr val="FF0000"/>
                </a:solidFill>
                <a:cs typeface="+mj-cs"/>
              </a:rPr>
              <a:t> الـمــنــتــجــة</a:t>
            </a:r>
            <a:endParaRPr lang="ar-DZ" sz="3600" b="1" dirty="0">
              <a:solidFill>
                <a:srgbClr val="FF0000"/>
              </a:solidFill>
              <a:cs typeface="+mj-cs"/>
            </a:endParaRPr>
          </a:p>
        </p:txBody>
      </p:sp>
      <p:sp>
        <p:nvSpPr>
          <p:cNvPr id="8" name="Rectangle 7"/>
          <p:cNvSpPr/>
          <p:nvPr/>
        </p:nvSpPr>
        <p:spPr>
          <a:xfrm>
            <a:off x="1030666" y="329843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chemeClr val="bg2">
                    <a:lumMod val="10000"/>
                  </a:schemeClr>
                </a:solidFill>
                <a:cs typeface="+mj-cs"/>
              </a:rPr>
              <a:t>الـمــســتــخــدم</a:t>
            </a:r>
            <a:endParaRPr lang="ar-DZ" sz="3600" b="1" dirty="0">
              <a:solidFill>
                <a:schemeClr val="bg2">
                  <a:lumMod val="10000"/>
                </a:schemeClr>
              </a:solidFill>
              <a:cs typeface="+mj-cs"/>
            </a:endParaRPr>
          </a:p>
        </p:txBody>
      </p:sp>
      <p:sp>
        <p:nvSpPr>
          <p:cNvPr id="13" name="Rectangle 12"/>
          <p:cNvSpPr/>
          <p:nvPr/>
        </p:nvSpPr>
        <p:spPr>
          <a:xfrm>
            <a:off x="1030666" y="1556792"/>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rPr>
              <a:t>  مــن يــقــوم الـتـهــيــئـة الـفــيـزيـائــيـة</a:t>
            </a:r>
            <a:r>
              <a:rPr lang="ar-DZ" sz="4000" b="1" dirty="0">
                <a:solidFill>
                  <a:srgbClr val="FF0000"/>
                </a:solidFill>
              </a:rPr>
              <a:t> </a:t>
            </a:r>
            <a:r>
              <a:rPr lang="ar-DZ" sz="4000" b="1" dirty="0" smtClean="0">
                <a:solidFill>
                  <a:srgbClr val="FF0000"/>
                </a:solidFill>
              </a:rPr>
              <a:t>؟ </a:t>
            </a:r>
            <a:r>
              <a:rPr lang="ar-DZ" sz="4000" b="1" dirty="0" smtClean="0">
                <a:solidFill>
                  <a:srgbClr val="FF0000"/>
                </a:solidFill>
                <a:cs typeface="+mj-cs"/>
              </a:rPr>
              <a:t>:</a:t>
            </a:r>
            <a:endParaRPr lang="ar-DZ" sz="4000" b="1" dirty="0">
              <a:solidFill>
                <a:srgbClr val="FF0000"/>
              </a:solidFill>
              <a:cs typeface="+mj-cs"/>
            </a:endParaRPr>
          </a:p>
        </p:txBody>
      </p:sp>
      <p:cxnSp>
        <p:nvCxnSpPr>
          <p:cNvPr id="16" name="Connecteur droit avec flèche 15"/>
          <p:cNvCxnSpPr>
            <a:stCxn id="13" idx="2"/>
            <a:endCxn id="8" idx="3"/>
          </p:cNvCxnSpPr>
          <p:nvPr/>
        </p:nvCxnSpPr>
        <p:spPr>
          <a:xfrm flipH="1">
            <a:off x="4943872" y="2645895"/>
            <a:ext cx="1087341"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stCxn id="13" idx="2"/>
            <a:endCxn id="6" idx="1"/>
          </p:cNvCxnSpPr>
          <p:nvPr/>
        </p:nvCxnSpPr>
        <p:spPr>
          <a:xfrm>
            <a:off x="6031213" y="2645895"/>
            <a:ext cx="1288923"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1026855" y="5027536"/>
            <a:ext cx="4176464"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b="1" dirty="0" smtClean="0">
                <a:solidFill>
                  <a:schemeClr val="tx1"/>
                </a:solidFill>
                <a:cs typeface="+mj-cs"/>
              </a:rPr>
              <a:t>لا عــلاقــة لــه بـهـا</a:t>
            </a:r>
            <a:endParaRPr lang="fr-FR" dirty="0">
              <a:solidFill>
                <a:schemeClr val="tx1"/>
              </a:solidFill>
              <a:cs typeface="+mj-cs"/>
            </a:endParaRPr>
          </a:p>
        </p:txBody>
      </p:sp>
      <p:sp>
        <p:nvSpPr>
          <p:cNvPr id="10" name="Espace réservé du contenu 21"/>
          <p:cNvSpPr txBox="1">
            <a:spLocks/>
          </p:cNvSpPr>
          <p:nvPr/>
        </p:nvSpPr>
        <p:spPr>
          <a:xfrm>
            <a:off x="7087715" y="5046591"/>
            <a:ext cx="417646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Font typeface="Arial" pitchFamily="34" charset="0"/>
              <a:buNone/>
            </a:pPr>
            <a:r>
              <a:rPr lang="ar-DZ" sz="4000" b="1" dirty="0" smtClean="0">
                <a:solidFill>
                  <a:srgbClr val="0070C0"/>
                </a:solidFill>
                <a:cs typeface="+mj-cs"/>
              </a:rPr>
              <a:t>تَــتَــكَــفَــلُ بِـهَـا</a:t>
            </a:r>
            <a:endParaRPr lang="fr-FR" sz="4000" dirty="0">
              <a:cs typeface="+mj-cs"/>
            </a:endParaRPr>
          </a:p>
        </p:txBody>
      </p:sp>
    </p:spTree>
    <p:extLst>
      <p:ext uri="{BB962C8B-B14F-4D97-AF65-F5344CB8AC3E}">
        <p14:creationId xmlns:p14="http://schemas.microsoft.com/office/powerpoint/2010/main" val="29477986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circle(in)">
                                      <p:cBhvr>
                                        <p:cTn id="56"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10"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000" b="1" dirty="0" smtClean="0">
                <a:solidFill>
                  <a:srgbClr val="002060"/>
                </a:solidFill>
                <a:cs typeface="+mj-cs"/>
              </a:rPr>
              <a:t>الـتـهـــيـــئــة الـفـــيـــزيــــائـــيــة تَــتَــكَــفَّــلُ </a:t>
            </a:r>
            <a:r>
              <a:rPr lang="ar-DZ" sz="4000" b="1" dirty="0">
                <a:solidFill>
                  <a:srgbClr val="002060"/>
                </a:solidFill>
                <a:cs typeface="+mj-cs"/>
              </a:rPr>
              <a:t>بـهـا ، </a:t>
            </a:r>
            <a:r>
              <a:rPr lang="ar-DZ" sz="4000" baseline="-25000" dirty="0" smtClean="0">
                <a:solidFill>
                  <a:srgbClr val="002060"/>
                </a:solidFill>
                <a:cs typeface="+mj-cs"/>
              </a:rPr>
              <a:t>................................................</a:t>
            </a:r>
            <a:r>
              <a:rPr lang="ar-DZ" sz="4000" b="1" dirty="0" smtClean="0">
                <a:solidFill>
                  <a:srgbClr val="002060"/>
                </a:solidFill>
                <a:cs typeface="+mj-cs"/>
              </a:rPr>
              <a:t> للـقـــرص </a:t>
            </a:r>
            <a:r>
              <a:rPr lang="ar-DZ" sz="4000" b="1" dirty="0">
                <a:solidFill>
                  <a:srgbClr val="002060"/>
                </a:solidFill>
                <a:cs typeface="+mj-cs"/>
              </a:rPr>
              <a:t>الـصـلــب </a:t>
            </a:r>
            <a:r>
              <a:rPr lang="ar-DZ" sz="4000" b="1" dirty="0" smtClean="0">
                <a:solidFill>
                  <a:srgbClr val="002060"/>
                </a:solidFill>
                <a:cs typeface="+mj-cs"/>
              </a:rPr>
              <a:t>بـعــد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بـحـيـث تـقــوم بـتـقــســيـــمـه </a:t>
            </a:r>
            <a:r>
              <a:rPr lang="ar-DZ" sz="4000" b="1" dirty="0" smtClean="0">
                <a:solidFill>
                  <a:srgbClr val="002060"/>
                </a:solidFill>
                <a:cs typeface="+mj-cs"/>
              </a:rPr>
              <a:t>إلـى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الـفــيـزيـائــيـة </a:t>
            </a:r>
            <a:r>
              <a:rPr lang="fr-FR" sz="3600" b="1" dirty="0">
                <a:solidFill>
                  <a:srgbClr val="00B050"/>
                </a:solidFill>
                <a:cs typeface="+mj-cs"/>
              </a:rPr>
              <a:t>Formatage Physique</a:t>
            </a:r>
            <a:endParaRPr lang="fr-FR" i="1" dirty="0">
              <a:solidFill>
                <a:srgbClr val="FF0000"/>
              </a:solidFill>
              <a:cs typeface="+mj-cs"/>
            </a:endParaRPr>
          </a:p>
        </p:txBody>
      </p:sp>
    </p:spTree>
    <p:extLst>
      <p:ext uri="{BB962C8B-B14F-4D97-AF65-F5344CB8AC3E}">
        <p14:creationId xmlns:p14="http://schemas.microsoft.com/office/powerpoint/2010/main" val="423153961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000" b="1" dirty="0" smtClean="0">
                <a:solidFill>
                  <a:srgbClr val="002060"/>
                </a:solidFill>
                <a:cs typeface="+mj-cs"/>
              </a:rPr>
              <a:t>الـتـهـــيـــئــة الـفـــيـــزيــــائـــيــة تَــتَــكَــفَّــلُ </a:t>
            </a:r>
            <a:r>
              <a:rPr lang="ar-DZ" sz="4000" b="1" dirty="0">
                <a:solidFill>
                  <a:srgbClr val="002060"/>
                </a:solidFill>
                <a:cs typeface="+mj-cs"/>
              </a:rPr>
              <a:t>بـهـا ، </a:t>
            </a:r>
            <a:r>
              <a:rPr lang="ar-DZ" sz="4000" baseline="-25000" dirty="0" smtClean="0">
                <a:solidFill>
                  <a:srgbClr val="002060"/>
                </a:solidFill>
                <a:cs typeface="+mj-cs"/>
              </a:rPr>
              <a:t>................................................</a:t>
            </a:r>
            <a:r>
              <a:rPr lang="ar-DZ" sz="4000" b="1" dirty="0" smtClean="0">
                <a:solidFill>
                  <a:srgbClr val="002060"/>
                </a:solidFill>
                <a:cs typeface="+mj-cs"/>
              </a:rPr>
              <a:t> للـقـــرص </a:t>
            </a:r>
            <a:r>
              <a:rPr lang="ar-DZ" sz="4000" b="1" dirty="0">
                <a:solidFill>
                  <a:srgbClr val="002060"/>
                </a:solidFill>
                <a:cs typeface="+mj-cs"/>
              </a:rPr>
              <a:t>الـصـلــب </a:t>
            </a:r>
            <a:r>
              <a:rPr lang="ar-DZ" sz="4000" b="1" dirty="0" smtClean="0">
                <a:solidFill>
                  <a:srgbClr val="002060"/>
                </a:solidFill>
                <a:cs typeface="+mj-cs"/>
              </a:rPr>
              <a:t>بـعــد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بـحـيـث تـقــوم بـتـقــســيـــمـه </a:t>
            </a:r>
            <a:r>
              <a:rPr lang="ar-DZ" sz="4000" b="1" dirty="0" smtClean="0">
                <a:solidFill>
                  <a:srgbClr val="002060"/>
                </a:solidFill>
                <a:cs typeface="+mj-cs"/>
              </a:rPr>
              <a:t>إلـى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الـفــيـزيـائــيـة </a:t>
            </a:r>
            <a:r>
              <a:rPr lang="fr-FR" sz="3600" b="1" dirty="0">
                <a:solidFill>
                  <a:srgbClr val="00B050"/>
                </a:solidFill>
                <a:cs typeface="+mj-cs"/>
              </a:rPr>
              <a:t>Formatage Physique</a:t>
            </a:r>
            <a:endParaRPr lang="fr-FR" i="1" dirty="0">
              <a:solidFill>
                <a:srgbClr val="FF0000"/>
              </a:solidFill>
              <a:cs typeface="+mj-cs"/>
            </a:endParaRPr>
          </a:p>
        </p:txBody>
      </p:sp>
      <p:sp>
        <p:nvSpPr>
          <p:cNvPr id="6" name="Rectangle 5"/>
          <p:cNvSpPr/>
          <p:nvPr/>
        </p:nvSpPr>
        <p:spPr>
          <a:xfrm>
            <a:off x="6600056" y="3425099"/>
            <a:ext cx="461884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الـشــركــة الــمـــنــتــجــة</a:t>
            </a:r>
            <a:endParaRPr lang="fr-FR" sz="4000" b="1" dirty="0">
              <a:solidFill>
                <a:srgbClr val="0070C0"/>
              </a:solidFill>
              <a:cs typeface="+mj-cs"/>
            </a:endParaRPr>
          </a:p>
        </p:txBody>
      </p:sp>
      <p:sp>
        <p:nvSpPr>
          <p:cNvPr id="7" name="Rectangle 6"/>
          <p:cNvSpPr/>
          <p:nvPr/>
        </p:nvSpPr>
        <p:spPr>
          <a:xfrm>
            <a:off x="6816080" y="4527981"/>
            <a:ext cx="4402817"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0070C0"/>
                </a:solidFill>
                <a:cs typeface="+mj-cs"/>
              </a:rPr>
              <a:t>صـنــاعــتــه </a:t>
            </a:r>
            <a:r>
              <a:rPr lang="ar-DZ" sz="4000" b="1" dirty="0" smtClean="0">
                <a:solidFill>
                  <a:srgbClr val="0070C0"/>
                </a:solidFill>
                <a:cs typeface="+mj-cs"/>
              </a:rPr>
              <a:t>مــبــاشـــرة</a:t>
            </a:r>
            <a:endParaRPr lang="fr-FR" sz="4000" b="1" dirty="0">
              <a:solidFill>
                <a:srgbClr val="0070C0"/>
              </a:solidFill>
              <a:cs typeface="+mj-cs"/>
            </a:endParaRPr>
          </a:p>
        </p:txBody>
      </p:sp>
    </p:spTree>
    <p:extLst>
      <p:ext uri="{BB962C8B-B14F-4D97-AF65-F5344CB8AC3E}">
        <p14:creationId xmlns:p14="http://schemas.microsoft.com/office/powerpoint/2010/main" val="112269372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7"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1" dirty="0" smtClean="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6" name="Image 5"/>
          <p:cNvPicPr/>
          <p:nvPr/>
        </p:nvPicPr>
        <p:blipFill>
          <a:blip r:embed="rId2">
            <a:extLst>
              <a:ext uri="{28A0092B-C50C-407E-A947-70E740481C1C}">
                <a14:useLocalDpi xmlns:a14="http://schemas.microsoft.com/office/drawing/2010/main" val="0"/>
              </a:ext>
            </a:extLst>
          </a:blip>
          <a:stretch>
            <a:fillRect/>
          </a:stretch>
        </p:blipFill>
        <p:spPr>
          <a:xfrm>
            <a:off x="2343892" y="1077711"/>
            <a:ext cx="7373991" cy="5303617"/>
          </a:xfrm>
          <a:prstGeom prst="rect">
            <a:avLst/>
          </a:prstGeom>
        </p:spPr>
      </p:pic>
    </p:spTree>
    <p:extLst>
      <p:ext uri="{BB962C8B-B14F-4D97-AF65-F5344CB8AC3E}">
        <p14:creationId xmlns:p14="http://schemas.microsoft.com/office/powerpoint/2010/main" val="336597719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1" dirty="0" smtClean="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7" name="Image 6"/>
          <p:cNvPicPr/>
          <p:nvPr/>
        </p:nvPicPr>
        <p:blipFill>
          <a:blip r:embed="rId2">
            <a:extLst>
              <a:ext uri="{28A0092B-C50C-407E-A947-70E740481C1C}">
                <a14:useLocalDpi xmlns:a14="http://schemas.microsoft.com/office/drawing/2010/main" val="0"/>
              </a:ext>
            </a:extLst>
          </a:blip>
          <a:stretch>
            <a:fillRect/>
          </a:stretch>
        </p:blipFill>
        <p:spPr>
          <a:xfrm>
            <a:off x="2351584" y="1210742"/>
            <a:ext cx="6984776" cy="5093493"/>
          </a:xfrm>
          <a:prstGeom prst="rect">
            <a:avLst/>
          </a:prstGeom>
        </p:spPr>
      </p:pic>
    </p:spTree>
    <p:extLst>
      <p:ext uri="{BB962C8B-B14F-4D97-AF65-F5344CB8AC3E}">
        <p14:creationId xmlns:p14="http://schemas.microsoft.com/office/powerpoint/2010/main" val="347171703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6" name="Image 5"/>
          <p:cNvPicPr/>
          <p:nvPr/>
        </p:nvPicPr>
        <p:blipFill>
          <a:blip r:embed="rId2">
            <a:extLst>
              <a:ext uri="{28A0092B-C50C-407E-A947-70E740481C1C}">
                <a14:useLocalDpi xmlns:a14="http://schemas.microsoft.com/office/drawing/2010/main" val="0"/>
              </a:ext>
            </a:extLst>
          </a:blip>
          <a:stretch>
            <a:fillRect/>
          </a:stretch>
        </p:blipFill>
        <p:spPr>
          <a:xfrm>
            <a:off x="2423592" y="278540"/>
            <a:ext cx="7704856" cy="6077813"/>
          </a:xfrm>
          <a:prstGeom prst="rect">
            <a:avLst/>
          </a:prstGeom>
        </p:spPr>
      </p:pic>
    </p:spTree>
    <p:extLst>
      <p:ext uri="{BB962C8B-B14F-4D97-AF65-F5344CB8AC3E}">
        <p14:creationId xmlns:p14="http://schemas.microsoft.com/office/powerpoint/2010/main" val="289093501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7" name="Image 6"/>
          <p:cNvPicPr/>
          <p:nvPr/>
        </p:nvPicPr>
        <p:blipFill>
          <a:blip r:embed="rId2">
            <a:extLst>
              <a:ext uri="{28A0092B-C50C-407E-A947-70E740481C1C}">
                <a14:useLocalDpi xmlns:a14="http://schemas.microsoft.com/office/drawing/2010/main" val="0"/>
              </a:ext>
            </a:extLst>
          </a:blip>
          <a:stretch>
            <a:fillRect/>
          </a:stretch>
        </p:blipFill>
        <p:spPr>
          <a:xfrm>
            <a:off x="2639616" y="1224444"/>
            <a:ext cx="5544616" cy="5131909"/>
          </a:xfrm>
          <a:prstGeom prst="rect">
            <a:avLst/>
          </a:prstGeom>
        </p:spPr>
      </p:pic>
    </p:spTree>
    <p:extLst>
      <p:ext uri="{BB962C8B-B14F-4D97-AF65-F5344CB8AC3E}">
        <p14:creationId xmlns:p14="http://schemas.microsoft.com/office/powerpoint/2010/main" val="283768100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9" name="Image 8"/>
          <p:cNvPicPr/>
          <p:nvPr/>
        </p:nvPicPr>
        <p:blipFill>
          <a:blip r:embed="rId2">
            <a:extLst>
              <a:ext uri="{28A0092B-C50C-407E-A947-70E740481C1C}">
                <a14:useLocalDpi xmlns:a14="http://schemas.microsoft.com/office/drawing/2010/main" val="0"/>
              </a:ext>
            </a:extLst>
          </a:blip>
          <a:stretch>
            <a:fillRect/>
          </a:stretch>
        </p:blipFill>
        <p:spPr>
          <a:xfrm>
            <a:off x="2711624" y="1124743"/>
            <a:ext cx="7056784" cy="5231609"/>
          </a:xfrm>
          <a:prstGeom prst="rect">
            <a:avLst/>
          </a:prstGeom>
        </p:spPr>
      </p:pic>
    </p:spTree>
    <p:extLst>
      <p:ext uri="{BB962C8B-B14F-4D97-AF65-F5344CB8AC3E}">
        <p14:creationId xmlns:p14="http://schemas.microsoft.com/office/powerpoint/2010/main" val="88525384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6" name="Image 5"/>
          <p:cNvPicPr/>
          <p:nvPr/>
        </p:nvPicPr>
        <p:blipFill>
          <a:blip r:embed="rId2">
            <a:extLst>
              <a:ext uri="{28A0092B-C50C-407E-A947-70E740481C1C}">
                <a14:useLocalDpi xmlns:a14="http://schemas.microsoft.com/office/drawing/2010/main" val="0"/>
              </a:ext>
            </a:extLst>
          </a:blip>
          <a:stretch>
            <a:fillRect/>
          </a:stretch>
        </p:blipFill>
        <p:spPr>
          <a:xfrm>
            <a:off x="2351584" y="350876"/>
            <a:ext cx="6440264" cy="5949771"/>
          </a:xfrm>
          <a:prstGeom prst="rect">
            <a:avLst/>
          </a:prstGeom>
        </p:spPr>
      </p:pic>
    </p:spTree>
    <p:extLst>
      <p:ext uri="{BB962C8B-B14F-4D97-AF65-F5344CB8AC3E}">
        <p14:creationId xmlns:p14="http://schemas.microsoft.com/office/powerpoint/2010/main" val="342807067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6" name="Image 5"/>
          <p:cNvPicPr/>
          <p:nvPr/>
        </p:nvPicPr>
        <p:blipFill>
          <a:blip r:embed="rId2">
            <a:extLst>
              <a:ext uri="{28A0092B-C50C-407E-A947-70E740481C1C}">
                <a14:useLocalDpi xmlns:a14="http://schemas.microsoft.com/office/drawing/2010/main" val="0"/>
              </a:ext>
            </a:extLst>
          </a:blip>
          <a:stretch>
            <a:fillRect/>
          </a:stretch>
        </p:blipFill>
        <p:spPr>
          <a:xfrm>
            <a:off x="2423592" y="278540"/>
            <a:ext cx="7704856" cy="6077813"/>
          </a:xfrm>
          <a:prstGeom prst="rect">
            <a:avLst/>
          </a:prstGeom>
        </p:spPr>
      </p:pic>
    </p:spTree>
    <p:extLst>
      <p:ext uri="{BB962C8B-B14F-4D97-AF65-F5344CB8AC3E}">
        <p14:creationId xmlns:p14="http://schemas.microsoft.com/office/powerpoint/2010/main" val="8111292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7" name="Image 6"/>
          <p:cNvPicPr/>
          <p:nvPr/>
        </p:nvPicPr>
        <p:blipFill>
          <a:blip r:embed="rId2"/>
          <a:stretch>
            <a:fillRect/>
          </a:stretch>
        </p:blipFill>
        <p:spPr>
          <a:xfrm>
            <a:off x="1854424" y="274638"/>
            <a:ext cx="8274024" cy="6081715"/>
          </a:xfrm>
          <a:prstGeom prst="rect">
            <a:avLst/>
          </a:prstGeom>
          <a:ln w="381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7915131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000" b="1" dirty="0" smtClean="0">
                <a:solidFill>
                  <a:srgbClr val="002060"/>
                </a:solidFill>
                <a:cs typeface="+mj-cs"/>
              </a:rPr>
              <a:t>الـتـهـــيـــئــة الـفـــيـــزيــــائـــيــة تَــتَــكَــفَّــلُ </a:t>
            </a:r>
            <a:r>
              <a:rPr lang="ar-DZ" sz="4000" b="1" dirty="0">
                <a:solidFill>
                  <a:srgbClr val="002060"/>
                </a:solidFill>
                <a:cs typeface="+mj-cs"/>
              </a:rPr>
              <a:t>بـهـا ، </a:t>
            </a:r>
            <a:r>
              <a:rPr lang="ar-DZ" sz="4000" baseline="-25000" dirty="0" smtClean="0">
                <a:solidFill>
                  <a:srgbClr val="002060"/>
                </a:solidFill>
                <a:cs typeface="+mj-cs"/>
              </a:rPr>
              <a:t>................................................</a:t>
            </a:r>
            <a:r>
              <a:rPr lang="ar-DZ" sz="4000" b="1" dirty="0" smtClean="0">
                <a:solidFill>
                  <a:srgbClr val="002060"/>
                </a:solidFill>
                <a:cs typeface="+mj-cs"/>
              </a:rPr>
              <a:t> للـقـــرص </a:t>
            </a:r>
            <a:r>
              <a:rPr lang="ar-DZ" sz="4000" b="1" dirty="0">
                <a:solidFill>
                  <a:srgbClr val="002060"/>
                </a:solidFill>
                <a:cs typeface="+mj-cs"/>
              </a:rPr>
              <a:t>الـصـلــب </a:t>
            </a:r>
            <a:r>
              <a:rPr lang="ar-DZ" sz="4000" b="1" dirty="0" smtClean="0">
                <a:solidFill>
                  <a:srgbClr val="002060"/>
                </a:solidFill>
                <a:cs typeface="+mj-cs"/>
              </a:rPr>
              <a:t>بـعــد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بـحـيـث تـقــوم بـتـقــســيـــمـه </a:t>
            </a:r>
            <a:r>
              <a:rPr lang="ar-DZ" sz="4000" b="1" dirty="0" smtClean="0">
                <a:solidFill>
                  <a:srgbClr val="002060"/>
                </a:solidFill>
                <a:cs typeface="+mj-cs"/>
              </a:rPr>
              <a:t>إلـى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الـفــيـزيـائــيـة </a:t>
            </a:r>
            <a:r>
              <a:rPr lang="fr-FR" sz="3600" b="1" dirty="0">
                <a:solidFill>
                  <a:srgbClr val="00B050"/>
                </a:solidFill>
                <a:cs typeface="+mj-cs"/>
              </a:rPr>
              <a:t>Formatage Physique</a:t>
            </a:r>
            <a:endParaRPr lang="fr-FR" i="1" dirty="0">
              <a:solidFill>
                <a:srgbClr val="FF0000"/>
              </a:solidFill>
              <a:cs typeface="+mj-cs"/>
            </a:endParaRPr>
          </a:p>
        </p:txBody>
      </p:sp>
      <p:sp>
        <p:nvSpPr>
          <p:cNvPr id="6" name="Rectangle 5"/>
          <p:cNvSpPr/>
          <p:nvPr/>
        </p:nvSpPr>
        <p:spPr>
          <a:xfrm>
            <a:off x="6600056" y="3425099"/>
            <a:ext cx="461884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الـشــركــة الــمـــنــتــجــة</a:t>
            </a:r>
            <a:endParaRPr lang="fr-FR" sz="4000" b="1" dirty="0">
              <a:solidFill>
                <a:srgbClr val="0070C0"/>
              </a:solidFill>
              <a:cs typeface="+mj-cs"/>
            </a:endParaRPr>
          </a:p>
        </p:txBody>
      </p:sp>
      <p:sp>
        <p:nvSpPr>
          <p:cNvPr id="7" name="Rectangle 6"/>
          <p:cNvSpPr/>
          <p:nvPr/>
        </p:nvSpPr>
        <p:spPr>
          <a:xfrm>
            <a:off x="6816080" y="4527981"/>
            <a:ext cx="4402817"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0070C0"/>
                </a:solidFill>
                <a:cs typeface="+mj-cs"/>
              </a:rPr>
              <a:t>صـنــاعــتــه </a:t>
            </a:r>
            <a:r>
              <a:rPr lang="ar-DZ" sz="4000" b="1" dirty="0" smtClean="0">
                <a:solidFill>
                  <a:srgbClr val="0070C0"/>
                </a:solidFill>
                <a:cs typeface="+mj-cs"/>
              </a:rPr>
              <a:t>مــبــاشـــرة</a:t>
            </a:r>
            <a:endParaRPr lang="fr-FR" sz="4000" b="1" dirty="0">
              <a:solidFill>
                <a:srgbClr val="0070C0"/>
              </a:solidFill>
              <a:cs typeface="+mj-cs"/>
            </a:endParaRPr>
          </a:p>
        </p:txBody>
      </p:sp>
    </p:spTree>
    <p:extLst>
      <p:ext uri="{BB962C8B-B14F-4D97-AF65-F5344CB8AC3E}">
        <p14:creationId xmlns:p14="http://schemas.microsoft.com/office/powerpoint/2010/main" val="78088100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7"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spTree>
    <p:extLst>
      <p:ext uri="{BB962C8B-B14F-4D97-AF65-F5344CB8AC3E}">
        <p14:creationId xmlns:p14="http://schemas.microsoft.com/office/powerpoint/2010/main" val="399975657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مَـــسَــــــارَات</a:t>
            </a:r>
            <a:r>
              <a:rPr lang="ar-DZ" sz="4400" b="1" dirty="0" smtClean="0">
                <a:solidFill>
                  <a:srgbClr val="0070C0"/>
                </a:solidFill>
              </a:rPr>
              <a:t>              </a:t>
            </a:r>
            <a:r>
              <a:rPr lang="fr-FR" sz="4000" b="1" dirty="0">
                <a:solidFill>
                  <a:srgbClr val="0070C0"/>
                </a:solidFill>
              </a:rPr>
              <a:t>P</a:t>
            </a:r>
            <a:r>
              <a:rPr lang="fr-FR" sz="4000" b="1" dirty="0" smtClean="0">
                <a:solidFill>
                  <a:srgbClr val="0070C0"/>
                </a:solidFill>
              </a:rPr>
              <a:t>istes</a:t>
            </a:r>
            <a:endParaRPr lang="fr-FR" sz="4000" b="1" dirty="0">
              <a:solidFill>
                <a:srgbClr val="0070C0"/>
              </a:solidFill>
            </a:endParaRPr>
          </a:p>
        </p:txBody>
      </p:sp>
    </p:spTree>
    <p:extLst>
      <p:ext uri="{BB962C8B-B14F-4D97-AF65-F5344CB8AC3E}">
        <p14:creationId xmlns:p14="http://schemas.microsoft.com/office/powerpoint/2010/main" val="360090546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مَـــسَــــــارَات</a:t>
            </a:r>
            <a:r>
              <a:rPr lang="ar-DZ" sz="4400" b="1" dirty="0" smtClean="0">
                <a:solidFill>
                  <a:srgbClr val="0070C0"/>
                </a:solidFill>
              </a:rPr>
              <a:t>              </a:t>
            </a:r>
            <a:r>
              <a:rPr lang="fr-FR" sz="4000" b="1" dirty="0">
                <a:solidFill>
                  <a:srgbClr val="0070C0"/>
                </a:solidFill>
              </a:rPr>
              <a:t>P</a:t>
            </a:r>
            <a:r>
              <a:rPr lang="fr-FR" sz="4000" b="1" dirty="0" smtClean="0">
                <a:solidFill>
                  <a:srgbClr val="0070C0"/>
                </a:solidFill>
              </a:rPr>
              <a:t>istes</a:t>
            </a:r>
            <a:endParaRPr lang="fr-FR" sz="4000" b="1" dirty="0">
              <a:solidFill>
                <a:srgbClr val="0070C0"/>
              </a:solidFill>
            </a:endParaRPr>
          </a:p>
        </p:txBody>
      </p:sp>
      <p:sp>
        <p:nvSpPr>
          <p:cNvPr id="10" name="Rectangle 9"/>
          <p:cNvSpPr/>
          <p:nvPr/>
        </p:nvSpPr>
        <p:spPr>
          <a:xfrm>
            <a:off x="1343472" y="3827371"/>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قِــطَـــاعَــــات</a:t>
            </a:r>
            <a:r>
              <a:rPr lang="ar-DZ" sz="4400" b="1" dirty="0" smtClean="0">
                <a:solidFill>
                  <a:srgbClr val="0070C0"/>
                </a:solidFill>
              </a:rPr>
              <a:t>           </a:t>
            </a:r>
            <a:r>
              <a:rPr lang="fr-FR" sz="4000" b="1" dirty="0" smtClean="0">
                <a:solidFill>
                  <a:srgbClr val="0070C0"/>
                </a:solidFill>
              </a:rPr>
              <a:t>Secteurs</a:t>
            </a:r>
            <a:endParaRPr lang="fr-FR" sz="4000" b="1" dirty="0">
              <a:solidFill>
                <a:srgbClr val="0070C0"/>
              </a:solidFill>
            </a:endParaRPr>
          </a:p>
        </p:txBody>
      </p:sp>
    </p:spTree>
    <p:extLst>
      <p:ext uri="{BB962C8B-B14F-4D97-AF65-F5344CB8AC3E}">
        <p14:creationId xmlns:p14="http://schemas.microsoft.com/office/powerpoint/2010/main" val="304712645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10"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مَـــسَــــــارَات</a:t>
            </a:r>
            <a:r>
              <a:rPr lang="ar-DZ" sz="4400" b="1" dirty="0" smtClean="0">
                <a:solidFill>
                  <a:srgbClr val="0070C0"/>
                </a:solidFill>
              </a:rPr>
              <a:t>              </a:t>
            </a:r>
            <a:r>
              <a:rPr lang="fr-FR" sz="4000" b="1" dirty="0">
                <a:solidFill>
                  <a:srgbClr val="0070C0"/>
                </a:solidFill>
              </a:rPr>
              <a:t>P</a:t>
            </a:r>
            <a:r>
              <a:rPr lang="fr-FR" sz="4000" b="1" dirty="0" smtClean="0">
                <a:solidFill>
                  <a:srgbClr val="0070C0"/>
                </a:solidFill>
              </a:rPr>
              <a:t>istes</a:t>
            </a:r>
            <a:endParaRPr lang="fr-FR" sz="4000" b="1" dirty="0">
              <a:solidFill>
                <a:srgbClr val="0070C0"/>
              </a:solidFill>
            </a:endParaRPr>
          </a:p>
        </p:txBody>
      </p:sp>
      <p:sp>
        <p:nvSpPr>
          <p:cNvPr id="10" name="Rectangle 9"/>
          <p:cNvSpPr/>
          <p:nvPr/>
        </p:nvSpPr>
        <p:spPr>
          <a:xfrm>
            <a:off x="1343472" y="3827371"/>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قِــطَـــاعَــــات</a:t>
            </a:r>
            <a:r>
              <a:rPr lang="ar-DZ" sz="4400" b="1" dirty="0" smtClean="0">
                <a:solidFill>
                  <a:srgbClr val="0070C0"/>
                </a:solidFill>
              </a:rPr>
              <a:t>           </a:t>
            </a:r>
            <a:r>
              <a:rPr lang="fr-FR" sz="4000" b="1" dirty="0" smtClean="0">
                <a:solidFill>
                  <a:srgbClr val="0070C0"/>
                </a:solidFill>
              </a:rPr>
              <a:t>Secteurs</a:t>
            </a:r>
            <a:endParaRPr lang="fr-FR" sz="4000" b="1" dirty="0">
              <a:solidFill>
                <a:srgbClr val="0070C0"/>
              </a:solidFill>
            </a:endParaRPr>
          </a:p>
        </p:txBody>
      </p:sp>
      <p:sp>
        <p:nvSpPr>
          <p:cNvPr id="11" name="Rectangle 10"/>
          <p:cNvSpPr/>
          <p:nvPr/>
        </p:nvSpPr>
        <p:spPr>
          <a:xfrm>
            <a:off x="1343472" y="5009197"/>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أُسْــطُــوَانَـــات</a:t>
            </a:r>
            <a:r>
              <a:rPr lang="ar-DZ" sz="4400" b="1" dirty="0" smtClean="0">
                <a:solidFill>
                  <a:srgbClr val="0070C0"/>
                </a:solidFill>
              </a:rPr>
              <a:t>          </a:t>
            </a:r>
            <a:r>
              <a:rPr lang="fr-FR" sz="4000" b="1" dirty="0" smtClean="0">
                <a:solidFill>
                  <a:srgbClr val="0070C0"/>
                </a:solidFill>
              </a:rPr>
              <a:t>Cylindres</a:t>
            </a:r>
            <a:endParaRPr lang="fr-FR" sz="4000" b="1" dirty="0">
              <a:solidFill>
                <a:srgbClr val="0070C0"/>
              </a:solidFill>
            </a:endParaRPr>
          </a:p>
        </p:txBody>
      </p:sp>
    </p:spTree>
    <p:extLst>
      <p:ext uri="{BB962C8B-B14F-4D97-AF65-F5344CB8AC3E}">
        <p14:creationId xmlns:p14="http://schemas.microsoft.com/office/powerpoint/2010/main" val="151369607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p:cTn id="51" dur="1000" fill="hold"/>
                                        <p:tgtEl>
                                          <p:spTgt spid="11"/>
                                        </p:tgtEl>
                                        <p:attrNameLst>
                                          <p:attrName>ppt_w</p:attrName>
                                        </p:attrNameLst>
                                      </p:cBhvr>
                                      <p:tavLst>
                                        <p:tav tm="0">
                                          <p:val>
                                            <p:fltVal val="0"/>
                                          </p:val>
                                        </p:tav>
                                        <p:tav tm="100000">
                                          <p:val>
                                            <p:strVal val="#ppt_w"/>
                                          </p:val>
                                        </p:tav>
                                      </p:tavLst>
                                    </p:anim>
                                    <p:anim calcmode="lin" valueType="num">
                                      <p:cBhvr>
                                        <p:cTn id="52" dur="1000" fill="hold"/>
                                        <p:tgtEl>
                                          <p:spTgt spid="11"/>
                                        </p:tgtEl>
                                        <p:attrNameLst>
                                          <p:attrName>ppt_h</p:attrName>
                                        </p:attrNameLst>
                                      </p:cBhvr>
                                      <p:tavLst>
                                        <p:tav tm="0">
                                          <p:val>
                                            <p:fltVal val="0"/>
                                          </p:val>
                                        </p:tav>
                                        <p:tav tm="100000">
                                          <p:val>
                                            <p:strVal val="#ppt_h"/>
                                          </p:val>
                                        </p:tav>
                                      </p:tavLst>
                                    </p:anim>
                                    <p:anim calcmode="lin" valueType="num">
                                      <p:cBhvr>
                                        <p:cTn id="53" dur="1000" fill="hold"/>
                                        <p:tgtEl>
                                          <p:spTgt spid="11"/>
                                        </p:tgtEl>
                                        <p:attrNameLst>
                                          <p:attrName>style.rotation</p:attrName>
                                        </p:attrNameLst>
                                      </p:cBhvr>
                                      <p:tavLst>
                                        <p:tav tm="0">
                                          <p:val>
                                            <p:fltVal val="90"/>
                                          </p:val>
                                        </p:tav>
                                        <p:tav tm="100000">
                                          <p:val>
                                            <p:fltVal val="0"/>
                                          </p:val>
                                        </p:tav>
                                      </p:tavLst>
                                    </p:anim>
                                    <p:animEffect transition="in" filter="fade">
                                      <p:cBhvr>
                                        <p:cTn id="5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10" grpId="0" animBg="1"/>
      <p:bldP spid="11"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smtClean="0">
                <a:solidFill>
                  <a:srgbClr val="FF0000"/>
                </a:solidFill>
                <a:cs typeface="+mj-cs"/>
              </a:rPr>
              <a:t>4</a:t>
            </a:r>
            <a:r>
              <a:rPr lang="ar-DZ" b="1" dirty="0">
                <a:solidFill>
                  <a:srgbClr val="FF0000"/>
                </a:solidFill>
                <a:cs typeface="+mj-cs"/>
              </a:rPr>
              <a:t>. </a:t>
            </a:r>
            <a:r>
              <a:rPr lang="ar-DZ" b="1" dirty="0" smtClean="0">
                <a:solidFill>
                  <a:srgbClr val="FF0000"/>
                </a:solidFill>
                <a:cs typeface="+mj-cs"/>
              </a:rPr>
              <a:t>تـهــيــئـة </a:t>
            </a:r>
            <a:r>
              <a:rPr lang="ar-DZ" b="1" dirty="0">
                <a:solidFill>
                  <a:srgbClr val="FF0000"/>
                </a:solidFill>
                <a:cs typeface="+mj-cs"/>
              </a:rPr>
              <a:t>الـقــرص الـصـلــب </a:t>
            </a:r>
            <a:r>
              <a:rPr lang="fr-FR" sz="3600" b="1" dirty="0">
                <a:solidFill>
                  <a:srgbClr val="FF0000"/>
                </a:solidFill>
                <a:latin typeface="Times New Roman" panose="02020603050405020304" pitchFamily="18" charset="0"/>
                <a:cs typeface="+mj-cs"/>
              </a:rPr>
              <a:t>Formatage</a:t>
            </a:r>
            <a:r>
              <a:rPr lang="fr-FR" sz="3600" b="1" dirty="0" smtClean="0">
                <a:solidFill>
                  <a:srgbClr val="FF0000"/>
                </a:solidFill>
                <a:cs typeface="+mj-cs"/>
              </a:rPr>
              <a:t> </a:t>
            </a:r>
            <a:r>
              <a:rPr lang="fr-FR" sz="3600" b="1" dirty="0">
                <a:solidFill>
                  <a:srgbClr val="FF0000"/>
                </a:solidFill>
                <a:latin typeface="Times New Roman" panose="02020603050405020304" pitchFamily="18" charset="0"/>
                <a:cs typeface="+mj-cs"/>
              </a:rPr>
              <a:t>d’un HDD</a:t>
            </a:r>
            <a:r>
              <a:rPr lang="ar-DZ" b="1" dirty="0">
                <a:solidFill>
                  <a:srgbClr val="FF0000"/>
                </a:solidFill>
                <a:cs typeface="+mj-cs"/>
              </a:rPr>
              <a:t> :</a:t>
            </a:r>
            <a:endParaRPr lang="fr-FR" sz="5400"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effectLst>
                <a:outerShdw blurRad="38100" dist="19050" dir="2700000" algn="tl">
                  <a:schemeClr val="dk1">
                    <a:alpha val="40000"/>
                  </a:schemeClr>
                </a:outerShdw>
              </a:effectLst>
              <a:cs typeface="+mj-cs"/>
            </a:endParaRPr>
          </a:p>
          <a:p>
            <a:pPr marL="0" indent="0" algn="just" rtl="1">
              <a:lnSpc>
                <a:spcPct val="150000"/>
              </a:lnSpc>
              <a:buNone/>
            </a:pPr>
            <a:r>
              <a:rPr lang="ar-DZ" sz="4400" b="1" dirty="0" smtClean="0">
                <a:effectLst>
                  <a:outerShdw blurRad="38100" dist="19050" dir="2700000" algn="tl">
                    <a:schemeClr val="dk1">
                      <a:alpha val="40000"/>
                    </a:schemeClr>
                  </a:outerShdw>
                </a:effectLst>
              </a:rPr>
              <a:t>كــيــف تَــتِــمُّ </a:t>
            </a:r>
            <a:r>
              <a:rPr lang="ar-DZ" sz="4400" b="1" dirty="0"/>
              <a:t>" </a:t>
            </a:r>
            <a:r>
              <a:rPr lang="ar-DZ" sz="4400" b="1" dirty="0" smtClean="0"/>
              <a:t>الــتــهـــيـــئــة</a:t>
            </a:r>
            <a:r>
              <a:rPr lang="ar-DZ" sz="4400" dirty="0" smtClean="0"/>
              <a:t> </a:t>
            </a:r>
            <a:r>
              <a:rPr lang="ar-DZ" sz="4400" b="1" dirty="0" smtClean="0"/>
              <a:t>الــمــنــطـــقـــيــة </a:t>
            </a:r>
            <a:r>
              <a:rPr lang="ar-DZ" sz="4400" b="1" dirty="0"/>
              <a:t>"</a:t>
            </a:r>
            <a:r>
              <a:rPr lang="ar-DZ" sz="4400" b="1" dirty="0" smtClean="0"/>
              <a:t> </a:t>
            </a:r>
            <a:r>
              <a:rPr lang="fr-FR" sz="4400" b="1" dirty="0">
                <a:solidFill>
                  <a:srgbClr val="0070C0"/>
                </a:solidFill>
                <a:latin typeface="Times New Roman" panose="02020603050405020304" pitchFamily="18" charset="0"/>
                <a:cs typeface="Times New Roman" panose="02020603050405020304" pitchFamily="18" charset="0"/>
              </a:rPr>
              <a:t>Formatage</a:t>
            </a:r>
            <a:r>
              <a:rPr lang="fr-FR" sz="4400" b="1" dirty="0">
                <a:solidFill>
                  <a:srgbClr val="0070C0"/>
                </a:solidFill>
              </a:rPr>
              <a:t> </a:t>
            </a:r>
            <a:r>
              <a:rPr lang="fr-FR" sz="4400" b="1" dirty="0">
                <a:solidFill>
                  <a:srgbClr val="0070C0"/>
                </a:solidFill>
                <a:latin typeface="Times New Roman" panose="02020603050405020304" pitchFamily="18" charset="0"/>
                <a:cs typeface="Times New Roman" panose="02020603050405020304" pitchFamily="18" charset="0"/>
              </a:rPr>
              <a:t>Logique</a:t>
            </a:r>
            <a:r>
              <a:rPr lang="ar-DZ" sz="4400" b="1" dirty="0" smtClean="0"/>
              <a:t>   للــقـــرص الـصــلــب ؟ </a:t>
            </a:r>
            <a:endParaRPr lang="ar-DZ" sz="2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3500" b="1" u="sng" dirty="0" smtClean="0">
                <a:solidFill>
                  <a:srgbClr val="00B050"/>
                </a:solidFill>
                <a:cs typeface="+mj-cs"/>
              </a:rPr>
              <a:t>نَــشَـاط 6</a:t>
            </a:r>
            <a:r>
              <a:rPr lang="ar-DZ" sz="3500" b="1" dirty="0" smtClean="0">
                <a:solidFill>
                  <a:srgbClr val="00B050"/>
                </a:solidFill>
                <a:cs typeface="+mj-cs"/>
              </a:rPr>
              <a:t> </a:t>
            </a:r>
            <a:r>
              <a:rPr lang="ar-DZ" sz="3500" b="1" dirty="0">
                <a:solidFill>
                  <a:srgbClr val="00B050"/>
                </a:solidFill>
                <a:cs typeface="+mj-cs"/>
              </a:rPr>
              <a:t>: </a:t>
            </a:r>
            <a:r>
              <a:rPr lang="ar-DZ" sz="3500" b="1" dirty="0" smtClean="0">
                <a:solidFill>
                  <a:srgbClr val="00B050"/>
                </a:solidFill>
                <a:cs typeface="+mj-cs"/>
              </a:rPr>
              <a:t>( 2.4- </a:t>
            </a:r>
            <a:r>
              <a:rPr lang="ar-DZ" sz="3500" b="1" dirty="0">
                <a:solidFill>
                  <a:srgbClr val="00B050"/>
                </a:solidFill>
                <a:cs typeface="+mj-cs"/>
              </a:rPr>
              <a:t>الـتـهــيــئـة الـمــنــطــقـــيــة </a:t>
            </a:r>
            <a:r>
              <a:rPr lang="fr-FR" sz="3500" b="1" dirty="0">
                <a:solidFill>
                  <a:srgbClr val="00B050"/>
                </a:solidFill>
                <a:cs typeface="+mj-cs"/>
              </a:rPr>
              <a:t>Formatage Logique</a:t>
            </a:r>
            <a:r>
              <a:rPr lang="ar-DZ" sz="3500" b="1" dirty="0" smtClean="0">
                <a:solidFill>
                  <a:srgbClr val="00B050"/>
                </a:solidFill>
                <a:cs typeface="+mj-cs"/>
              </a:rPr>
              <a:t> ) </a:t>
            </a:r>
            <a:endParaRPr lang="fr-FR" sz="3500" i="1" dirty="0">
              <a:solidFill>
                <a:srgbClr val="00B050"/>
              </a:solidFill>
              <a:cs typeface="+mj-cs"/>
            </a:endParaRPr>
          </a:p>
        </p:txBody>
      </p:sp>
    </p:spTree>
    <p:extLst>
      <p:ext uri="{BB962C8B-B14F-4D97-AF65-F5344CB8AC3E}">
        <p14:creationId xmlns:p14="http://schemas.microsoft.com/office/powerpoint/2010/main" val="355824244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750" fill="hold"/>
                                        <p:tgtEl>
                                          <p:spTgt spid="3">
                                            <p:bg/>
                                          </p:spTgt>
                                        </p:tgtEl>
                                        <p:attrNameLst>
                                          <p:attrName>ppt_w</p:attrName>
                                        </p:attrNameLst>
                                      </p:cBhvr>
                                      <p:tavLst>
                                        <p:tav tm="0">
                                          <p:val>
                                            <p:fltVal val="0"/>
                                          </p:val>
                                        </p:tav>
                                        <p:tav tm="100000">
                                          <p:val>
                                            <p:strVal val="#ppt_w"/>
                                          </p:val>
                                        </p:tav>
                                      </p:tavLst>
                                    </p:anim>
                                    <p:anim calcmode="lin" valueType="num">
                                      <p:cBhvr>
                                        <p:cTn id="22" dur="750" fill="hold"/>
                                        <p:tgtEl>
                                          <p:spTgt spid="3">
                                            <p:bg/>
                                          </p:spTgt>
                                        </p:tgtEl>
                                        <p:attrNameLst>
                                          <p:attrName>ppt_h</p:attrName>
                                        </p:attrNameLst>
                                      </p:cBhvr>
                                      <p:tavLst>
                                        <p:tav tm="0">
                                          <p:val>
                                            <p:fltVal val="0"/>
                                          </p:val>
                                        </p:tav>
                                        <p:tav tm="100000">
                                          <p:val>
                                            <p:strVal val="#ppt_h"/>
                                          </p:val>
                                        </p:tav>
                                      </p:tavLst>
                                    </p:anim>
                                    <p:anim calcmode="lin" valueType="num">
                                      <p:cBhvr>
                                        <p:cTn id="23" dur="750" fill="hold"/>
                                        <p:tgtEl>
                                          <p:spTgt spid="3">
                                            <p:bg/>
                                          </p:spTgt>
                                        </p:tgtEl>
                                        <p:attrNameLst>
                                          <p:attrName>style.rotation</p:attrName>
                                        </p:attrNameLst>
                                      </p:cBhvr>
                                      <p:tavLst>
                                        <p:tav tm="0">
                                          <p:val>
                                            <p:fltVal val="90"/>
                                          </p:val>
                                        </p:tav>
                                        <p:tav tm="100000">
                                          <p:val>
                                            <p:fltVal val="0"/>
                                          </p:val>
                                        </p:tav>
                                      </p:tavLst>
                                    </p:anim>
                                    <p:animEffect transition="in" filter="fade">
                                      <p:cBhvr>
                                        <p:cTn id="24" dur="75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7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u="sng" dirty="0" smtClean="0">
                <a:solidFill>
                  <a:srgbClr val="FF0000"/>
                </a:solidFill>
                <a:cs typeface="+mj-cs"/>
              </a:rPr>
              <a:t>4. تـهــيــئـة </a:t>
            </a:r>
            <a:r>
              <a:rPr lang="ar-DZ" sz="4000" b="1" u="sng" dirty="0">
                <a:solidFill>
                  <a:srgbClr val="FF0000"/>
                </a:solidFill>
                <a:cs typeface="+mj-cs"/>
              </a:rPr>
              <a:t>الـقــرص الـصـلــب </a:t>
            </a:r>
            <a:r>
              <a:rPr lang="fr-FR" sz="4000" b="1" u="sng" dirty="0">
                <a:solidFill>
                  <a:srgbClr val="FF0000"/>
                </a:solidFill>
                <a:cs typeface="+mj-cs"/>
              </a:rPr>
              <a:t>Formatage d’un HDD :</a:t>
            </a:r>
            <a:endParaRPr lang="fr-FR" sz="40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الـتــهـــيـــئــة الـفــيـزيـائــيـة</a:t>
            </a:r>
            <a:endParaRPr lang="fr-FR" sz="4000" b="1" dirty="0">
              <a:solidFill>
                <a:srgbClr val="FF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00B050"/>
                </a:solidFill>
              </a:rPr>
              <a:t>الـتــهـــيـــئــة</a:t>
            </a:r>
            <a:r>
              <a:rPr lang="ar-DZ" sz="4000" b="1" dirty="0" smtClean="0">
                <a:solidFill>
                  <a:srgbClr val="00B050"/>
                </a:solidFill>
                <a:cs typeface="+mj-cs"/>
              </a:rPr>
              <a:t> </a:t>
            </a:r>
            <a:r>
              <a:rPr lang="ar-DZ" sz="4000" b="1" dirty="0">
                <a:solidFill>
                  <a:srgbClr val="00B050"/>
                </a:solidFill>
                <a:cs typeface="+mj-cs"/>
              </a:rPr>
              <a:t>الـمــنــطــقـــيــة</a:t>
            </a:r>
            <a:endParaRPr lang="fr-FR" sz="36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800" b="1" u="sng" dirty="0">
                <a:solidFill>
                  <a:srgbClr val="FF0000"/>
                </a:solidFill>
              </a:rPr>
              <a:t>تـهــيــئـة الـقــرص الـصـلــب </a:t>
            </a:r>
            <a:r>
              <a:rPr lang="ar-DZ" sz="3800" b="1" dirty="0" smtClean="0">
                <a:solidFill>
                  <a:srgbClr val="FF0000"/>
                </a:solidFill>
                <a:cs typeface="+mj-cs"/>
              </a:rPr>
              <a:t>تــكــون خــلال مــرحــلــتــيــن :</a:t>
            </a:r>
            <a:endParaRPr lang="ar-DZ" sz="38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3600" b="1" dirty="0">
                <a:solidFill>
                  <a:srgbClr val="0070C0"/>
                </a:solidFill>
                <a:cs typeface="+mj-cs"/>
              </a:rPr>
              <a:t>الـتـهـــيـــئــة </a:t>
            </a:r>
            <a:r>
              <a:rPr lang="ar-DZ" sz="3600" b="1" dirty="0" smtClean="0">
                <a:solidFill>
                  <a:srgbClr val="0070C0"/>
                </a:solidFill>
                <a:cs typeface="+mj-cs"/>
              </a:rPr>
              <a:t>الــمـــاديـــة</a:t>
            </a:r>
            <a:endParaRPr lang="fr-FR" sz="3600" dirty="0">
              <a:cs typeface="+mj-cs"/>
            </a:endParaRPr>
          </a:p>
        </p:txBody>
      </p:sp>
      <p:sp>
        <p:nvSpPr>
          <p:cNvPr id="23"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3600" b="1" dirty="0" smtClean="0">
                <a:solidFill>
                  <a:srgbClr val="0070C0"/>
                </a:solidFill>
                <a:cs typeface="+mj-cs"/>
              </a:rPr>
              <a:t>مُــسَــيَّــرَة بِـ بــرنــامـج</a:t>
            </a:r>
            <a:endParaRPr lang="fr-FR" sz="3600" dirty="0">
              <a:cs typeface="+mj-cs"/>
            </a:endParaRPr>
          </a:p>
        </p:txBody>
      </p:sp>
    </p:spTree>
    <p:extLst>
      <p:ext uri="{BB962C8B-B14F-4D97-AF65-F5344CB8AC3E}">
        <p14:creationId xmlns:p14="http://schemas.microsoft.com/office/powerpoint/2010/main" val="122795036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7"/>
            <a:ext cx="10814992" cy="994123"/>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smtClean="0">
                <a:solidFill>
                  <a:srgbClr val="FF0000"/>
                </a:solidFill>
                <a:cs typeface="+mj-cs"/>
              </a:rPr>
              <a:t>س</a:t>
            </a:r>
            <a:r>
              <a:rPr lang="ar-DZ" sz="3400" b="1" dirty="0" smtClean="0">
                <a:solidFill>
                  <a:srgbClr val="FF0000"/>
                </a:solidFill>
                <a:cs typeface="+mj-cs"/>
              </a:rPr>
              <a:t> : هـل تـتـدخـل الـشـركـة الـمـنـتـجـة </a:t>
            </a:r>
            <a:r>
              <a:rPr lang="ar-DZ" sz="3400" b="1" dirty="0" smtClean="0">
                <a:solidFill>
                  <a:srgbClr val="FF0000"/>
                </a:solidFill>
              </a:rPr>
              <a:t>للـقـرص </a:t>
            </a:r>
            <a:r>
              <a:rPr lang="fr-FR" sz="3400" b="1" dirty="0" smtClean="0">
                <a:solidFill>
                  <a:srgbClr val="FF0000"/>
                </a:solidFill>
              </a:rPr>
              <a:t> HDD</a:t>
            </a:r>
            <a:r>
              <a:rPr lang="ar-DZ" sz="3400" b="1" dirty="0" smtClean="0">
                <a:solidFill>
                  <a:srgbClr val="FF0000"/>
                </a:solidFill>
                <a:cs typeface="+mj-cs"/>
              </a:rPr>
              <a:t>في بـرامـج وبـيـانـات؟</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298431"/>
            <a:ext cx="3711623"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الــشــــركــــة</a:t>
            </a:r>
          </a:p>
          <a:p>
            <a:pPr algn="ctr" rtl="1"/>
            <a:r>
              <a:rPr lang="ar-DZ" sz="3600" b="1" dirty="0" smtClean="0">
                <a:solidFill>
                  <a:srgbClr val="00B050"/>
                </a:solidFill>
                <a:cs typeface="+mj-cs"/>
              </a:rPr>
              <a:t> الـمــنــتــجــة ؟</a:t>
            </a:r>
            <a:endParaRPr lang="ar-DZ" sz="3600" b="1" dirty="0">
              <a:solidFill>
                <a:srgbClr val="00B050"/>
              </a:solidFill>
              <a:cs typeface="+mj-cs"/>
            </a:endParaRPr>
          </a:p>
        </p:txBody>
      </p:sp>
      <p:sp>
        <p:nvSpPr>
          <p:cNvPr id="8" name="Rectangle 7"/>
          <p:cNvSpPr/>
          <p:nvPr/>
        </p:nvSpPr>
        <p:spPr>
          <a:xfrm>
            <a:off x="1030666" y="329843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الـمــســتــخــدم ؟</a:t>
            </a:r>
            <a:endParaRPr lang="ar-DZ" sz="3600" b="1" dirty="0">
              <a:solidFill>
                <a:srgbClr val="00B050"/>
              </a:solidFill>
              <a:cs typeface="+mj-cs"/>
            </a:endParaRPr>
          </a:p>
        </p:txBody>
      </p:sp>
      <p:sp>
        <p:nvSpPr>
          <p:cNvPr id="13" name="Rectangle 12"/>
          <p:cNvSpPr/>
          <p:nvPr/>
        </p:nvSpPr>
        <p:spPr>
          <a:xfrm>
            <a:off x="1030666" y="1556792"/>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rPr>
              <a:t>  مــن يــقــوم بـالــتـهــيــئـة </a:t>
            </a:r>
            <a:r>
              <a:rPr lang="ar-DZ" sz="4000" b="1" dirty="0">
                <a:solidFill>
                  <a:srgbClr val="FF0000"/>
                </a:solidFill>
              </a:rPr>
              <a:t>الـمــنــطــقـــيــة </a:t>
            </a:r>
            <a:r>
              <a:rPr lang="ar-DZ" sz="4000" b="1" dirty="0" smtClean="0">
                <a:solidFill>
                  <a:srgbClr val="FF0000"/>
                </a:solidFill>
                <a:cs typeface="+mj-cs"/>
              </a:rPr>
              <a:t>:</a:t>
            </a:r>
            <a:endParaRPr lang="ar-DZ" sz="4000" b="1" dirty="0">
              <a:solidFill>
                <a:srgbClr val="FF0000"/>
              </a:solidFill>
              <a:cs typeface="+mj-cs"/>
            </a:endParaRPr>
          </a:p>
        </p:txBody>
      </p:sp>
      <p:cxnSp>
        <p:nvCxnSpPr>
          <p:cNvPr id="16" name="Connecteur droit avec flèche 15"/>
          <p:cNvCxnSpPr>
            <a:stCxn id="13" idx="2"/>
            <a:endCxn id="8" idx="3"/>
          </p:cNvCxnSpPr>
          <p:nvPr/>
        </p:nvCxnSpPr>
        <p:spPr>
          <a:xfrm flipH="1">
            <a:off x="4943872" y="2645895"/>
            <a:ext cx="1087341"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stCxn id="13" idx="2"/>
            <a:endCxn id="6" idx="1"/>
          </p:cNvCxnSpPr>
          <p:nvPr/>
        </p:nvCxnSpPr>
        <p:spPr>
          <a:xfrm>
            <a:off x="6031213" y="2645895"/>
            <a:ext cx="1288923"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1026855" y="5027536"/>
            <a:ext cx="4176464"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3600" b="1" dirty="0" smtClean="0">
                <a:solidFill>
                  <a:srgbClr val="0070C0"/>
                </a:solidFill>
                <a:cs typeface="+mj-cs"/>
              </a:rPr>
              <a:t>.................</a:t>
            </a:r>
            <a:endParaRPr lang="fr-FR" sz="4000" dirty="0">
              <a:cs typeface="+mj-cs"/>
            </a:endParaRPr>
          </a:p>
        </p:txBody>
      </p:sp>
      <p:sp>
        <p:nvSpPr>
          <p:cNvPr id="10" name="Espace réservé du contenu 21"/>
          <p:cNvSpPr txBox="1">
            <a:spLocks/>
          </p:cNvSpPr>
          <p:nvPr/>
        </p:nvSpPr>
        <p:spPr>
          <a:xfrm>
            <a:off x="7087715" y="5046590"/>
            <a:ext cx="4176464" cy="1478753"/>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b="1" dirty="0" smtClean="0">
                <a:solidFill>
                  <a:srgbClr val="0070C0"/>
                </a:solidFill>
                <a:cs typeface="+mj-cs"/>
              </a:rPr>
              <a:t> .................</a:t>
            </a:r>
            <a:endParaRPr lang="fr-FR" dirty="0">
              <a:cs typeface="+mj-cs"/>
            </a:endParaRPr>
          </a:p>
        </p:txBody>
      </p:sp>
    </p:spTree>
    <p:extLst>
      <p:ext uri="{BB962C8B-B14F-4D97-AF65-F5344CB8AC3E}">
        <p14:creationId xmlns:p14="http://schemas.microsoft.com/office/powerpoint/2010/main" val="63279080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circle(in)">
                                      <p:cBhvr>
                                        <p:cTn id="56"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10"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a:solidFill>
                  <a:srgbClr val="FF0000"/>
                </a:solidFill>
                <a:cs typeface="+mj-cs"/>
              </a:rPr>
              <a:t>س</a:t>
            </a:r>
            <a:r>
              <a:rPr lang="ar-DZ" sz="3400" b="1" dirty="0">
                <a:solidFill>
                  <a:srgbClr val="FF0000"/>
                </a:solidFill>
                <a:cs typeface="+mj-cs"/>
              </a:rPr>
              <a:t> : هـل تـتـدخـل الـشـركـة الـمـنـتـجـة للـقـرص </a:t>
            </a:r>
            <a:r>
              <a:rPr lang="fr-FR" sz="3400" b="1" dirty="0">
                <a:solidFill>
                  <a:srgbClr val="FF0000"/>
                </a:solidFill>
                <a:cs typeface="+mj-cs"/>
              </a:rPr>
              <a:t> HDD</a:t>
            </a:r>
            <a:r>
              <a:rPr lang="ar-DZ" sz="3400" b="1" dirty="0">
                <a:solidFill>
                  <a:srgbClr val="FF0000"/>
                </a:solidFill>
                <a:cs typeface="+mj-cs"/>
              </a:rPr>
              <a:t>في </a:t>
            </a:r>
            <a:r>
              <a:rPr lang="ar-DZ" sz="3400" b="1" dirty="0" smtClean="0">
                <a:solidFill>
                  <a:srgbClr val="FF0000"/>
                </a:solidFill>
                <a:cs typeface="+mj-cs"/>
              </a:rPr>
              <a:t>بـرامـج وبـيـانـات</a:t>
            </a:r>
            <a:r>
              <a:rPr lang="ar-DZ" sz="3400" b="1" dirty="0">
                <a:solidFill>
                  <a:srgbClr val="FF0000"/>
                </a:solidFill>
                <a:cs typeface="+mj-cs"/>
              </a:rPr>
              <a:t>؟</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6" name="Rectangle 5"/>
          <p:cNvSpPr/>
          <p:nvPr/>
        </p:nvSpPr>
        <p:spPr>
          <a:xfrm>
            <a:off x="7320136" y="3298431"/>
            <a:ext cx="3711623"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chemeClr val="tx1"/>
                </a:solidFill>
                <a:cs typeface="+mj-cs"/>
              </a:rPr>
              <a:t>الــشــــركــــة</a:t>
            </a:r>
          </a:p>
          <a:p>
            <a:pPr algn="ctr" rtl="1"/>
            <a:r>
              <a:rPr lang="ar-DZ" sz="3600" b="1" dirty="0" smtClean="0">
                <a:solidFill>
                  <a:schemeClr val="tx1"/>
                </a:solidFill>
                <a:cs typeface="+mj-cs"/>
              </a:rPr>
              <a:t> الـمــنــتــجــة</a:t>
            </a:r>
            <a:endParaRPr lang="ar-DZ" sz="3600" b="1" dirty="0">
              <a:solidFill>
                <a:schemeClr val="tx1"/>
              </a:solidFill>
              <a:cs typeface="+mj-cs"/>
            </a:endParaRPr>
          </a:p>
        </p:txBody>
      </p:sp>
      <p:sp>
        <p:nvSpPr>
          <p:cNvPr id="8" name="Rectangle 7"/>
          <p:cNvSpPr/>
          <p:nvPr/>
        </p:nvSpPr>
        <p:spPr>
          <a:xfrm>
            <a:off x="1030666" y="329843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FF0000"/>
                </a:solidFill>
                <a:cs typeface="+mj-cs"/>
              </a:rPr>
              <a:t>الـمــســتــخــدم</a:t>
            </a:r>
            <a:endParaRPr lang="ar-DZ" sz="3600" b="1" dirty="0">
              <a:solidFill>
                <a:srgbClr val="FF0000"/>
              </a:solidFill>
              <a:cs typeface="+mj-cs"/>
            </a:endParaRPr>
          </a:p>
        </p:txBody>
      </p:sp>
      <p:sp>
        <p:nvSpPr>
          <p:cNvPr id="13" name="Rectangle 12"/>
          <p:cNvSpPr/>
          <p:nvPr/>
        </p:nvSpPr>
        <p:spPr>
          <a:xfrm>
            <a:off x="1030666" y="1556792"/>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 </a:t>
            </a:r>
            <a:r>
              <a:rPr lang="ar-DZ" sz="4000" b="1" dirty="0">
                <a:solidFill>
                  <a:srgbClr val="FF0000"/>
                </a:solidFill>
                <a:cs typeface="+mj-cs"/>
              </a:rPr>
              <a:t> مــن يــقــوم بـالــتـهــيــئـة الـمــنــطــقـــيــة :</a:t>
            </a:r>
          </a:p>
        </p:txBody>
      </p:sp>
      <p:cxnSp>
        <p:nvCxnSpPr>
          <p:cNvPr id="16" name="Connecteur droit avec flèche 15"/>
          <p:cNvCxnSpPr>
            <a:stCxn id="13" idx="2"/>
            <a:endCxn id="8" idx="3"/>
          </p:cNvCxnSpPr>
          <p:nvPr/>
        </p:nvCxnSpPr>
        <p:spPr>
          <a:xfrm flipH="1">
            <a:off x="4943872" y="2645895"/>
            <a:ext cx="1087341"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stCxn id="13" idx="2"/>
            <a:endCxn id="6" idx="1"/>
          </p:cNvCxnSpPr>
          <p:nvPr/>
        </p:nvCxnSpPr>
        <p:spPr>
          <a:xfrm>
            <a:off x="6031213" y="2645895"/>
            <a:ext cx="1288923"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1026855" y="5027536"/>
            <a:ext cx="4176464"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4000" b="1" dirty="0" smtClean="0">
                <a:solidFill>
                  <a:srgbClr val="0070C0"/>
                </a:solidFill>
                <a:cs typeface="+mj-cs"/>
              </a:rPr>
              <a:t>يَـتَــكَــفَــلُ بِـهَـا</a:t>
            </a:r>
            <a:endParaRPr lang="fr-FR" sz="4000" dirty="0">
              <a:cs typeface="+mj-cs"/>
            </a:endParaRPr>
          </a:p>
        </p:txBody>
      </p:sp>
      <p:sp>
        <p:nvSpPr>
          <p:cNvPr id="10" name="Espace réservé du contenu 21"/>
          <p:cNvSpPr txBox="1">
            <a:spLocks/>
          </p:cNvSpPr>
          <p:nvPr/>
        </p:nvSpPr>
        <p:spPr>
          <a:xfrm>
            <a:off x="7087715" y="5046590"/>
            <a:ext cx="4176464" cy="1478753"/>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b="1" dirty="0" smtClean="0">
                <a:solidFill>
                  <a:schemeClr val="tx1"/>
                </a:solidFill>
                <a:cs typeface="+mj-cs"/>
              </a:rPr>
              <a:t>لا عــلاقــة</a:t>
            </a:r>
          </a:p>
          <a:p>
            <a:pPr marL="0" indent="0" algn="ctr" rtl="1">
              <a:buNone/>
            </a:pPr>
            <a:r>
              <a:rPr lang="ar-DZ" b="1" dirty="0" smtClean="0">
                <a:solidFill>
                  <a:schemeClr val="tx1"/>
                </a:solidFill>
                <a:cs typeface="+mj-cs"/>
              </a:rPr>
              <a:t> لـهـا بـهـا</a:t>
            </a:r>
            <a:endParaRPr lang="fr-FR" dirty="0">
              <a:solidFill>
                <a:schemeClr val="tx1"/>
              </a:solidFill>
              <a:cs typeface="+mj-cs"/>
            </a:endParaRPr>
          </a:p>
        </p:txBody>
      </p:sp>
    </p:spTree>
    <p:extLst>
      <p:ext uri="{BB962C8B-B14F-4D97-AF65-F5344CB8AC3E}">
        <p14:creationId xmlns:p14="http://schemas.microsoft.com/office/powerpoint/2010/main" val="119869173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circle(in)">
                                      <p:cBhvr>
                                        <p:cTn id="56"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10"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500" b="1" dirty="0" smtClean="0">
              <a:cs typeface="+mj-cs"/>
            </a:endParaRPr>
          </a:p>
          <a:p>
            <a:pPr marL="0" indent="0" algn="just" rtl="1">
              <a:lnSpc>
                <a:spcPct val="150000"/>
              </a:lnSpc>
              <a:buNone/>
            </a:pPr>
            <a:r>
              <a:rPr lang="ar-DZ" sz="4000" b="1" dirty="0" smtClean="0">
                <a:solidFill>
                  <a:srgbClr val="002060"/>
                </a:solidFill>
                <a:cs typeface="+mj-cs"/>
              </a:rPr>
              <a:t>- يـقـوم بـهـا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بـحـيـث يـخـتــار إحــدى أنـظــمـة </a:t>
            </a:r>
            <a:r>
              <a:rPr lang="ar-DZ" sz="4000" baseline="-25000" dirty="0" smtClean="0">
                <a:solidFill>
                  <a:srgbClr val="002060"/>
                </a:solidFill>
                <a:cs typeface="+mj-cs"/>
              </a:rPr>
              <a:t>...........................</a:t>
            </a:r>
            <a:r>
              <a:rPr lang="ar-DZ" sz="4000" b="1" dirty="0" smtClean="0">
                <a:solidFill>
                  <a:srgbClr val="002060"/>
                </a:solidFill>
                <a:cs typeface="+mj-cs"/>
              </a:rPr>
              <a:t> الـتـالـيـة </a:t>
            </a:r>
            <a:r>
              <a:rPr lang="ar-DZ" sz="4000" b="1" dirty="0">
                <a:solidFill>
                  <a:srgbClr val="002060"/>
                </a:solidFill>
                <a:cs typeface="+mj-cs"/>
              </a:rPr>
              <a:t>:  </a:t>
            </a:r>
            <a:r>
              <a:rPr lang="en-US" sz="4000" b="1" dirty="0">
                <a:solidFill>
                  <a:srgbClr val="002060"/>
                </a:solidFill>
                <a:cs typeface="+mj-cs"/>
              </a:rPr>
              <a:t>FAT32</a:t>
            </a:r>
            <a:r>
              <a:rPr lang="ar-DZ" sz="4000" b="1" dirty="0">
                <a:solidFill>
                  <a:srgbClr val="002060"/>
                </a:solidFill>
                <a:cs typeface="+mj-cs"/>
              </a:rPr>
              <a:t> ، </a:t>
            </a:r>
            <a:r>
              <a:rPr lang="en-US" sz="4000" b="1" dirty="0">
                <a:solidFill>
                  <a:srgbClr val="002060"/>
                </a:solidFill>
                <a:cs typeface="+mj-cs"/>
              </a:rPr>
              <a:t>NTFS </a:t>
            </a:r>
            <a:r>
              <a:rPr lang="ar-DZ" sz="4000" b="1" dirty="0">
                <a:solidFill>
                  <a:srgbClr val="002060"/>
                </a:solidFill>
                <a:cs typeface="+mj-cs"/>
              </a:rPr>
              <a:t> ،  </a:t>
            </a:r>
            <a:r>
              <a:rPr lang="en-US" sz="4000" b="1" dirty="0">
                <a:solidFill>
                  <a:srgbClr val="002060"/>
                </a:solidFill>
                <a:cs typeface="+mj-cs"/>
              </a:rPr>
              <a:t>EXT2</a:t>
            </a:r>
            <a:r>
              <a:rPr lang="ar-DZ" sz="4000" b="1" dirty="0">
                <a:solidFill>
                  <a:srgbClr val="002060"/>
                </a:solidFill>
                <a:cs typeface="+mj-cs"/>
              </a:rPr>
              <a:t>  ،  </a:t>
            </a:r>
            <a:r>
              <a:rPr lang="en-US" sz="4000" b="1" dirty="0">
                <a:solidFill>
                  <a:srgbClr val="002060"/>
                </a:solidFill>
                <a:cs typeface="+mj-cs"/>
              </a:rPr>
              <a:t>EXT3 </a:t>
            </a:r>
            <a:r>
              <a:rPr lang="en-US" sz="4000" b="1" dirty="0" smtClean="0">
                <a:solidFill>
                  <a:srgbClr val="002060"/>
                </a:solidFill>
                <a:cs typeface="+mj-cs"/>
              </a:rPr>
              <a:t>…</a:t>
            </a:r>
            <a:r>
              <a:rPr lang="ar-DZ" sz="4000" b="1" dirty="0">
                <a:solidFill>
                  <a:srgbClr val="002060"/>
                </a:solidFill>
                <a:cs typeface="+mj-cs"/>
              </a:rPr>
              <a:t> </a:t>
            </a:r>
            <a:r>
              <a:rPr lang="en-US" sz="4000" b="1" dirty="0" smtClean="0">
                <a:solidFill>
                  <a:srgbClr val="002060"/>
                </a:solidFill>
                <a:cs typeface="+mj-cs"/>
              </a:rPr>
              <a:t> </a:t>
            </a:r>
            <a:r>
              <a:rPr lang="ar-DZ" sz="4000" b="1" smtClean="0">
                <a:solidFill>
                  <a:srgbClr val="002060"/>
                </a:solidFill>
                <a:cs typeface="+mj-cs"/>
              </a:rPr>
              <a:t>بـحــيــث نــظــام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سَــيَــتِـمُ تَــطْــبِــيــقُــه عـلـى الـقــرص الـصـلــب </a:t>
            </a:r>
            <a:r>
              <a:rPr lang="ar-DZ" sz="4000" b="1" dirty="0" smtClean="0">
                <a:solidFill>
                  <a:srgbClr val="002060"/>
                </a:solidFill>
                <a:cs typeface="+mj-cs"/>
              </a:rPr>
              <a:t>بِـأَكْــمَــلِــهِ </a:t>
            </a:r>
            <a:r>
              <a:rPr lang="ar-DZ" sz="4000" b="1" dirty="0">
                <a:solidFill>
                  <a:srgbClr val="002060"/>
                </a:solidFill>
                <a:cs typeface="+mj-cs"/>
              </a:rPr>
              <a:t>أو عـلـى </a:t>
            </a:r>
            <a:r>
              <a:rPr lang="ar-DZ" sz="4000" b="1" dirty="0" smtClean="0">
                <a:solidFill>
                  <a:srgbClr val="002060"/>
                </a:solidFill>
                <a:cs typeface="+mj-cs"/>
              </a:rPr>
              <a:t>تَـجْــزِئَــةٍ مُــحَــدَّدَةٍ</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smtClean="0">
                <a:solidFill>
                  <a:srgbClr val="00B050"/>
                </a:solidFill>
                <a:cs typeface="+mj-cs"/>
              </a:rPr>
              <a:t>2.4- </a:t>
            </a:r>
            <a:r>
              <a:rPr lang="ar-DZ" b="1" dirty="0">
                <a:solidFill>
                  <a:srgbClr val="00B050"/>
                </a:solidFill>
                <a:cs typeface="+mj-cs"/>
              </a:rPr>
              <a:t>الـتـهــيــئـة </a:t>
            </a:r>
            <a:r>
              <a:rPr lang="ar-DZ" b="1" dirty="0">
                <a:solidFill>
                  <a:srgbClr val="00B050"/>
                </a:solidFill>
              </a:rPr>
              <a:t>الـمــنــطــقـــيــة</a:t>
            </a:r>
            <a:r>
              <a:rPr lang="ar-DZ" b="1" dirty="0" smtClean="0">
                <a:solidFill>
                  <a:srgbClr val="00B050"/>
                </a:solidFill>
                <a:cs typeface="+mj-cs"/>
              </a:rPr>
              <a:t> </a:t>
            </a:r>
            <a:r>
              <a:rPr lang="fr-FR" sz="3600" b="1" dirty="0">
                <a:solidFill>
                  <a:srgbClr val="00B050"/>
                </a:solidFill>
                <a:cs typeface="+mj-cs"/>
              </a:rPr>
              <a:t>Formatage </a:t>
            </a:r>
            <a:r>
              <a:rPr lang="fr-FR" sz="3600" b="1" dirty="0" smtClean="0">
                <a:solidFill>
                  <a:srgbClr val="00B050"/>
                </a:solidFill>
                <a:cs typeface="+mj-cs"/>
              </a:rPr>
              <a:t>Logique</a:t>
            </a:r>
            <a:endParaRPr lang="fr-FR" i="1" dirty="0">
              <a:solidFill>
                <a:srgbClr val="FF0000"/>
              </a:solidFill>
              <a:cs typeface="+mj-cs"/>
            </a:endParaRPr>
          </a:p>
        </p:txBody>
      </p:sp>
    </p:spTree>
    <p:extLst>
      <p:ext uri="{BB962C8B-B14F-4D97-AF65-F5344CB8AC3E}">
        <p14:creationId xmlns:p14="http://schemas.microsoft.com/office/powerpoint/2010/main" val="6792768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500" b="1" dirty="0" smtClean="0">
              <a:cs typeface="+mj-cs"/>
            </a:endParaRPr>
          </a:p>
          <a:p>
            <a:pPr marL="0" indent="0" algn="just" rtl="1">
              <a:lnSpc>
                <a:spcPct val="150000"/>
              </a:lnSpc>
              <a:buNone/>
            </a:pPr>
            <a:r>
              <a:rPr lang="ar-DZ" sz="4000" b="1" dirty="0" smtClean="0">
                <a:solidFill>
                  <a:srgbClr val="002060"/>
                </a:solidFill>
                <a:cs typeface="+mj-cs"/>
              </a:rPr>
              <a:t>- يـقـوم بـهـا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بـحـيـث يـخـتــار إحــدى أنـظــمـة </a:t>
            </a:r>
            <a:r>
              <a:rPr lang="ar-DZ" sz="4000" baseline="-25000" dirty="0" smtClean="0">
                <a:solidFill>
                  <a:srgbClr val="002060"/>
                </a:solidFill>
                <a:cs typeface="+mj-cs"/>
              </a:rPr>
              <a:t>...........................</a:t>
            </a:r>
            <a:r>
              <a:rPr lang="ar-DZ" sz="4000" b="1" dirty="0" smtClean="0">
                <a:solidFill>
                  <a:srgbClr val="002060"/>
                </a:solidFill>
                <a:cs typeface="+mj-cs"/>
              </a:rPr>
              <a:t> الـتـالـيـة </a:t>
            </a:r>
            <a:r>
              <a:rPr lang="ar-DZ" sz="4000" b="1" dirty="0">
                <a:solidFill>
                  <a:srgbClr val="002060"/>
                </a:solidFill>
                <a:cs typeface="+mj-cs"/>
              </a:rPr>
              <a:t>:  </a:t>
            </a:r>
            <a:r>
              <a:rPr lang="en-US" sz="4000" b="1" dirty="0">
                <a:solidFill>
                  <a:srgbClr val="002060"/>
                </a:solidFill>
                <a:cs typeface="+mj-cs"/>
              </a:rPr>
              <a:t>FAT32</a:t>
            </a:r>
            <a:r>
              <a:rPr lang="ar-DZ" sz="4000" b="1" dirty="0">
                <a:solidFill>
                  <a:srgbClr val="002060"/>
                </a:solidFill>
                <a:cs typeface="+mj-cs"/>
              </a:rPr>
              <a:t> ، </a:t>
            </a:r>
            <a:r>
              <a:rPr lang="en-US" sz="4000" b="1" dirty="0">
                <a:solidFill>
                  <a:srgbClr val="002060"/>
                </a:solidFill>
                <a:cs typeface="+mj-cs"/>
              </a:rPr>
              <a:t>NTFS </a:t>
            </a:r>
            <a:r>
              <a:rPr lang="ar-DZ" sz="4000" b="1" dirty="0">
                <a:solidFill>
                  <a:srgbClr val="002060"/>
                </a:solidFill>
                <a:cs typeface="+mj-cs"/>
              </a:rPr>
              <a:t> ،  </a:t>
            </a:r>
            <a:r>
              <a:rPr lang="en-US" sz="4000" b="1" dirty="0">
                <a:solidFill>
                  <a:srgbClr val="002060"/>
                </a:solidFill>
                <a:cs typeface="+mj-cs"/>
              </a:rPr>
              <a:t>EXT2</a:t>
            </a:r>
            <a:r>
              <a:rPr lang="ar-DZ" sz="4000" b="1" dirty="0">
                <a:solidFill>
                  <a:srgbClr val="002060"/>
                </a:solidFill>
                <a:cs typeface="+mj-cs"/>
              </a:rPr>
              <a:t>  ،  </a:t>
            </a:r>
            <a:r>
              <a:rPr lang="en-US" sz="4000" b="1" dirty="0">
                <a:solidFill>
                  <a:srgbClr val="002060"/>
                </a:solidFill>
                <a:cs typeface="+mj-cs"/>
              </a:rPr>
              <a:t>EXT3 </a:t>
            </a:r>
            <a:r>
              <a:rPr lang="en-US" sz="4000" b="1" dirty="0" smtClean="0">
                <a:solidFill>
                  <a:srgbClr val="002060"/>
                </a:solidFill>
                <a:cs typeface="+mj-cs"/>
              </a:rPr>
              <a:t>…</a:t>
            </a:r>
            <a:r>
              <a:rPr lang="ar-DZ" sz="4000" b="1" dirty="0">
                <a:solidFill>
                  <a:srgbClr val="002060"/>
                </a:solidFill>
                <a:cs typeface="+mj-cs"/>
              </a:rPr>
              <a:t> </a:t>
            </a:r>
            <a:r>
              <a:rPr lang="en-US" sz="4000" b="1" dirty="0" smtClean="0">
                <a:solidFill>
                  <a:srgbClr val="002060"/>
                </a:solidFill>
                <a:cs typeface="+mj-cs"/>
              </a:rPr>
              <a:t> </a:t>
            </a:r>
            <a:r>
              <a:rPr lang="ar-DZ" sz="4000" b="1" smtClean="0">
                <a:solidFill>
                  <a:srgbClr val="002060"/>
                </a:solidFill>
                <a:cs typeface="+mj-cs"/>
              </a:rPr>
              <a:t>بـحــيــث نــظــام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سَــيَــتِـمُ تَــطْــبِــيــقُــه عـلـى الـقــرص الـصـلــب </a:t>
            </a:r>
            <a:r>
              <a:rPr lang="ar-DZ" sz="4000" b="1" dirty="0" smtClean="0">
                <a:solidFill>
                  <a:srgbClr val="002060"/>
                </a:solidFill>
                <a:cs typeface="+mj-cs"/>
              </a:rPr>
              <a:t>بِـأَكْــمَــلِــهِ </a:t>
            </a:r>
            <a:r>
              <a:rPr lang="ar-DZ" sz="4000" b="1" dirty="0">
                <a:solidFill>
                  <a:srgbClr val="002060"/>
                </a:solidFill>
                <a:cs typeface="+mj-cs"/>
              </a:rPr>
              <a:t>أو عـلـى </a:t>
            </a:r>
            <a:r>
              <a:rPr lang="ar-DZ" sz="4000" b="1" dirty="0" smtClean="0">
                <a:solidFill>
                  <a:srgbClr val="002060"/>
                </a:solidFill>
                <a:cs typeface="+mj-cs"/>
              </a:rPr>
              <a:t>تَـجْــزِئَــةٍ مُــحَــدَّدَةٍ</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smtClean="0">
                <a:solidFill>
                  <a:srgbClr val="00B050"/>
                </a:solidFill>
                <a:cs typeface="+mj-cs"/>
              </a:rPr>
              <a:t>2.4- </a:t>
            </a:r>
            <a:r>
              <a:rPr lang="ar-DZ" b="1" dirty="0">
                <a:solidFill>
                  <a:srgbClr val="00B050"/>
                </a:solidFill>
                <a:cs typeface="+mj-cs"/>
              </a:rPr>
              <a:t>الـتـهــيــئـة </a:t>
            </a:r>
            <a:r>
              <a:rPr lang="ar-DZ" b="1" dirty="0">
                <a:solidFill>
                  <a:srgbClr val="00B050"/>
                </a:solidFill>
              </a:rPr>
              <a:t>الـمــنــطــقـــيــة</a:t>
            </a:r>
            <a:r>
              <a:rPr lang="ar-DZ" b="1" dirty="0" smtClean="0">
                <a:solidFill>
                  <a:srgbClr val="00B050"/>
                </a:solidFill>
                <a:cs typeface="+mj-cs"/>
              </a:rPr>
              <a:t> </a:t>
            </a:r>
            <a:r>
              <a:rPr lang="fr-FR" sz="3600" b="1" dirty="0">
                <a:solidFill>
                  <a:srgbClr val="00B050"/>
                </a:solidFill>
                <a:cs typeface="+mj-cs"/>
              </a:rPr>
              <a:t>Formatage </a:t>
            </a:r>
            <a:r>
              <a:rPr lang="fr-FR" sz="3600" b="1" dirty="0" smtClean="0">
                <a:solidFill>
                  <a:srgbClr val="00B050"/>
                </a:solidFill>
                <a:cs typeface="+mj-cs"/>
              </a:rPr>
              <a:t>Logique</a:t>
            </a:r>
            <a:endParaRPr lang="fr-FR" i="1" dirty="0">
              <a:solidFill>
                <a:srgbClr val="FF0000"/>
              </a:solidFill>
              <a:cs typeface="+mj-cs"/>
            </a:endParaRPr>
          </a:p>
        </p:txBody>
      </p:sp>
      <p:sp>
        <p:nvSpPr>
          <p:cNvPr id="6" name="Rectangle 5"/>
          <p:cNvSpPr/>
          <p:nvPr/>
        </p:nvSpPr>
        <p:spPr>
          <a:xfrm>
            <a:off x="6258236" y="2444168"/>
            <a:ext cx="2746633"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الـمــســتــخــدم</a:t>
            </a:r>
            <a:endParaRPr lang="fr-FR" sz="4000" b="1" dirty="0">
              <a:solidFill>
                <a:srgbClr val="0070C0"/>
              </a:solidFill>
              <a:cs typeface="+mj-cs"/>
            </a:endParaRPr>
          </a:p>
        </p:txBody>
      </p:sp>
      <p:sp>
        <p:nvSpPr>
          <p:cNvPr id="7" name="Rectangle 6"/>
          <p:cNvSpPr/>
          <p:nvPr/>
        </p:nvSpPr>
        <p:spPr>
          <a:xfrm>
            <a:off x="9120336" y="3358145"/>
            <a:ext cx="2170569"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الـمـلـفـات</a:t>
            </a:r>
            <a:endParaRPr lang="fr-FR" sz="4000" b="1" dirty="0">
              <a:solidFill>
                <a:srgbClr val="0070C0"/>
              </a:solidFill>
              <a:cs typeface="+mj-cs"/>
            </a:endParaRPr>
          </a:p>
        </p:txBody>
      </p:sp>
      <p:sp>
        <p:nvSpPr>
          <p:cNvPr id="9" name="Rectangle 8"/>
          <p:cNvSpPr/>
          <p:nvPr/>
        </p:nvSpPr>
        <p:spPr>
          <a:xfrm>
            <a:off x="5604999" y="4256279"/>
            <a:ext cx="2026553"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الـمـلـفـات</a:t>
            </a:r>
            <a:endParaRPr lang="fr-FR" sz="4000" b="1" dirty="0">
              <a:solidFill>
                <a:srgbClr val="0070C0"/>
              </a:solidFill>
              <a:cs typeface="+mj-cs"/>
            </a:endParaRPr>
          </a:p>
        </p:txBody>
      </p:sp>
    </p:spTree>
    <p:extLst>
      <p:ext uri="{BB962C8B-B14F-4D97-AF65-F5344CB8AC3E}">
        <p14:creationId xmlns:p14="http://schemas.microsoft.com/office/powerpoint/2010/main" val="311950004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p:cTn id="51" dur="1000" fill="hold"/>
                                        <p:tgtEl>
                                          <p:spTgt spid="9"/>
                                        </p:tgtEl>
                                        <p:attrNameLst>
                                          <p:attrName>ppt_w</p:attrName>
                                        </p:attrNameLst>
                                      </p:cBhvr>
                                      <p:tavLst>
                                        <p:tav tm="0">
                                          <p:val>
                                            <p:fltVal val="0"/>
                                          </p:val>
                                        </p:tav>
                                        <p:tav tm="100000">
                                          <p:val>
                                            <p:strVal val="#ppt_w"/>
                                          </p:val>
                                        </p:tav>
                                      </p:tavLst>
                                    </p:anim>
                                    <p:anim calcmode="lin" valueType="num">
                                      <p:cBhvr>
                                        <p:cTn id="52" dur="1000" fill="hold"/>
                                        <p:tgtEl>
                                          <p:spTgt spid="9"/>
                                        </p:tgtEl>
                                        <p:attrNameLst>
                                          <p:attrName>ppt_h</p:attrName>
                                        </p:attrNameLst>
                                      </p:cBhvr>
                                      <p:tavLst>
                                        <p:tav tm="0">
                                          <p:val>
                                            <p:fltVal val="0"/>
                                          </p:val>
                                        </p:tav>
                                        <p:tav tm="100000">
                                          <p:val>
                                            <p:strVal val="#ppt_h"/>
                                          </p:val>
                                        </p:tav>
                                      </p:tavLst>
                                    </p:anim>
                                    <p:anim calcmode="lin" valueType="num">
                                      <p:cBhvr>
                                        <p:cTn id="53" dur="1000" fill="hold"/>
                                        <p:tgtEl>
                                          <p:spTgt spid="9"/>
                                        </p:tgtEl>
                                        <p:attrNameLst>
                                          <p:attrName>style.rotation</p:attrName>
                                        </p:attrNameLst>
                                      </p:cBhvr>
                                      <p:tavLst>
                                        <p:tav tm="0">
                                          <p:val>
                                            <p:fltVal val="90"/>
                                          </p:val>
                                        </p:tav>
                                        <p:tav tm="100000">
                                          <p:val>
                                            <p:fltVal val="0"/>
                                          </p:val>
                                        </p:tav>
                                      </p:tavLst>
                                    </p:anim>
                                    <p:animEffect transition="in" filter="fade">
                                      <p:cBhvr>
                                        <p:cTn id="54"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7" grpId="0" animBg="1"/>
      <p:bldP spid="9"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000" b="1" dirty="0" smtClean="0">
                <a:solidFill>
                  <a:srgbClr val="002060"/>
                </a:solidFill>
                <a:cs typeface="+mj-cs"/>
              </a:rPr>
              <a:t>- نــظــام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يـســمـح بـاسـتـغــلال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الـقــرص الـصـلـب </a:t>
            </a:r>
            <a:r>
              <a:rPr lang="ar-DZ" sz="4000" b="1" dirty="0" smtClean="0">
                <a:solidFill>
                  <a:srgbClr val="002060"/>
                </a:solidFill>
                <a:cs typeface="+mj-cs"/>
              </a:rPr>
              <a:t>لِــ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الـبــيــانــات ( الـكــتــابــة ) كـمـا يُـتِـيـحُ أَيْــضًـا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إلـيـهـا وَ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 الـقـــراءة )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smtClean="0">
                <a:solidFill>
                  <a:srgbClr val="00B050"/>
                </a:solidFill>
                <a:cs typeface="+mj-cs"/>
              </a:rPr>
              <a:t>2.4- </a:t>
            </a:r>
            <a:r>
              <a:rPr lang="ar-DZ" b="1" dirty="0">
                <a:solidFill>
                  <a:srgbClr val="00B050"/>
                </a:solidFill>
                <a:cs typeface="+mj-cs"/>
              </a:rPr>
              <a:t>الـتـهــيــئـة </a:t>
            </a:r>
            <a:r>
              <a:rPr lang="ar-DZ" b="1" dirty="0" smtClean="0">
                <a:solidFill>
                  <a:srgbClr val="00B050"/>
                </a:solidFill>
                <a:cs typeface="+mj-cs"/>
              </a:rPr>
              <a:t>الـمــنــطــقـــيــة </a:t>
            </a:r>
            <a:r>
              <a:rPr lang="ar-DZ" b="1" dirty="0">
                <a:solidFill>
                  <a:srgbClr val="00B050"/>
                </a:solidFill>
                <a:cs typeface="+mj-cs"/>
              </a:rPr>
              <a:t>( تــابــع </a:t>
            </a:r>
            <a:r>
              <a:rPr lang="ar-DZ" b="1" dirty="0" smtClean="0">
                <a:solidFill>
                  <a:srgbClr val="00B050"/>
                </a:solidFill>
                <a:cs typeface="+mj-cs"/>
              </a:rPr>
              <a:t>)</a:t>
            </a:r>
            <a:endParaRPr lang="fr-FR" b="1" i="1" dirty="0">
              <a:solidFill>
                <a:srgbClr val="00B050"/>
              </a:solidFill>
              <a:cs typeface="+mj-cs"/>
            </a:endParaRPr>
          </a:p>
        </p:txBody>
      </p:sp>
      <p:sp>
        <p:nvSpPr>
          <p:cNvPr id="6" name="Rectangle 5"/>
          <p:cNvSpPr/>
          <p:nvPr/>
        </p:nvSpPr>
        <p:spPr>
          <a:xfrm>
            <a:off x="4583832" y="2471062"/>
            <a:ext cx="483486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الـمـلـفـات  </a:t>
            </a:r>
            <a:r>
              <a:rPr lang="fr-FR" sz="4000" b="1" dirty="0" smtClean="0">
                <a:solidFill>
                  <a:srgbClr val="0070C0"/>
                </a:solidFill>
              </a:rPr>
              <a:t>File System</a:t>
            </a:r>
            <a:endParaRPr lang="fr-FR" sz="4000" b="1" dirty="0">
              <a:solidFill>
                <a:srgbClr val="0070C0"/>
              </a:solidFill>
            </a:endParaRPr>
          </a:p>
        </p:txBody>
      </p:sp>
    </p:spTree>
    <p:extLst>
      <p:ext uri="{BB962C8B-B14F-4D97-AF65-F5344CB8AC3E}">
        <p14:creationId xmlns:p14="http://schemas.microsoft.com/office/powerpoint/2010/main" val="298668794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000" b="1" dirty="0" smtClean="0">
                <a:solidFill>
                  <a:srgbClr val="002060"/>
                </a:solidFill>
                <a:cs typeface="+mj-cs"/>
              </a:rPr>
              <a:t>- نــظــام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يـســمـح بـاسـتـغــلال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الـقــرص الـصـلـب </a:t>
            </a:r>
            <a:r>
              <a:rPr lang="ar-DZ" sz="4000" b="1" dirty="0" smtClean="0">
                <a:solidFill>
                  <a:srgbClr val="002060"/>
                </a:solidFill>
                <a:cs typeface="+mj-cs"/>
              </a:rPr>
              <a:t>لِــ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الـبــيــانــات ( الـكــتــابــة ) كـمـا يُـتِـيـحُ أَيْــضًـا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إلـيـهـا وَ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 الـقـــراءة )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smtClean="0">
                <a:solidFill>
                  <a:srgbClr val="00B050"/>
                </a:solidFill>
                <a:cs typeface="+mj-cs"/>
              </a:rPr>
              <a:t>2.4- </a:t>
            </a:r>
            <a:r>
              <a:rPr lang="ar-DZ" b="1" dirty="0">
                <a:solidFill>
                  <a:srgbClr val="00B050"/>
                </a:solidFill>
                <a:cs typeface="+mj-cs"/>
              </a:rPr>
              <a:t>الـتـهــيــئـة </a:t>
            </a:r>
            <a:r>
              <a:rPr lang="ar-DZ" b="1" dirty="0" smtClean="0">
                <a:solidFill>
                  <a:srgbClr val="00B050"/>
                </a:solidFill>
                <a:cs typeface="+mj-cs"/>
              </a:rPr>
              <a:t>الـمــنــطــقـــيــة </a:t>
            </a:r>
            <a:r>
              <a:rPr lang="ar-DZ" b="1" dirty="0">
                <a:solidFill>
                  <a:srgbClr val="00B050"/>
                </a:solidFill>
                <a:cs typeface="+mj-cs"/>
              </a:rPr>
              <a:t>( تــابــع </a:t>
            </a:r>
            <a:r>
              <a:rPr lang="ar-DZ" b="1" dirty="0" smtClean="0">
                <a:solidFill>
                  <a:srgbClr val="00B050"/>
                </a:solidFill>
                <a:cs typeface="+mj-cs"/>
              </a:rPr>
              <a:t>)</a:t>
            </a:r>
            <a:endParaRPr lang="fr-FR" b="1" i="1" dirty="0">
              <a:solidFill>
                <a:srgbClr val="00B050"/>
              </a:solidFill>
              <a:cs typeface="+mj-cs"/>
            </a:endParaRPr>
          </a:p>
        </p:txBody>
      </p:sp>
      <p:sp>
        <p:nvSpPr>
          <p:cNvPr id="6" name="Rectangle 5"/>
          <p:cNvSpPr/>
          <p:nvPr/>
        </p:nvSpPr>
        <p:spPr>
          <a:xfrm>
            <a:off x="4583832" y="2471062"/>
            <a:ext cx="483486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الـمـلـفـات  </a:t>
            </a:r>
            <a:r>
              <a:rPr lang="fr-FR" sz="4000" b="1" dirty="0" smtClean="0">
                <a:solidFill>
                  <a:srgbClr val="0070C0"/>
                </a:solidFill>
              </a:rPr>
              <a:t>File System</a:t>
            </a:r>
            <a:endParaRPr lang="fr-FR" sz="4000" b="1" dirty="0">
              <a:solidFill>
                <a:srgbClr val="0070C0"/>
              </a:solidFill>
            </a:endParaRPr>
          </a:p>
        </p:txBody>
      </p:sp>
      <p:sp>
        <p:nvSpPr>
          <p:cNvPr id="7" name="Rectangle 6"/>
          <p:cNvSpPr/>
          <p:nvPr/>
        </p:nvSpPr>
        <p:spPr>
          <a:xfrm>
            <a:off x="5951984" y="3382654"/>
            <a:ext cx="52616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الــمــســـاحـــة الـمُــتَـــوَفِـــرَة</a:t>
            </a:r>
            <a:endParaRPr lang="fr-FR" sz="4000" b="1" dirty="0">
              <a:solidFill>
                <a:srgbClr val="0070C0"/>
              </a:solidFill>
              <a:cs typeface="+mj-cs"/>
            </a:endParaRPr>
          </a:p>
        </p:txBody>
      </p:sp>
    </p:spTree>
    <p:extLst>
      <p:ext uri="{BB962C8B-B14F-4D97-AF65-F5344CB8AC3E}">
        <p14:creationId xmlns:p14="http://schemas.microsoft.com/office/powerpoint/2010/main" val="345510483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7"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000" b="1" dirty="0" smtClean="0">
                <a:solidFill>
                  <a:srgbClr val="002060"/>
                </a:solidFill>
                <a:cs typeface="+mj-cs"/>
              </a:rPr>
              <a:t>- نــظــام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يـســمـح بـاسـتـغــلال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الـقــرص الـصـلـب </a:t>
            </a:r>
            <a:r>
              <a:rPr lang="ar-DZ" sz="4000" b="1" dirty="0" smtClean="0">
                <a:solidFill>
                  <a:srgbClr val="002060"/>
                </a:solidFill>
                <a:cs typeface="+mj-cs"/>
              </a:rPr>
              <a:t>لِــ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الـبــيــانــات ( الـكــتــابــة ) كـمـا يُـتِـيـحُ أَيْــضًـا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إلـيـهـا وَ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 الـقـــراءة )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smtClean="0">
                <a:solidFill>
                  <a:srgbClr val="00B050"/>
                </a:solidFill>
                <a:cs typeface="+mj-cs"/>
              </a:rPr>
              <a:t>2.4- </a:t>
            </a:r>
            <a:r>
              <a:rPr lang="ar-DZ" b="1" dirty="0">
                <a:solidFill>
                  <a:srgbClr val="00B050"/>
                </a:solidFill>
                <a:cs typeface="+mj-cs"/>
              </a:rPr>
              <a:t>الـتـهــيــئـة </a:t>
            </a:r>
            <a:r>
              <a:rPr lang="ar-DZ" b="1" dirty="0" smtClean="0">
                <a:solidFill>
                  <a:srgbClr val="00B050"/>
                </a:solidFill>
                <a:cs typeface="+mj-cs"/>
              </a:rPr>
              <a:t>الـمــنــطــقـــيــة </a:t>
            </a:r>
            <a:r>
              <a:rPr lang="ar-DZ" b="1" dirty="0">
                <a:solidFill>
                  <a:srgbClr val="00B050"/>
                </a:solidFill>
                <a:cs typeface="+mj-cs"/>
              </a:rPr>
              <a:t>( تــابــع </a:t>
            </a:r>
            <a:r>
              <a:rPr lang="ar-DZ" b="1" dirty="0" smtClean="0">
                <a:solidFill>
                  <a:srgbClr val="00B050"/>
                </a:solidFill>
                <a:cs typeface="+mj-cs"/>
              </a:rPr>
              <a:t>)</a:t>
            </a:r>
            <a:endParaRPr lang="fr-FR" b="1" i="1" dirty="0">
              <a:solidFill>
                <a:srgbClr val="00B050"/>
              </a:solidFill>
              <a:cs typeface="+mj-cs"/>
            </a:endParaRPr>
          </a:p>
        </p:txBody>
      </p:sp>
      <p:sp>
        <p:nvSpPr>
          <p:cNvPr id="6" name="Rectangle 5"/>
          <p:cNvSpPr/>
          <p:nvPr/>
        </p:nvSpPr>
        <p:spPr>
          <a:xfrm>
            <a:off x="4583832" y="2471062"/>
            <a:ext cx="483486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الـمـلـفـات  </a:t>
            </a:r>
            <a:r>
              <a:rPr lang="fr-FR" sz="4000" b="1" dirty="0" smtClean="0">
                <a:solidFill>
                  <a:srgbClr val="0070C0"/>
                </a:solidFill>
              </a:rPr>
              <a:t>File System</a:t>
            </a:r>
            <a:endParaRPr lang="fr-FR" sz="4000" b="1" dirty="0">
              <a:solidFill>
                <a:srgbClr val="0070C0"/>
              </a:solidFill>
            </a:endParaRPr>
          </a:p>
        </p:txBody>
      </p:sp>
      <p:sp>
        <p:nvSpPr>
          <p:cNvPr id="7" name="Rectangle 6"/>
          <p:cNvSpPr/>
          <p:nvPr/>
        </p:nvSpPr>
        <p:spPr>
          <a:xfrm>
            <a:off x="5951984" y="3382654"/>
            <a:ext cx="52616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الــمــســـاحـــة الـمُــتَـــوَفِـــرَة</a:t>
            </a:r>
            <a:endParaRPr lang="fr-FR" sz="4000" b="1" dirty="0">
              <a:solidFill>
                <a:srgbClr val="0070C0"/>
              </a:solidFill>
              <a:cs typeface="+mj-cs"/>
            </a:endParaRPr>
          </a:p>
        </p:txBody>
      </p:sp>
      <p:sp>
        <p:nvSpPr>
          <p:cNvPr id="9" name="Rectangle 8"/>
          <p:cNvSpPr/>
          <p:nvPr/>
        </p:nvSpPr>
        <p:spPr>
          <a:xfrm>
            <a:off x="8725126" y="4310918"/>
            <a:ext cx="24533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تــخــزيـــن</a:t>
            </a:r>
            <a:endParaRPr lang="fr-FR" sz="4000" b="1" dirty="0">
              <a:solidFill>
                <a:srgbClr val="0070C0"/>
              </a:solidFill>
              <a:cs typeface="+mj-cs"/>
            </a:endParaRPr>
          </a:p>
        </p:txBody>
      </p:sp>
    </p:spTree>
    <p:extLst>
      <p:ext uri="{BB962C8B-B14F-4D97-AF65-F5344CB8AC3E}">
        <p14:creationId xmlns:p14="http://schemas.microsoft.com/office/powerpoint/2010/main" val="104207455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p:cTn id="51" dur="1000" fill="hold"/>
                                        <p:tgtEl>
                                          <p:spTgt spid="9"/>
                                        </p:tgtEl>
                                        <p:attrNameLst>
                                          <p:attrName>ppt_w</p:attrName>
                                        </p:attrNameLst>
                                      </p:cBhvr>
                                      <p:tavLst>
                                        <p:tav tm="0">
                                          <p:val>
                                            <p:fltVal val="0"/>
                                          </p:val>
                                        </p:tav>
                                        <p:tav tm="100000">
                                          <p:val>
                                            <p:strVal val="#ppt_w"/>
                                          </p:val>
                                        </p:tav>
                                      </p:tavLst>
                                    </p:anim>
                                    <p:anim calcmode="lin" valueType="num">
                                      <p:cBhvr>
                                        <p:cTn id="52" dur="1000" fill="hold"/>
                                        <p:tgtEl>
                                          <p:spTgt spid="9"/>
                                        </p:tgtEl>
                                        <p:attrNameLst>
                                          <p:attrName>ppt_h</p:attrName>
                                        </p:attrNameLst>
                                      </p:cBhvr>
                                      <p:tavLst>
                                        <p:tav tm="0">
                                          <p:val>
                                            <p:fltVal val="0"/>
                                          </p:val>
                                        </p:tav>
                                        <p:tav tm="100000">
                                          <p:val>
                                            <p:strVal val="#ppt_h"/>
                                          </p:val>
                                        </p:tav>
                                      </p:tavLst>
                                    </p:anim>
                                    <p:anim calcmode="lin" valueType="num">
                                      <p:cBhvr>
                                        <p:cTn id="53" dur="1000" fill="hold"/>
                                        <p:tgtEl>
                                          <p:spTgt spid="9"/>
                                        </p:tgtEl>
                                        <p:attrNameLst>
                                          <p:attrName>style.rotation</p:attrName>
                                        </p:attrNameLst>
                                      </p:cBhvr>
                                      <p:tavLst>
                                        <p:tav tm="0">
                                          <p:val>
                                            <p:fltVal val="90"/>
                                          </p:val>
                                        </p:tav>
                                        <p:tav tm="100000">
                                          <p:val>
                                            <p:fltVal val="0"/>
                                          </p:val>
                                        </p:tav>
                                      </p:tavLst>
                                    </p:anim>
                                    <p:animEffect transition="in" filter="fade">
                                      <p:cBhvr>
                                        <p:cTn id="54"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7" grpId="0" animBg="1"/>
      <p:bldP spid="9"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000" b="1" dirty="0" smtClean="0">
                <a:solidFill>
                  <a:srgbClr val="002060"/>
                </a:solidFill>
                <a:cs typeface="+mj-cs"/>
              </a:rPr>
              <a:t>- نــظــام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يـســمـح بـاسـتـغــلال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الـقــرص الـصـلـب </a:t>
            </a:r>
            <a:r>
              <a:rPr lang="ar-DZ" sz="4000" b="1" dirty="0" smtClean="0">
                <a:solidFill>
                  <a:srgbClr val="002060"/>
                </a:solidFill>
                <a:cs typeface="+mj-cs"/>
              </a:rPr>
              <a:t>لِــ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الـبــيــانــات ( الـكــتــابــة ) كـمـا يُـتِـيـحُ أَيْــضًـا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إلـيـهـا وَ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 الـقـــراءة )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smtClean="0">
                <a:solidFill>
                  <a:srgbClr val="00B050"/>
                </a:solidFill>
                <a:cs typeface="+mj-cs"/>
              </a:rPr>
              <a:t>2.4- </a:t>
            </a:r>
            <a:r>
              <a:rPr lang="ar-DZ" b="1" dirty="0">
                <a:solidFill>
                  <a:srgbClr val="00B050"/>
                </a:solidFill>
                <a:cs typeface="+mj-cs"/>
              </a:rPr>
              <a:t>الـتـهــيــئـة </a:t>
            </a:r>
            <a:r>
              <a:rPr lang="ar-DZ" b="1" dirty="0" smtClean="0">
                <a:solidFill>
                  <a:srgbClr val="00B050"/>
                </a:solidFill>
                <a:cs typeface="+mj-cs"/>
              </a:rPr>
              <a:t>الـمــنــطــقـــيــة </a:t>
            </a:r>
            <a:r>
              <a:rPr lang="ar-DZ" b="1" dirty="0">
                <a:solidFill>
                  <a:srgbClr val="00B050"/>
                </a:solidFill>
                <a:cs typeface="+mj-cs"/>
              </a:rPr>
              <a:t>( تــابــع </a:t>
            </a:r>
            <a:r>
              <a:rPr lang="ar-DZ" b="1" dirty="0" smtClean="0">
                <a:solidFill>
                  <a:srgbClr val="00B050"/>
                </a:solidFill>
                <a:cs typeface="+mj-cs"/>
              </a:rPr>
              <a:t>)</a:t>
            </a:r>
            <a:endParaRPr lang="fr-FR" b="1" i="1" dirty="0">
              <a:solidFill>
                <a:srgbClr val="00B050"/>
              </a:solidFill>
              <a:cs typeface="+mj-cs"/>
            </a:endParaRPr>
          </a:p>
        </p:txBody>
      </p:sp>
      <p:sp>
        <p:nvSpPr>
          <p:cNvPr id="6" name="Rectangle 5"/>
          <p:cNvSpPr/>
          <p:nvPr/>
        </p:nvSpPr>
        <p:spPr>
          <a:xfrm>
            <a:off x="4583832" y="2471062"/>
            <a:ext cx="483486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الـمـلـفـات  </a:t>
            </a:r>
            <a:r>
              <a:rPr lang="fr-FR" sz="4000" b="1" dirty="0" smtClean="0">
                <a:solidFill>
                  <a:srgbClr val="0070C0"/>
                </a:solidFill>
              </a:rPr>
              <a:t>File System</a:t>
            </a:r>
            <a:endParaRPr lang="fr-FR" sz="4000" b="1" dirty="0">
              <a:solidFill>
                <a:srgbClr val="0070C0"/>
              </a:solidFill>
            </a:endParaRPr>
          </a:p>
        </p:txBody>
      </p:sp>
      <p:sp>
        <p:nvSpPr>
          <p:cNvPr id="7" name="Rectangle 6"/>
          <p:cNvSpPr/>
          <p:nvPr/>
        </p:nvSpPr>
        <p:spPr>
          <a:xfrm>
            <a:off x="5951984" y="3382654"/>
            <a:ext cx="52616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الــمــســـاحـــة الـمُــتَـــوَفِـــرَة</a:t>
            </a:r>
            <a:endParaRPr lang="fr-FR" sz="4000" b="1" dirty="0">
              <a:solidFill>
                <a:srgbClr val="0070C0"/>
              </a:solidFill>
              <a:cs typeface="+mj-cs"/>
            </a:endParaRPr>
          </a:p>
        </p:txBody>
      </p:sp>
      <p:sp>
        <p:nvSpPr>
          <p:cNvPr id="9" name="Rectangle 8"/>
          <p:cNvSpPr/>
          <p:nvPr/>
        </p:nvSpPr>
        <p:spPr>
          <a:xfrm>
            <a:off x="8725126" y="4310918"/>
            <a:ext cx="24533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تــخــزيـــن</a:t>
            </a:r>
            <a:endParaRPr lang="fr-FR" sz="4000" b="1" dirty="0">
              <a:solidFill>
                <a:srgbClr val="0070C0"/>
              </a:solidFill>
              <a:cs typeface="+mj-cs"/>
            </a:endParaRPr>
          </a:p>
        </p:txBody>
      </p:sp>
      <p:sp>
        <p:nvSpPr>
          <p:cNvPr id="10" name="Rectangle 9"/>
          <p:cNvSpPr/>
          <p:nvPr/>
        </p:nvSpPr>
        <p:spPr>
          <a:xfrm>
            <a:off x="8733601" y="5222510"/>
            <a:ext cx="24533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الـوُصُــولَ</a:t>
            </a:r>
            <a:endParaRPr lang="fr-FR" sz="4000" b="1" dirty="0">
              <a:solidFill>
                <a:srgbClr val="0070C0"/>
              </a:solidFill>
              <a:cs typeface="+mj-cs"/>
            </a:endParaRPr>
          </a:p>
        </p:txBody>
      </p:sp>
      <p:sp>
        <p:nvSpPr>
          <p:cNvPr id="11" name="Rectangle 10"/>
          <p:cNvSpPr/>
          <p:nvPr/>
        </p:nvSpPr>
        <p:spPr>
          <a:xfrm>
            <a:off x="3287688" y="5222510"/>
            <a:ext cx="343874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اِسْــتِــرْجَـــاعِــهَـا</a:t>
            </a:r>
            <a:endParaRPr lang="fr-FR" sz="4000" b="1" dirty="0">
              <a:solidFill>
                <a:srgbClr val="0070C0"/>
              </a:solidFill>
              <a:cs typeface="+mj-cs"/>
            </a:endParaRPr>
          </a:p>
        </p:txBody>
      </p:sp>
    </p:spTree>
    <p:extLst>
      <p:ext uri="{BB962C8B-B14F-4D97-AF65-F5344CB8AC3E}">
        <p14:creationId xmlns:p14="http://schemas.microsoft.com/office/powerpoint/2010/main" val="118052545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p:cTn id="51" dur="1000" fill="hold"/>
                                        <p:tgtEl>
                                          <p:spTgt spid="9"/>
                                        </p:tgtEl>
                                        <p:attrNameLst>
                                          <p:attrName>ppt_w</p:attrName>
                                        </p:attrNameLst>
                                      </p:cBhvr>
                                      <p:tavLst>
                                        <p:tav tm="0">
                                          <p:val>
                                            <p:fltVal val="0"/>
                                          </p:val>
                                        </p:tav>
                                        <p:tav tm="100000">
                                          <p:val>
                                            <p:strVal val="#ppt_w"/>
                                          </p:val>
                                        </p:tav>
                                      </p:tavLst>
                                    </p:anim>
                                    <p:anim calcmode="lin" valueType="num">
                                      <p:cBhvr>
                                        <p:cTn id="52" dur="1000" fill="hold"/>
                                        <p:tgtEl>
                                          <p:spTgt spid="9"/>
                                        </p:tgtEl>
                                        <p:attrNameLst>
                                          <p:attrName>ppt_h</p:attrName>
                                        </p:attrNameLst>
                                      </p:cBhvr>
                                      <p:tavLst>
                                        <p:tav tm="0">
                                          <p:val>
                                            <p:fltVal val="0"/>
                                          </p:val>
                                        </p:tav>
                                        <p:tav tm="100000">
                                          <p:val>
                                            <p:strVal val="#ppt_h"/>
                                          </p:val>
                                        </p:tav>
                                      </p:tavLst>
                                    </p:anim>
                                    <p:anim calcmode="lin" valueType="num">
                                      <p:cBhvr>
                                        <p:cTn id="53" dur="1000" fill="hold"/>
                                        <p:tgtEl>
                                          <p:spTgt spid="9"/>
                                        </p:tgtEl>
                                        <p:attrNameLst>
                                          <p:attrName>style.rotation</p:attrName>
                                        </p:attrNameLst>
                                      </p:cBhvr>
                                      <p:tavLst>
                                        <p:tav tm="0">
                                          <p:val>
                                            <p:fltVal val="90"/>
                                          </p:val>
                                        </p:tav>
                                        <p:tav tm="100000">
                                          <p:val>
                                            <p:fltVal val="0"/>
                                          </p:val>
                                        </p:tav>
                                      </p:tavLst>
                                    </p:anim>
                                    <p:animEffect transition="in" filter="fade">
                                      <p:cBhvr>
                                        <p:cTn id="54" dur="1000"/>
                                        <p:tgtEl>
                                          <p:spTgt spid="9"/>
                                        </p:tgtEl>
                                      </p:cBhvr>
                                    </p:animEffect>
                                  </p:childTnLst>
                                </p:cTn>
                              </p:par>
                            </p:childTnLst>
                          </p:cTn>
                        </p:par>
                      </p:childTnLst>
                    </p:cTn>
                  </p:par>
                  <p:par>
                    <p:cTn id="55" fill="hold">
                      <p:stCondLst>
                        <p:cond delay="indefinite"/>
                      </p:stCondLst>
                      <p:childTnLst>
                        <p:par>
                          <p:cTn id="56" fill="hold">
                            <p:stCondLst>
                              <p:cond delay="0"/>
                            </p:stCondLst>
                            <p:childTnLst>
                              <p:par>
                                <p:cTn id="57" presetID="31" presetClass="entr" presetSubtype="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 calcmode="lin" valueType="num">
                                      <p:cBhvr>
                                        <p:cTn id="59" dur="1000" fill="hold"/>
                                        <p:tgtEl>
                                          <p:spTgt spid="10"/>
                                        </p:tgtEl>
                                        <p:attrNameLst>
                                          <p:attrName>ppt_w</p:attrName>
                                        </p:attrNameLst>
                                      </p:cBhvr>
                                      <p:tavLst>
                                        <p:tav tm="0">
                                          <p:val>
                                            <p:fltVal val="0"/>
                                          </p:val>
                                        </p:tav>
                                        <p:tav tm="100000">
                                          <p:val>
                                            <p:strVal val="#ppt_w"/>
                                          </p:val>
                                        </p:tav>
                                      </p:tavLst>
                                    </p:anim>
                                    <p:anim calcmode="lin" valueType="num">
                                      <p:cBhvr>
                                        <p:cTn id="60" dur="1000" fill="hold"/>
                                        <p:tgtEl>
                                          <p:spTgt spid="10"/>
                                        </p:tgtEl>
                                        <p:attrNameLst>
                                          <p:attrName>ppt_h</p:attrName>
                                        </p:attrNameLst>
                                      </p:cBhvr>
                                      <p:tavLst>
                                        <p:tav tm="0">
                                          <p:val>
                                            <p:fltVal val="0"/>
                                          </p:val>
                                        </p:tav>
                                        <p:tav tm="100000">
                                          <p:val>
                                            <p:strVal val="#ppt_h"/>
                                          </p:val>
                                        </p:tav>
                                      </p:tavLst>
                                    </p:anim>
                                    <p:anim calcmode="lin" valueType="num">
                                      <p:cBhvr>
                                        <p:cTn id="61" dur="1000" fill="hold"/>
                                        <p:tgtEl>
                                          <p:spTgt spid="10"/>
                                        </p:tgtEl>
                                        <p:attrNameLst>
                                          <p:attrName>style.rotation</p:attrName>
                                        </p:attrNameLst>
                                      </p:cBhvr>
                                      <p:tavLst>
                                        <p:tav tm="0">
                                          <p:val>
                                            <p:fltVal val="90"/>
                                          </p:val>
                                        </p:tav>
                                        <p:tav tm="100000">
                                          <p:val>
                                            <p:fltVal val="0"/>
                                          </p:val>
                                        </p:tav>
                                      </p:tavLst>
                                    </p:anim>
                                    <p:animEffect transition="in" filter="fade">
                                      <p:cBhvr>
                                        <p:cTn id="62" dur="1000"/>
                                        <p:tgtEl>
                                          <p:spTgt spid="10"/>
                                        </p:tgtEl>
                                      </p:cBhvr>
                                    </p:animEffect>
                                  </p:childTnLst>
                                </p:cTn>
                              </p:par>
                            </p:childTnLst>
                          </p:cTn>
                        </p:par>
                      </p:childTnLst>
                    </p:cTn>
                  </p:par>
                  <p:par>
                    <p:cTn id="63" fill="hold">
                      <p:stCondLst>
                        <p:cond delay="indefinite"/>
                      </p:stCondLst>
                      <p:childTnLst>
                        <p:par>
                          <p:cTn id="64" fill="hold">
                            <p:stCondLst>
                              <p:cond delay="0"/>
                            </p:stCondLst>
                            <p:childTnLst>
                              <p:par>
                                <p:cTn id="65" presetID="31" presetClass="entr" presetSubtype="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anim calcmode="lin" valueType="num">
                                      <p:cBhvr>
                                        <p:cTn id="67" dur="1000" fill="hold"/>
                                        <p:tgtEl>
                                          <p:spTgt spid="11"/>
                                        </p:tgtEl>
                                        <p:attrNameLst>
                                          <p:attrName>ppt_w</p:attrName>
                                        </p:attrNameLst>
                                      </p:cBhvr>
                                      <p:tavLst>
                                        <p:tav tm="0">
                                          <p:val>
                                            <p:fltVal val="0"/>
                                          </p:val>
                                        </p:tav>
                                        <p:tav tm="100000">
                                          <p:val>
                                            <p:strVal val="#ppt_w"/>
                                          </p:val>
                                        </p:tav>
                                      </p:tavLst>
                                    </p:anim>
                                    <p:anim calcmode="lin" valueType="num">
                                      <p:cBhvr>
                                        <p:cTn id="68" dur="1000" fill="hold"/>
                                        <p:tgtEl>
                                          <p:spTgt spid="11"/>
                                        </p:tgtEl>
                                        <p:attrNameLst>
                                          <p:attrName>ppt_h</p:attrName>
                                        </p:attrNameLst>
                                      </p:cBhvr>
                                      <p:tavLst>
                                        <p:tav tm="0">
                                          <p:val>
                                            <p:fltVal val="0"/>
                                          </p:val>
                                        </p:tav>
                                        <p:tav tm="100000">
                                          <p:val>
                                            <p:strVal val="#ppt_h"/>
                                          </p:val>
                                        </p:tav>
                                      </p:tavLst>
                                    </p:anim>
                                    <p:anim calcmode="lin" valueType="num">
                                      <p:cBhvr>
                                        <p:cTn id="69" dur="1000" fill="hold"/>
                                        <p:tgtEl>
                                          <p:spTgt spid="11"/>
                                        </p:tgtEl>
                                        <p:attrNameLst>
                                          <p:attrName>style.rotation</p:attrName>
                                        </p:attrNameLst>
                                      </p:cBhvr>
                                      <p:tavLst>
                                        <p:tav tm="0">
                                          <p:val>
                                            <p:fltVal val="90"/>
                                          </p:val>
                                        </p:tav>
                                        <p:tav tm="100000">
                                          <p:val>
                                            <p:fltVal val="0"/>
                                          </p:val>
                                        </p:tav>
                                      </p:tavLst>
                                    </p:anim>
                                    <p:animEffect transition="in" filter="fade">
                                      <p:cBhvr>
                                        <p:cTn id="7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7" grpId="0" animBg="1"/>
      <p:bldP spid="9" grpId="0" animBg="1"/>
      <p:bldP spid="10" grpId="0" animBg="1"/>
      <p:bldP spid="11"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mj-cs"/>
              </a:rPr>
              <a:t> الــــوضـــعـــــيــــة </a:t>
            </a:r>
            <a:r>
              <a:rPr lang="ar-SA" b="1" dirty="0" err="1" smtClean="0">
                <a:solidFill>
                  <a:srgbClr val="00B050"/>
                </a:solidFill>
                <a:cs typeface="+mj-cs"/>
              </a:rPr>
              <a:t>الإدمـــــــاجــــــيـــــة</a:t>
            </a:r>
            <a:r>
              <a:rPr lang="ar-DZ" b="1" dirty="0" smtClean="0">
                <a:solidFill>
                  <a:srgbClr val="00B050"/>
                </a:solidFill>
                <a:cs typeface="+mj-cs"/>
              </a:rPr>
              <a:t> </a:t>
            </a:r>
            <a:r>
              <a:rPr lang="ar-SA" b="1" dirty="0" smtClean="0">
                <a:solidFill>
                  <a:srgbClr val="00B050"/>
                </a:solidFill>
                <a:cs typeface="+mj-cs"/>
              </a:rPr>
              <a:t>:</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just" rtl="1">
              <a:buNone/>
            </a:pPr>
            <a:r>
              <a:rPr lang="ar-DZ" sz="4400" b="1" dirty="0">
                <a:solidFill>
                  <a:srgbClr val="002060"/>
                </a:solidFill>
                <a:ea typeface="Droid Sans Fallback"/>
                <a:cs typeface="Traditional Arabic" panose="02020603050405020304" pitchFamily="18" charset="-78"/>
              </a:rPr>
              <a:t>الاســـتـــفــــادة مــن مــــزايــــا الـحـــاســـوب يــكــون مـن خـــلال الــبـــرامــج الــمُـــتَــــوَفِّــــرَة فـــيـــه</a:t>
            </a:r>
            <a:r>
              <a:rPr lang="ar-DZ" sz="4400" b="1" dirty="0">
                <a:solidFill>
                  <a:srgbClr val="002060"/>
                </a:solidFill>
                <a:ea typeface="Droid Sans Fallback"/>
                <a:cs typeface="Times New Roman" panose="02020603050405020304" pitchFamily="18" charset="0"/>
              </a:rPr>
              <a:t>،</a:t>
            </a:r>
            <a:r>
              <a:rPr lang="ar-DZ" sz="4400" b="1" dirty="0">
                <a:solidFill>
                  <a:srgbClr val="002060"/>
                </a:solidFill>
                <a:ea typeface="Droid Sans Fallback"/>
                <a:cs typeface="Traditional Arabic" panose="02020603050405020304" pitchFamily="18" charset="-78"/>
              </a:rPr>
              <a:t> بــحــيـــث بــــعـــد تــجـــمــــيـــع وحـــــداتـــــه نَــــعْـــمَــــدُ إلـــى تــــثــــبـــــيــــت أول بــــرنـــــامـــج فــــيـــه ألا وهــــو نِــظَــامُ الــتــشــغـــيــل </a:t>
            </a:r>
            <a:r>
              <a:rPr lang="ar-DZ" sz="4000" b="1" dirty="0" smtClean="0">
                <a:solidFill>
                  <a:srgbClr val="00000A"/>
                </a:solidFill>
                <a:ea typeface="Droid Sans Fallback"/>
                <a:cs typeface="Times New Roman" panose="02020603050405020304" pitchFamily="18" charset="0"/>
              </a:rPr>
              <a:t>.</a:t>
            </a:r>
          </a:p>
          <a:p>
            <a:pPr marL="0" indent="0" algn="just" rtl="1">
              <a:buNone/>
            </a:pPr>
            <a:endParaRPr lang="ar-DZ" sz="2800" b="1" dirty="0" smtClean="0">
              <a:solidFill>
                <a:srgbClr val="00000A"/>
              </a:solidFill>
              <a:ea typeface="Droid Sans Fallback"/>
              <a:cs typeface="Times New Roman" panose="02020603050405020304" pitchFamily="18" charset="0"/>
            </a:endParaRPr>
          </a:p>
          <a:p>
            <a:pPr marL="0" lvl="0" indent="0" algn="just" rtl="1">
              <a:lnSpc>
                <a:spcPct val="95000"/>
              </a:lnSpc>
              <a:buSzPts val="1600"/>
              <a:buNone/>
              <a:tabLst>
                <a:tab pos="232410" algn="r"/>
              </a:tabLst>
            </a:pPr>
            <a:r>
              <a:rPr lang="ar-DZ" sz="4400" b="1" dirty="0">
                <a:solidFill>
                  <a:srgbClr val="002060"/>
                </a:solidFill>
                <a:ea typeface="Droid Sans Fallback"/>
                <a:cs typeface="Traditional Arabic" panose="02020603050405020304" pitchFamily="18" charset="-78"/>
              </a:rPr>
              <a:t>تَــــمَّ تــــقــــســــيــــم قـــــرص صـــلــــب </a:t>
            </a:r>
            <a:r>
              <a:rPr lang="ar-DZ" sz="3600" b="1" dirty="0">
                <a:solidFill>
                  <a:srgbClr val="002060"/>
                </a:solidFill>
                <a:ea typeface="Droid Sans Fallback"/>
                <a:cs typeface="Times New Roman" panose="02020603050405020304" pitchFamily="18" charset="0"/>
              </a:rPr>
              <a:t>(</a:t>
            </a:r>
            <a:r>
              <a:rPr lang="ar-DZ" sz="4400" b="1" dirty="0">
                <a:solidFill>
                  <a:srgbClr val="002060"/>
                </a:solidFill>
                <a:ea typeface="Droid Sans Fallback"/>
                <a:cs typeface="Traditional Arabic" panose="02020603050405020304" pitchFamily="18" charset="-78"/>
              </a:rPr>
              <a:t> فــي الــحــــاســـوب </a:t>
            </a:r>
            <a:r>
              <a:rPr lang="ar-DZ" sz="3600" b="1" dirty="0">
                <a:solidFill>
                  <a:srgbClr val="002060"/>
                </a:solidFill>
                <a:ea typeface="Droid Sans Fallback"/>
                <a:cs typeface="Times New Roman" panose="02020603050405020304" pitchFamily="18" charset="0"/>
              </a:rPr>
              <a:t>)</a:t>
            </a:r>
            <a:r>
              <a:rPr lang="ar-DZ" sz="4400" b="1" dirty="0">
                <a:solidFill>
                  <a:srgbClr val="002060"/>
                </a:solidFill>
                <a:ea typeface="Droid Sans Fallback"/>
                <a:cs typeface="Traditional Arabic" panose="02020603050405020304" pitchFamily="18" charset="-78"/>
              </a:rPr>
              <a:t> إلـــى أربــــع </a:t>
            </a:r>
            <a:r>
              <a:rPr lang="ar-DZ" sz="4400" b="1" dirty="0" err="1">
                <a:solidFill>
                  <a:srgbClr val="002060"/>
                </a:solidFill>
                <a:ea typeface="Droid Sans Fallback"/>
                <a:cs typeface="Traditional Arabic" panose="02020603050405020304" pitchFamily="18" charset="-78"/>
              </a:rPr>
              <a:t>تـــجــــزئـــــــات</a:t>
            </a:r>
            <a:r>
              <a:rPr lang="ar-DZ" sz="4400" b="1" dirty="0">
                <a:solidFill>
                  <a:srgbClr val="002060"/>
                </a:solidFill>
                <a:ea typeface="Droid Sans Fallback"/>
                <a:cs typeface="Traditional Arabic" panose="02020603050405020304" pitchFamily="18" charset="-78"/>
              </a:rPr>
              <a:t>  </a:t>
            </a:r>
            <a:r>
              <a:rPr lang="en-US" sz="3600" b="1" dirty="0">
                <a:solidFill>
                  <a:srgbClr val="002060"/>
                </a:solidFill>
                <a:latin typeface="Times New Roman" panose="02020603050405020304" pitchFamily="18" charset="0"/>
                <a:ea typeface="Droid Sans Fallback"/>
              </a:rPr>
              <a:t>Partitions</a:t>
            </a:r>
            <a:r>
              <a:rPr lang="ar-DZ" sz="3600" b="1" dirty="0">
                <a:solidFill>
                  <a:srgbClr val="002060"/>
                </a:solidFill>
                <a:ea typeface="Droid Sans Fallback"/>
                <a:cs typeface="Traditional Arabic" panose="02020603050405020304" pitchFamily="18" charset="-78"/>
              </a:rPr>
              <a:t>  </a:t>
            </a:r>
            <a:r>
              <a:rPr lang="ar-DZ" sz="4400" b="1" dirty="0">
                <a:solidFill>
                  <a:srgbClr val="002060"/>
                </a:solidFill>
                <a:ea typeface="Droid Sans Fallback"/>
                <a:cs typeface="Traditional Arabic" panose="02020603050405020304" pitchFamily="18" charset="-78"/>
              </a:rPr>
              <a:t>بـــحـــيـــث خُــــصِّــصَـــت </a:t>
            </a:r>
            <a:r>
              <a:rPr lang="ar-DZ" sz="4000" b="1" dirty="0">
                <a:solidFill>
                  <a:srgbClr val="002060"/>
                </a:solidFill>
                <a:ea typeface="Droid Sans Fallback"/>
                <a:cs typeface="Times New Roman" panose="02020603050405020304" pitchFamily="18" charset="0"/>
              </a:rPr>
              <a:t>:</a:t>
            </a: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11246186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7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Times New Roman" panose="02020603050405020304" pitchFamily="18" charset="0"/>
              </a:rPr>
              <a:t> الــوضــعــــيـــة </a:t>
            </a:r>
            <a:r>
              <a:rPr lang="ar-SA" b="1" dirty="0" err="1">
                <a:solidFill>
                  <a:srgbClr val="00B050"/>
                </a:solidFill>
                <a:cs typeface="Times New Roman" panose="02020603050405020304" pitchFamily="18" charset="0"/>
              </a:rPr>
              <a:t>الإدمــــاجـــيــــة</a:t>
            </a:r>
            <a:r>
              <a:rPr lang="ar-SA" b="1" dirty="0">
                <a:solidFill>
                  <a:srgbClr val="00B050"/>
                </a:solidFill>
                <a:cs typeface="Times New Roman" panose="02020603050405020304" pitchFamily="18" charset="0"/>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2800" b="1" dirty="0" smtClean="0">
              <a:cs typeface="+mj-cs"/>
            </a:endParaRPr>
          </a:p>
          <a:p>
            <a:pPr lvl="0" algn="just" rtl="1">
              <a:lnSpc>
                <a:spcPct val="115000"/>
              </a:lnSpc>
              <a:spcBef>
                <a:spcPts val="1200"/>
              </a:spcBef>
              <a:spcAft>
                <a:spcPts val="800"/>
              </a:spcAft>
              <a:buFont typeface="Symbol" panose="05050102010706020507" pitchFamily="18" charset="2"/>
              <a:buChar char=""/>
            </a:pP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الــتــجــــزئـــــة الأولـــى لِــــ  </a:t>
            </a:r>
            <a:r>
              <a:rPr lang="ar-SA" sz="4000" b="1" dirty="0">
                <a:solidFill>
                  <a:srgbClr val="002060"/>
                </a:solidFill>
                <a:latin typeface="Calibri" panose="020F0502020204030204" pitchFamily="34" charset="0"/>
                <a:ea typeface="Times New Roman" panose="02020603050405020304" pitchFamily="18" charset="0"/>
                <a:cs typeface="Times New Roman" panose="02020603050405020304" pitchFamily="18" charset="0"/>
              </a:rPr>
              <a:t>:</a:t>
            </a: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  </a:t>
            </a:r>
            <a:r>
              <a:rPr lang="ar-DZ" sz="4400" b="1" dirty="0" smtClean="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نِـــــظَـــــامُ الــــتــــشـــــغــــــيــــل  </a:t>
            </a:r>
            <a:r>
              <a:rPr lang="fr-FR" sz="3600" b="1" dirty="0" smtClean="0">
                <a:solidFill>
                  <a:srgbClr val="002060"/>
                </a:solidFill>
                <a:latin typeface="Times New Roman" panose="02020603050405020304" pitchFamily="18" charset="0"/>
                <a:ea typeface="Times New Roman" panose="02020603050405020304" pitchFamily="18" charset="0"/>
                <a:cs typeface="Arial" panose="020B0604020202020204" pitchFamily="34" charset="0"/>
              </a:rPr>
              <a:t>Windows</a:t>
            </a:r>
            <a:r>
              <a:rPr lang="ar-DZ" sz="3600" b="1" dirty="0">
                <a:solidFill>
                  <a:srgbClr val="002060"/>
                </a:solidFill>
                <a:latin typeface="Traditional Arabic" panose="02020603050405020304" pitchFamily="18" charset="-78"/>
                <a:ea typeface="Times New Roman" panose="02020603050405020304" pitchFamily="18" charset="0"/>
                <a:cs typeface="Arial" panose="020B0604020202020204" pitchFamily="34" charset="0"/>
              </a:rPr>
              <a:t> </a:t>
            </a:r>
            <a:r>
              <a:rPr lang="fr-FR" sz="3600" b="1" dirty="0" smtClean="0">
                <a:solidFill>
                  <a:srgbClr val="002060"/>
                </a:solidFill>
                <a:latin typeface="Traditional Arabic" panose="02020603050405020304" pitchFamily="18" charset="-78"/>
                <a:ea typeface="Times New Roman" panose="02020603050405020304" pitchFamily="18" charset="0"/>
                <a:cs typeface="Arial" panose="020B0604020202020204" pitchFamily="34" charset="0"/>
              </a:rPr>
              <a:t> </a:t>
            </a:r>
            <a:r>
              <a:rPr lang="ar-DZ" sz="4400" b="1" dirty="0" smtClean="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بــــاِســــتـــــعـــــمــــــال نِـــــظَـــــامِ الـــمــــلــــــفـــــــات  </a:t>
            </a:r>
            <a:r>
              <a:rPr lang="en-US" sz="3600" b="1" dirty="0">
                <a:solidFill>
                  <a:srgbClr val="002060"/>
                </a:solidFill>
                <a:latin typeface="Times New Roman" panose="02020603050405020304" pitchFamily="18" charset="0"/>
                <a:ea typeface="Times New Roman" panose="02020603050405020304" pitchFamily="18" charset="0"/>
                <a:cs typeface="Arial" panose="020B0604020202020204" pitchFamily="34" charset="0"/>
              </a:rPr>
              <a:t>NTFS</a:t>
            </a:r>
            <a:endParaRPr lang="fr-FR" sz="2800" dirty="0">
              <a:latin typeface="Calibri" panose="020F0502020204030204" pitchFamily="34" charset="0"/>
              <a:ea typeface="Times New Roman" panose="02020603050405020304" pitchFamily="18" charset="0"/>
              <a:cs typeface="Arial" panose="020B0604020202020204" pitchFamily="34" charset="0"/>
            </a:endParaRPr>
          </a:p>
          <a:p>
            <a:pPr lvl="0" algn="just" rtl="1">
              <a:lnSpc>
                <a:spcPct val="115000"/>
              </a:lnSpc>
              <a:spcBef>
                <a:spcPts val="1200"/>
              </a:spcBef>
              <a:spcAft>
                <a:spcPts val="800"/>
              </a:spcAft>
              <a:buFont typeface="Symbol" panose="05050102010706020507" pitchFamily="18" charset="2"/>
              <a:buChar char=""/>
            </a:pP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الــتــجــــزئـــــة الـــثــــانــــيــــة لِــــ  </a:t>
            </a:r>
            <a:r>
              <a:rPr lang="ar-SA" sz="4000" b="1" dirty="0">
                <a:solidFill>
                  <a:srgbClr val="002060"/>
                </a:solidFill>
                <a:latin typeface="Calibri" panose="020F0502020204030204" pitchFamily="34" charset="0"/>
                <a:ea typeface="Times New Roman" panose="02020603050405020304" pitchFamily="18" charset="0"/>
                <a:cs typeface="Times New Roman" panose="02020603050405020304" pitchFamily="18" charset="0"/>
              </a:rPr>
              <a:t>:</a:t>
            </a: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 نِـــــظَـــــامُ الــــتــــشـــــغــــــيــــل  </a:t>
            </a:r>
            <a:r>
              <a:rPr lang="fr-FR" sz="3600" b="1" dirty="0">
                <a:solidFill>
                  <a:srgbClr val="002060"/>
                </a:solidFill>
                <a:latin typeface="Times New Roman" panose="02020603050405020304" pitchFamily="18" charset="0"/>
                <a:ea typeface="Times New Roman" panose="02020603050405020304" pitchFamily="18" charset="0"/>
                <a:cs typeface="Arial" panose="020B0604020202020204" pitchFamily="34" charset="0"/>
              </a:rPr>
              <a:t>Linux</a:t>
            </a:r>
            <a:r>
              <a:rPr lang="fr-FR" sz="3600" b="1" dirty="0">
                <a:solidFill>
                  <a:srgbClr val="002060"/>
                </a:solidFill>
                <a:latin typeface="Traditional Arabic" panose="02020603050405020304" pitchFamily="18" charset="-78"/>
                <a:ea typeface="Times New Roman" panose="02020603050405020304" pitchFamily="18" charset="0"/>
                <a:cs typeface="Arial" panose="020B0604020202020204" pitchFamily="34" charset="0"/>
              </a:rPr>
              <a:t> </a:t>
            </a: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بــــاِســــتـــــعـــــمــــــال </a:t>
            </a:r>
            <a:r>
              <a:rPr lang="ar-DZ" sz="4400" b="1" dirty="0" smtClean="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نِـــــظَـــــامِ الـــمــــلــــــفـــــــات  </a:t>
            </a:r>
            <a:r>
              <a:rPr lang="en-US" sz="3600" b="1" dirty="0" smtClean="0">
                <a:solidFill>
                  <a:srgbClr val="002060"/>
                </a:solidFill>
                <a:latin typeface="Times New Roman" panose="02020603050405020304" pitchFamily="18" charset="0"/>
                <a:ea typeface="Times New Roman" panose="02020603050405020304" pitchFamily="18" charset="0"/>
                <a:cs typeface="Arial" panose="020B0604020202020204" pitchFamily="34" charset="0"/>
              </a:rPr>
              <a:t>EXT3</a:t>
            </a:r>
            <a:endParaRPr lang="fr-FR" sz="2800" dirty="0">
              <a:latin typeface="Calibri" panose="020F0502020204030204" pitchFamily="34" charset="0"/>
              <a:ea typeface="Times New Roman" panose="02020603050405020304" pitchFamily="18" charset="0"/>
              <a:cs typeface="Arial" panose="020B0604020202020204" pitchFamily="34" charset="0"/>
            </a:endParaRPr>
          </a:p>
          <a:p>
            <a:pPr marL="0" indent="0" algn="just" rtl="1">
              <a:buNone/>
            </a:pPr>
            <a:endParaRPr lang="ar-DZ" sz="1600" b="1" dirty="0" smtClean="0">
              <a:solidFill>
                <a:srgbClr val="00000A"/>
              </a:solidFill>
              <a:ea typeface="Droid Sans Fallback"/>
              <a:cs typeface="Times New Roman" panose="02020603050405020304" pitchFamily="18" charset="0"/>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411005259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Times New Roman" panose="02020603050405020304" pitchFamily="18" charset="0"/>
              </a:rPr>
              <a:t> الــوضــعــــيـــة </a:t>
            </a:r>
            <a:r>
              <a:rPr lang="ar-SA" b="1" dirty="0" err="1">
                <a:solidFill>
                  <a:srgbClr val="00B050"/>
                </a:solidFill>
                <a:cs typeface="Times New Roman" panose="02020603050405020304" pitchFamily="18" charset="0"/>
              </a:rPr>
              <a:t>الإدمــــاجـــيــــة</a:t>
            </a:r>
            <a:r>
              <a:rPr lang="ar-SA" b="1" dirty="0">
                <a:solidFill>
                  <a:srgbClr val="00B050"/>
                </a:solidFill>
                <a:cs typeface="Times New Roman" panose="02020603050405020304" pitchFamily="18" charset="0"/>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2800" b="1" dirty="0" smtClean="0">
              <a:cs typeface="+mj-cs"/>
            </a:endParaRPr>
          </a:p>
          <a:p>
            <a:pPr lvl="0" algn="just" rtl="1">
              <a:lnSpc>
                <a:spcPct val="115000"/>
              </a:lnSpc>
              <a:spcBef>
                <a:spcPts val="1200"/>
              </a:spcBef>
              <a:spcAft>
                <a:spcPts val="800"/>
              </a:spcAft>
              <a:buFont typeface="Symbol" panose="05050102010706020507" pitchFamily="18" charset="2"/>
              <a:buChar char=""/>
            </a:pP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الــتــجــــزئـــــة الـــثــــالـــــثــــة لِــــ  </a:t>
            </a:r>
            <a:r>
              <a:rPr lang="ar-SA" sz="4000" b="1" dirty="0">
                <a:solidFill>
                  <a:srgbClr val="002060"/>
                </a:solidFill>
                <a:latin typeface="Calibri" panose="020F0502020204030204" pitchFamily="34" charset="0"/>
                <a:ea typeface="Times New Roman" panose="02020603050405020304" pitchFamily="18" charset="0"/>
                <a:cs typeface="Times New Roman" panose="02020603050405020304" pitchFamily="18" charset="0"/>
              </a:rPr>
              <a:t>:</a:t>
            </a: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  </a:t>
            </a:r>
            <a:r>
              <a:rPr lang="ar-DZ" sz="4400" b="1" dirty="0" smtClean="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للــــبـــــيَــــــانَــــــــات </a:t>
            </a: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بــــاِســــتـــــعـــــمــــــال نِـــــظَـــــامِ الـــمــــلــــــفـــــــات  </a:t>
            </a:r>
            <a:r>
              <a:rPr lang="en-US" sz="3600" b="1" dirty="0">
                <a:solidFill>
                  <a:srgbClr val="002060"/>
                </a:solidFill>
                <a:latin typeface="Times New Roman" panose="02020603050405020304" pitchFamily="18" charset="0"/>
                <a:ea typeface="Times New Roman" panose="02020603050405020304" pitchFamily="18" charset="0"/>
                <a:cs typeface="Arial" panose="020B0604020202020204" pitchFamily="34" charset="0"/>
              </a:rPr>
              <a:t>FAT 32</a:t>
            </a:r>
            <a:endParaRPr lang="fr-FR" sz="2800" dirty="0">
              <a:latin typeface="Calibri" panose="020F0502020204030204" pitchFamily="34" charset="0"/>
              <a:ea typeface="Times New Roman" panose="02020603050405020304" pitchFamily="18" charset="0"/>
              <a:cs typeface="Arial" panose="020B0604020202020204" pitchFamily="34" charset="0"/>
            </a:endParaRPr>
          </a:p>
          <a:p>
            <a:pPr lvl="0" algn="just" rtl="1">
              <a:lnSpc>
                <a:spcPct val="115000"/>
              </a:lnSpc>
              <a:buFont typeface="Symbol" panose="05050102010706020507" pitchFamily="18" charset="2"/>
              <a:buChar char=""/>
            </a:pP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الــتــجــــزئـــــة الـــرابـــــعـــــة لِــــ  </a:t>
            </a:r>
            <a:r>
              <a:rPr lang="ar-SA" sz="4000" b="1" dirty="0">
                <a:solidFill>
                  <a:srgbClr val="002060"/>
                </a:solidFill>
                <a:latin typeface="Calibri" panose="020F0502020204030204" pitchFamily="34" charset="0"/>
                <a:ea typeface="Times New Roman" panose="02020603050405020304" pitchFamily="18" charset="0"/>
                <a:cs typeface="Times New Roman" panose="02020603050405020304" pitchFamily="18" charset="0"/>
              </a:rPr>
              <a:t>:</a:t>
            </a: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 للــــبـــــيَــــــانَــــــــات </a:t>
            </a:r>
            <a:r>
              <a:rPr lang="ar-DZ" sz="4400" b="1" dirty="0" smtClean="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بــــاِســــتـــــعـــــمــــــال </a:t>
            </a: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نِـــــظَـــــامِ الـــمــــلــــــفـــــــات  </a:t>
            </a:r>
            <a:r>
              <a:rPr lang="en-US" sz="3600" b="1" dirty="0">
                <a:solidFill>
                  <a:srgbClr val="002060"/>
                </a:solidFill>
                <a:latin typeface="Times New Roman" panose="02020603050405020304" pitchFamily="18" charset="0"/>
                <a:ea typeface="Times New Roman" panose="02020603050405020304" pitchFamily="18" charset="0"/>
                <a:cs typeface="Arial" panose="020B0604020202020204" pitchFamily="34" charset="0"/>
              </a:rPr>
              <a:t>EXT 2</a:t>
            </a:r>
            <a:endParaRPr lang="fr-FR" sz="2800" dirty="0">
              <a:latin typeface="Calibri" panose="020F0502020204030204" pitchFamily="34" charset="0"/>
              <a:ea typeface="Times New Roman" panose="02020603050405020304" pitchFamily="18" charset="0"/>
              <a:cs typeface="Arial" panose="020B0604020202020204" pitchFamily="34" charset="0"/>
            </a:endParaRPr>
          </a:p>
          <a:p>
            <a:pPr marL="0" indent="0" algn="just" rtl="1">
              <a:buNone/>
            </a:pPr>
            <a:endParaRPr lang="ar-DZ" sz="1600" b="1" dirty="0" smtClean="0">
              <a:solidFill>
                <a:srgbClr val="00000A"/>
              </a:solidFill>
              <a:ea typeface="Droid Sans Fallback"/>
              <a:cs typeface="Times New Roman" panose="02020603050405020304" pitchFamily="18" charset="0"/>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198748108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Times New Roman" panose="02020603050405020304" pitchFamily="18" charset="0"/>
              </a:rPr>
              <a:t> الــوضــعــــيـــة </a:t>
            </a:r>
            <a:r>
              <a:rPr lang="ar-SA" b="1" dirty="0" err="1">
                <a:solidFill>
                  <a:srgbClr val="00B050"/>
                </a:solidFill>
                <a:cs typeface="Times New Roman" panose="02020603050405020304" pitchFamily="18" charset="0"/>
              </a:rPr>
              <a:t>الإدمــــاجـــيــــة</a:t>
            </a:r>
            <a:r>
              <a:rPr lang="ar-SA" b="1" dirty="0">
                <a:solidFill>
                  <a:srgbClr val="00B050"/>
                </a:solidFill>
                <a:cs typeface="Times New Roman" panose="02020603050405020304" pitchFamily="18" charset="0"/>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just" rtl="1">
              <a:spcAft>
                <a:spcPts val="0"/>
              </a:spcAft>
              <a:buNone/>
            </a:pPr>
            <a:r>
              <a:rPr lang="ar-DZ" sz="4400" b="1" dirty="0" smtClean="0">
                <a:solidFill>
                  <a:srgbClr val="002060"/>
                </a:solidFill>
                <a:latin typeface="Liberation Serif"/>
                <a:ea typeface="Droid Sans Fallback"/>
                <a:cs typeface="Traditional Arabic" panose="02020603050405020304" pitchFamily="18" charset="-78"/>
              </a:rPr>
              <a:t>فَــبَــــعْــــدَ </a:t>
            </a:r>
            <a:r>
              <a:rPr lang="ar-DZ" sz="4400" b="1" dirty="0">
                <a:solidFill>
                  <a:srgbClr val="FF0000"/>
                </a:solidFill>
                <a:latin typeface="Liberation Serif"/>
                <a:ea typeface="Droid Sans Fallback"/>
                <a:cs typeface="Traditional Arabic" panose="02020603050405020304" pitchFamily="18" charset="-78"/>
              </a:rPr>
              <a:t>فَـــحْـــصِ</a:t>
            </a:r>
            <a:r>
              <a:rPr lang="ar-DZ" sz="4400" b="1" dirty="0">
                <a:solidFill>
                  <a:srgbClr val="002060"/>
                </a:solidFill>
                <a:latin typeface="Liberation Serif"/>
                <a:ea typeface="Droid Sans Fallback"/>
                <a:cs typeface="Traditional Arabic" panose="02020603050405020304" pitchFamily="18" charset="-78"/>
              </a:rPr>
              <a:t> </a:t>
            </a:r>
            <a:r>
              <a:rPr lang="ar-DZ" sz="4400" b="1" dirty="0">
                <a:solidFill>
                  <a:schemeClr val="tx1"/>
                </a:solidFill>
                <a:latin typeface="Liberation Serif"/>
                <a:ea typeface="Droid Sans Fallback"/>
                <a:cs typeface="Traditional Arabic" panose="02020603050405020304" pitchFamily="18" charset="-78"/>
              </a:rPr>
              <a:t>نـــظــــام الإدخــــال والإخــــراج الأســــاســي  </a:t>
            </a:r>
            <a:r>
              <a:rPr lang="en-US" sz="3600" b="1" dirty="0">
                <a:solidFill>
                  <a:schemeClr val="tx1"/>
                </a:solidFill>
                <a:latin typeface="Times New Roman" panose="02020603050405020304" pitchFamily="18" charset="0"/>
                <a:ea typeface="Droid Sans Fallback"/>
                <a:cs typeface="FreeSans"/>
              </a:rPr>
              <a:t>BIOS</a:t>
            </a:r>
            <a:r>
              <a:rPr lang="en-US" sz="3600" b="1" dirty="0">
                <a:solidFill>
                  <a:schemeClr val="tx1"/>
                </a:solidFill>
                <a:latin typeface="Traditional Arabic" panose="02020603050405020304" pitchFamily="18" charset="-78"/>
                <a:ea typeface="Droid Sans Fallback"/>
                <a:cs typeface="FreeSans"/>
              </a:rPr>
              <a:t> </a:t>
            </a:r>
            <a:r>
              <a:rPr lang="ar-DZ" sz="4400" b="1" dirty="0">
                <a:solidFill>
                  <a:srgbClr val="002060"/>
                </a:solidFill>
                <a:latin typeface="Liberation Serif"/>
                <a:ea typeface="Droid Sans Fallback"/>
                <a:cs typeface="Traditional Arabic" panose="02020603050405020304" pitchFamily="18" charset="-78"/>
              </a:rPr>
              <a:t> </a:t>
            </a:r>
            <a:r>
              <a:rPr lang="ar-DZ" sz="4400" b="1" dirty="0">
                <a:solidFill>
                  <a:srgbClr val="FF0000"/>
                </a:solidFill>
                <a:latin typeface="Liberation Serif"/>
                <a:ea typeface="Droid Sans Fallback"/>
                <a:cs typeface="Traditional Arabic" panose="02020603050405020304" pitchFamily="18" charset="-78"/>
              </a:rPr>
              <a:t>للـــمـــكــــونــــــات الـــمـــــاديــــــة والـــتـــــأكــــد مــن </a:t>
            </a:r>
            <a:r>
              <a:rPr lang="ar-DZ" sz="4400" b="1" dirty="0" smtClean="0">
                <a:solidFill>
                  <a:srgbClr val="FF0000"/>
                </a:solidFill>
                <a:latin typeface="Liberation Serif"/>
                <a:ea typeface="Droid Sans Fallback"/>
                <a:cs typeface="Traditional Arabic" panose="02020603050405020304" pitchFamily="18" charset="-78"/>
              </a:rPr>
              <a:t>ســـلامــــتـــهــا </a:t>
            </a:r>
            <a:r>
              <a:rPr lang="ar-DZ" sz="3600" b="1" dirty="0" smtClean="0">
                <a:solidFill>
                  <a:srgbClr val="002060"/>
                </a:solidFill>
                <a:latin typeface="Times New Roman" panose="02020603050405020304" pitchFamily="18" charset="0"/>
                <a:ea typeface="Droid Sans Fallback"/>
                <a:cs typeface="Times New Roman" panose="02020603050405020304" pitchFamily="18" charset="0"/>
              </a:rPr>
              <a:t>،</a:t>
            </a:r>
            <a:r>
              <a:rPr lang="ar-DZ" sz="4400" b="1" dirty="0" smtClean="0">
                <a:solidFill>
                  <a:srgbClr val="002060"/>
                </a:solidFill>
                <a:latin typeface="Liberation Serif"/>
                <a:ea typeface="Droid Sans Fallback"/>
                <a:cs typeface="Traditional Arabic" panose="02020603050405020304" pitchFamily="18" charset="-78"/>
              </a:rPr>
              <a:t> </a:t>
            </a:r>
            <a:r>
              <a:rPr lang="ar-DZ" sz="4400" b="1" dirty="0">
                <a:solidFill>
                  <a:srgbClr val="002060"/>
                </a:solidFill>
                <a:latin typeface="Liberation Serif"/>
                <a:ea typeface="Droid Sans Fallback"/>
                <a:cs typeface="Traditional Arabic" panose="02020603050405020304" pitchFamily="18" charset="-78"/>
              </a:rPr>
              <a:t>أَتَــــمَّ نِـــظَـــامُ </a:t>
            </a:r>
            <a:r>
              <a:rPr lang="en-US" sz="3600" b="1" dirty="0">
                <a:solidFill>
                  <a:srgbClr val="002060"/>
                </a:solidFill>
                <a:latin typeface="Times New Roman" panose="02020603050405020304" pitchFamily="18" charset="0"/>
                <a:ea typeface="Droid Sans Fallback"/>
                <a:cs typeface="FreeSans"/>
              </a:rPr>
              <a:t>Windows </a:t>
            </a:r>
            <a:r>
              <a:rPr lang="ar-DZ" sz="3600" b="1" dirty="0" smtClean="0">
                <a:solidFill>
                  <a:srgbClr val="002060"/>
                </a:solidFill>
                <a:latin typeface="Times New Roman" panose="02020603050405020304" pitchFamily="18" charset="0"/>
                <a:ea typeface="Droid Sans Fallback"/>
                <a:cs typeface="FreeSans"/>
              </a:rPr>
              <a:t> </a:t>
            </a:r>
            <a:r>
              <a:rPr lang="en-US" sz="3600" b="1" dirty="0" smtClean="0">
                <a:solidFill>
                  <a:srgbClr val="002060"/>
                </a:solidFill>
                <a:latin typeface="Times New Roman" panose="02020603050405020304" pitchFamily="18" charset="0"/>
                <a:ea typeface="Droid Sans Fallback"/>
                <a:cs typeface="FreeSans"/>
              </a:rPr>
              <a:t> </a:t>
            </a:r>
            <a:r>
              <a:rPr lang="en-US" sz="3600" b="1" dirty="0" smtClean="0">
                <a:solidFill>
                  <a:srgbClr val="002060"/>
                </a:solidFill>
                <a:latin typeface="Traditional Arabic" panose="02020603050405020304" pitchFamily="18" charset="-78"/>
                <a:ea typeface="Droid Sans Fallback"/>
                <a:cs typeface="FreeSans"/>
              </a:rPr>
              <a:t> </a:t>
            </a:r>
            <a:r>
              <a:rPr lang="ar-DZ" sz="4400" b="1" dirty="0">
                <a:solidFill>
                  <a:srgbClr val="002060"/>
                </a:solidFill>
                <a:latin typeface="Liberation Serif"/>
                <a:ea typeface="Droid Sans Fallback"/>
                <a:cs typeface="Traditional Arabic" panose="02020603050405020304" pitchFamily="18" charset="-78"/>
              </a:rPr>
              <a:t>مُـــهِـــمَـــةَ إعـــــداد الـــحـــــاســــوب لِـــبِــــدْء الــــتــــشـــغـــــيـــل </a:t>
            </a:r>
            <a:r>
              <a:rPr lang="ar-DZ" sz="4400" b="1" dirty="0">
                <a:solidFill>
                  <a:srgbClr val="002060"/>
                </a:solidFill>
                <a:latin typeface="Liberation Serif"/>
                <a:ea typeface="Droid Sans Fallback"/>
                <a:cs typeface="Times New Roman" panose="02020603050405020304" pitchFamily="18" charset="0"/>
              </a:rPr>
              <a:t>؛</a:t>
            </a:r>
            <a:r>
              <a:rPr lang="ar-DZ" sz="4400" b="1" dirty="0">
                <a:solidFill>
                  <a:srgbClr val="002060"/>
                </a:solidFill>
                <a:latin typeface="Liberation Serif"/>
                <a:ea typeface="Droid Sans Fallback"/>
                <a:cs typeface="Traditional Arabic" panose="02020603050405020304" pitchFamily="18" charset="-78"/>
              </a:rPr>
              <a:t> وعـــنــد الـــدخــــول إلــى مـــحــــطــــة الـــعـــمـــل  </a:t>
            </a:r>
            <a:r>
              <a:rPr lang="en-US" sz="3600" b="1" dirty="0">
                <a:solidFill>
                  <a:srgbClr val="002060"/>
                </a:solidFill>
                <a:latin typeface="Times New Roman" panose="02020603050405020304" pitchFamily="18" charset="0"/>
                <a:ea typeface="Droid Sans Fallback"/>
                <a:cs typeface="FreeSans"/>
              </a:rPr>
              <a:t>Poste de</a:t>
            </a:r>
            <a:r>
              <a:rPr lang="en-US" sz="4400" b="1" dirty="0">
                <a:solidFill>
                  <a:srgbClr val="002060"/>
                </a:solidFill>
                <a:latin typeface="Times New Roman" panose="02020603050405020304" pitchFamily="18" charset="0"/>
                <a:ea typeface="Droid Sans Fallback"/>
                <a:cs typeface="FreeSans"/>
              </a:rPr>
              <a:t> </a:t>
            </a:r>
            <a:r>
              <a:rPr lang="en-US" sz="3600" b="1" dirty="0">
                <a:solidFill>
                  <a:srgbClr val="002060"/>
                </a:solidFill>
                <a:latin typeface="Times New Roman" panose="02020603050405020304" pitchFamily="18" charset="0"/>
                <a:ea typeface="Droid Sans Fallback"/>
                <a:cs typeface="FreeSans"/>
              </a:rPr>
              <a:t>Travail</a:t>
            </a:r>
            <a:r>
              <a:rPr lang="en-US" sz="3600" b="1" dirty="0">
                <a:solidFill>
                  <a:srgbClr val="002060"/>
                </a:solidFill>
                <a:latin typeface="Traditional Arabic" panose="02020603050405020304" pitchFamily="18" charset="-78"/>
                <a:ea typeface="Droid Sans Fallback"/>
                <a:cs typeface="FreeSans"/>
              </a:rPr>
              <a:t>  </a:t>
            </a:r>
            <a:r>
              <a:rPr lang="ar-DZ" sz="4400" b="1" dirty="0" smtClean="0">
                <a:solidFill>
                  <a:srgbClr val="002060"/>
                </a:solidFill>
                <a:latin typeface="Liberation Serif"/>
                <a:ea typeface="Droid Sans Fallback"/>
                <a:cs typeface="Traditional Arabic" panose="02020603050405020304" pitchFamily="18" charset="-78"/>
              </a:rPr>
              <a:t>أدْرَكْــــــنَــــــا </a:t>
            </a:r>
            <a:r>
              <a:rPr lang="ar-DZ" sz="4400" b="1" dirty="0">
                <a:solidFill>
                  <a:srgbClr val="002060"/>
                </a:solidFill>
                <a:latin typeface="Liberation Serif"/>
                <a:ea typeface="Droid Sans Fallback"/>
                <a:cs typeface="Traditional Arabic" panose="02020603050405020304" pitchFamily="18" charset="-78"/>
              </a:rPr>
              <a:t>أنَّ </a:t>
            </a:r>
            <a:r>
              <a:rPr lang="ar-DZ" sz="4400" b="1" dirty="0" smtClean="0">
                <a:solidFill>
                  <a:srgbClr val="0070C0"/>
                </a:solidFill>
                <a:latin typeface="Liberation Serif"/>
                <a:ea typeface="Droid Sans Fallback"/>
                <a:cs typeface="Traditional Arabic" panose="02020603050405020304" pitchFamily="18" charset="-78"/>
              </a:rPr>
              <a:t>كِــــــلْــــــتَــــــا الــــتــــجــــــزئـــــــتــــــيــــن الــــثَــــــانِـــــيَـــــةَ والــــرَابَــــــعَــــــةَ </a:t>
            </a:r>
            <a:r>
              <a:rPr lang="ar-DZ" sz="4400" b="1" dirty="0">
                <a:solidFill>
                  <a:srgbClr val="0070C0"/>
                </a:solidFill>
                <a:latin typeface="Liberation Serif"/>
                <a:ea typeface="Droid Sans Fallback"/>
                <a:cs typeface="Traditional Arabic" panose="02020603050405020304" pitchFamily="18" charset="-78"/>
              </a:rPr>
              <a:t>مُــــخْــــــتَـــــفِـــــيَــــــتَــــــيْــــنِ </a:t>
            </a:r>
            <a:r>
              <a:rPr lang="ar-DZ" sz="4000" b="1" dirty="0">
                <a:solidFill>
                  <a:srgbClr val="002060"/>
                </a:solidFill>
                <a:latin typeface="Liberation Serif"/>
                <a:ea typeface="Droid Sans Fallback"/>
                <a:cs typeface="Times New Roman" panose="02020603050405020304" pitchFamily="18" charset="0"/>
              </a:rPr>
              <a:t>.</a:t>
            </a:r>
            <a:endParaRPr lang="fr-FR" sz="4400" dirty="0">
              <a:solidFill>
                <a:srgbClr val="00000A"/>
              </a:solidFill>
              <a:effectLst/>
              <a:latin typeface="Liberation Serif"/>
              <a:ea typeface="Droid Sans Fallback"/>
              <a:cs typeface="FreeSan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145117852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Times New Roman" panose="02020603050405020304" pitchFamily="18" charset="0"/>
              </a:rPr>
              <a:t> الــوضــعــــيـــة </a:t>
            </a:r>
            <a:r>
              <a:rPr lang="ar-SA" b="1" dirty="0" err="1">
                <a:solidFill>
                  <a:srgbClr val="00B050"/>
                </a:solidFill>
                <a:cs typeface="Times New Roman" panose="02020603050405020304" pitchFamily="18" charset="0"/>
              </a:rPr>
              <a:t>الإدمــــاجـــيــــة</a:t>
            </a:r>
            <a:r>
              <a:rPr lang="ar-SA" b="1" dirty="0">
                <a:solidFill>
                  <a:srgbClr val="00B050"/>
                </a:solidFill>
                <a:cs typeface="Times New Roman" panose="02020603050405020304" pitchFamily="18" charset="0"/>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lvl="0" indent="0" algn="just" rtl="1">
              <a:lnSpc>
                <a:spcPct val="150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mj-cs"/>
              </a:rPr>
              <a:t>.....................................................................</a:t>
            </a: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smtClean="0">
              <a:solidFill>
                <a:srgbClr val="002060"/>
              </a:solidFill>
              <a:latin typeface="Times New Roman" panose="02020603050405020304" pitchFamily="18" charset="0"/>
              <a:ea typeface="Times New Roman" panose="02020603050405020304" pitchFamily="18" charset="0"/>
              <a:cs typeface="+mj-cs"/>
            </a:endParaRPr>
          </a:p>
          <a:p>
            <a:pPr marL="0" indent="0" algn="just" rtl="1">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7098083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p:cTn id="23"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4"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5"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6" dur="750"/>
                                        <p:tgtEl>
                                          <p:spTgt spid="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33"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4" dur="75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p:cTn id="39"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40"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41"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2" dur="75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p:cTn id="47" dur="750" fill="hold"/>
                                        <p:tgtEl>
                                          <p:spTgt spid="3">
                                            <p:txEl>
                                              <p:pRg st="3" end="3"/>
                                            </p:txEl>
                                          </p:spTgt>
                                        </p:tgtEl>
                                        <p:attrNameLst>
                                          <p:attrName>ppt_w</p:attrName>
                                        </p:attrNameLst>
                                      </p:cBhvr>
                                      <p:tavLst>
                                        <p:tav tm="0">
                                          <p:val>
                                            <p:fltVal val="0"/>
                                          </p:val>
                                        </p:tav>
                                        <p:tav tm="100000">
                                          <p:val>
                                            <p:strVal val="#ppt_w"/>
                                          </p:val>
                                        </p:tav>
                                      </p:tavLst>
                                    </p:anim>
                                    <p:anim calcmode="lin" valueType="num">
                                      <p:cBhvr>
                                        <p:cTn id="48" dur="750" fill="hold"/>
                                        <p:tgtEl>
                                          <p:spTgt spid="3">
                                            <p:txEl>
                                              <p:pRg st="3" end="3"/>
                                            </p:txEl>
                                          </p:spTgt>
                                        </p:tgtEl>
                                        <p:attrNameLst>
                                          <p:attrName>ppt_h</p:attrName>
                                        </p:attrNameLst>
                                      </p:cBhvr>
                                      <p:tavLst>
                                        <p:tav tm="0">
                                          <p:val>
                                            <p:fltVal val="0"/>
                                          </p:val>
                                        </p:tav>
                                        <p:tav tm="100000">
                                          <p:val>
                                            <p:strVal val="#ppt_h"/>
                                          </p:val>
                                        </p:tav>
                                      </p:tavLst>
                                    </p:anim>
                                    <p:anim calcmode="lin" valueType="num">
                                      <p:cBhvr>
                                        <p:cTn id="49" dur="75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0" dur="75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p:cTn id="55" dur="750" fill="hold"/>
                                        <p:tgtEl>
                                          <p:spTgt spid="3">
                                            <p:txEl>
                                              <p:pRg st="4" end="4"/>
                                            </p:txEl>
                                          </p:spTgt>
                                        </p:tgtEl>
                                        <p:attrNameLst>
                                          <p:attrName>ppt_w</p:attrName>
                                        </p:attrNameLst>
                                      </p:cBhvr>
                                      <p:tavLst>
                                        <p:tav tm="0">
                                          <p:val>
                                            <p:fltVal val="0"/>
                                          </p:val>
                                        </p:tav>
                                        <p:tav tm="100000">
                                          <p:val>
                                            <p:strVal val="#ppt_w"/>
                                          </p:val>
                                        </p:tav>
                                      </p:tavLst>
                                    </p:anim>
                                    <p:anim calcmode="lin" valueType="num">
                                      <p:cBhvr>
                                        <p:cTn id="56" dur="750" fill="hold"/>
                                        <p:tgtEl>
                                          <p:spTgt spid="3">
                                            <p:txEl>
                                              <p:pRg st="4" end="4"/>
                                            </p:txEl>
                                          </p:spTgt>
                                        </p:tgtEl>
                                        <p:attrNameLst>
                                          <p:attrName>ppt_h</p:attrName>
                                        </p:attrNameLst>
                                      </p:cBhvr>
                                      <p:tavLst>
                                        <p:tav tm="0">
                                          <p:val>
                                            <p:fltVal val="0"/>
                                          </p:val>
                                        </p:tav>
                                        <p:tav tm="100000">
                                          <p:val>
                                            <p:strVal val="#ppt_h"/>
                                          </p:val>
                                        </p:tav>
                                      </p:tavLst>
                                    </p:anim>
                                    <p:anim calcmode="lin" valueType="num">
                                      <p:cBhvr>
                                        <p:cTn id="57" dur="75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8" dur="7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mj-cs"/>
              </a:rPr>
              <a:t> </a:t>
            </a:r>
            <a:r>
              <a:rPr lang="ar-SA" b="1" dirty="0" smtClean="0">
                <a:solidFill>
                  <a:srgbClr val="00B050"/>
                </a:solidFill>
                <a:cs typeface="+mj-cs"/>
              </a:rPr>
              <a:t>الــوضــعــــيـــة </a:t>
            </a:r>
            <a:r>
              <a:rPr lang="ar-SA" b="1" dirty="0" err="1" smtClean="0">
                <a:solidFill>
                  <a:srgbClr val="00B050"/>
                </a:solidFill>
                <a:cs typeface="+mj-cs"/>
              </a:rPr>
              <a:t>الإدمــــاجـــيــــة</a:t>
            </a:r>
            <a:r>
              <a:rPr lang="ar-DZ" b="1" dirty="0" smtClean="0">
                <a:solidFill>
                  <a:srgbClr val="00B050"/>
                </a:solidFill>
                <a:cs typeface="+mj-cs"/>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lvl="0" indent="0" algn="just" rtl="1">
              <a:lnSpc>
                <a:spcPct val="150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mj-cs"/>
              </a:rPr>
              <a:t>.....................................................................</a:t>
            </a: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smtClean="0">
              <a:solidFill>
                <a:srgbClr val="002060"/>
              </a:solidFill>
              <a:latin typeface="Times New Roman" panose="02020603050405020304" pitchFamily="18" charset="0"/>
              <a:ea typeface="Times New Roman" panose="02020603050405020304" pitchFamily="18" charset="0"/>
              <a:cs typeface="+mj-cs"/>
            </a:endParaRPr>
          </a:p>
          <a:p>
            <a:pPr marL="0" indent="0" algn="just" rtl="1">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Rectangle 4"/>
          <p:cNvSpPr/>
          <p:nvPr/>
        </p:nvSpPr>
        <p:spPr>
          <a:xfrm>
            <a:off x="884128" y="1412776"/>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اخــتــفــاء الـتـجــزئــتــيــن الـثـانــيـة و الـرابــعــة </a:t>
            </a:r>
            <a:r>
              <a:rPr lang="ar-DZ" sz="4000" b="1" dirty="0">
                <a:solidFill>
                  <a:srgbClr val="0070C0"/>
                </a:solidFill>
                <a:cs typeface="Times New Roman" panose="02020603050405020304" pitchFamily="18" charset="0"/>
              </a:rPr>
              <a:t>رَاجِــعٌ </a:t>
            </a:r>
            <a:r>
              <a:rPr lang="ar-DZ" sz="4000" b="1" dirty="0" smtClean="0">
                <a:solidFill>
                  <a:srgbClr val="0070C0"/>
                </a:solidFill>
                <a:cs typeface="+mj-cs"/>
              </a:rPr>
              <a:t>إلـى</a:t>
            </a:r>
            <a:endParaRPr lang="fr-FR" sz="3600" b="1" dirty="0">
              <a:solidFill>
                <a:srgbClr val="0070C0"/>
              </a:solidFill>
              <a:cs typeface="+mj-cs"/>
            </a:endParaRPr>
          </a:p>
        </p:txBody>
      </p:sp>
    </p:spTree>
    <p:extLst>
      <p:ext uri="{BB962C8B-B14F-4D97-AF65-F5344CB8AC3E}">
        <p14:creationId xmlns:p14="http://schemas.microsoft.com/office/powerpoint/2010/main" val="248650098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p:cTn id="23"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4"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5"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6" dur="750"/>
                                        <p:tgtEl>
                                          <p:spTgt spid="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33"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4" dur="75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p:cTn id="39"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40"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41"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2" dur="75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p:cTn id="47" dur="750" fill="hold"/>
                                        <p:tgtEl>
                                          <p:spTgt spid="3">
                                            <p:txEl>
                                              <p:pRg st="3" end="3"/>
                                            </p:txEl>
                                          </p:spTgt>
                                        </p:tgtEl>
                                        <p:attrNameLst>
                                          <p:attrName>ppt_w</p:attrName>
                                        </p:attrNameLst>
                                      </p:cBhvr>
                                      <p:tavLst>
                                        <p:tav tm="0">
                                          <p:val>
                                            <p:fltVal val="0"/>
                                          </p:val>
                                        </p:tav>
                                        <p:tav tm="100000">
                                          <p:val>
                                            <p:strVal val="#ppt_w"/>
                                          </p:val>
                                        </p:tav>
                                      </p:tavLst>
                                    </p:anim>
                                    <p:anim calcmode="lin" valueType="num">
                                      <p:cBhvr>
                                        <p:cTn id="48" dur="750" fill="hold"/>
                                        <p:tgtEl>
                                          <p:spTgt spid="3">
                                            <p:txEl>
                                              <p:pRg st="3" end="3"/>
                                            </p:txEl>
                                          </p:spTgt>
                                        </p:tgtEl>
                                        <p:attrNameLst>
                                          <p:attrName>ppt_h</p:attrName>
                                        </p:attrNameLst>
                                      </p:cBhvr>
                                      <p:tavLst>
                                        <p:tav tm="0">
                                          <p:val>
                                            <p:fltVal val="0"/>
                                          </p:val>
                                        </p:tav>
                                        <p:tav tm="100000">
                                          <p:val>
                                            <p:strVal val="#ppt_h"/>
                                          </p:val>
                                        </p:tav>
                                      </p:tavLst>
                                    </p:anim>
                                    <p:anim calcmode="lin" valueType="num">
                                      <p:cBhvr>
                                        <p:cTn id="49" dur="75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0" dur="75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p:cTn id="55" dur="750" fill="hold"/>
                                        <p:tgtEl>
                                          <p:spTgt spid="3">
                                            <p:txEl>
                                              <p:pRg st="4" end="4"/>
                                            </p:txEl>
                                          </p:spTgt>
                                        </p:tgtEl>
                                        <p:attrNameLst>
                                          <p:attrName>ppt_w</p:attrName>
                                        </p:attrNameLst>
                                      </p:cBhvr>
                                      <p:tavLst>
                                        <p:tav tm="0">
                                          <p:val>
                                            <p:fltVal val="0"/>
                                          </p:val>
                                        </p:tav>
                                        <p:tav tm="100000">
                                          <p:val>
                                            <p:strVal val="#ppt_w"/>
                                          </p:val>
                                        </p:tav>
                                      </p:tavLst>
                                    </p:anim>
                                    <p:anim calcmode="lin" valueType="num">
                                      <p:cBhvr>
                                        <p:cTn id="56" dur="750" fill="hold"/>
                                        <p:tgtEl>
                                          <p:spTgt spid="3">
                                            <p:txEl>
                                              <p:pRg st="4" end="4"/>
                                            </p:txEl>
                                          </p:spTgt>
                                        </p:tgtEl>
                                        <p:attrNameLst>
                                          <p:attrName>ppt_h</p:attrName>
                                        </p:attrNameLst>
                                      </p:cBhvr>
                                      <p:tavLst>
                                        <p:tav tm="0">
                                          <p:val>
                                            <p:fltVal val="0"/>
                                          </p:val>
                                        </p:tav>
                                        <p:tav tm="100000">
                                          <p:val>
                                            <p:strVal val="#ppt_h"/>
                                          </p:val>
                                        </p:tav>
                                      </p:tavLst>
                                    </p:anim>
                                    <p:anim calcmode="lin" valueType="num">
                                      <p:cBhvr>
                                        <p:cTn id="57" dur="75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8" dur="750"/>
                                        <p:tgtEl>
                                          <p:spTgt spid="3">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p:cTn id="63" dur="1000" fill="hold"/>
                                        <p:tgtEl>
                                          <p:spTgt spid="5"/>
                                        </p:tgtEl>
                                        <p:attrNameLst>
                                          <p:attrName>ppt_w</p:attrName>
                                        </p:attrNameLst>
                                      </p:cBhvr>
                                      <p:tavLst>
                                        <p:tav tm="0">
                                          <p:val>
                                            <p:fltVal val="0"/>
                                          </p:val>
                                        </p:tav>
                                        <p:tav tm="100000">
                                          <p:val>
                                            <p:strVal val="#ppt_w"/>
                                          </p:val>
                                        </p:tav>
                                      </p:tavLst>
                                    </p:anim>
                                    <p:anim calcmode="lin" valueType="num">
                                      <p:cBhvr>
                                        <p:cTn id="64" dur="1000" fill="hold"/>
                                        <p:tgtEl>
                                          <p:spTgt spid="5"/>
                                        </p:tgtEl>
                                        <p:attrNameLst>
                                          <p:attrName>ppt_h</p:attrName>
                                        </p:attrNameLst>
                                      </p:cBhvr>
                                      <p:tavLst>
                                        <p:tav tm="0">
                                          <p:val>
                                            <p:fltVal val="0"/>
                                          </p:val>
                                        </p:tav>
                                        <p:tav tm="100000">
                                          <p:val>
                                            <p:strVal val="#ppt_h"/>
                                          </p:val>
                                        </p:tav>
                                      </p:tavLst>
                                    </p:anim>
                                    <p:anim calcmode="lin" valueType="num">
                                      <p:cBhvr>
                                        <p:cTn id="65" dur="1000" fill="hold"/>
                                        <p:tgtEl>
                                          <p:spTgt spid="5"/>
                                        </p:tgtEl>
                                        <p:attrNameLst>
                                          <p:attrName>style.rotation</p:attrName>
                                        </p:attrNameLst>
                                      </p:cBhvr>
                                      <p:tavLst>
                                        <p:tav tm="0">
                                          <p:val>
                                            <p:fltVal val="90"/>
                                          </p:val>
                                        </p:tav>
                                        <p:tav tm="100000">
                                          <p:val>
                                            <p:fltVal val="0"/>
                                          </p:val>
                                        </p:tav>
                                      </p:tavLst>
                                    </p:anim>
                                    <p:animEffect transition="in" filter="fade">
                                      <p:cBhvr>
                                        <p:cTn id="6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mj-cs"/>
              </a:rPr>
              <a:t> </a:t>
            </a:r>
            <a:r>
              <a:rPr lang="ar-SA" b="1" dirty="0" smtClean="0">
                <a:solidFill>
                  <a:srgbClr val="00B050"/>
                </a:solidFill>
                <a:cs typeface="+mj-cs"/>
              </a:rPr>
              <a:t>الــوضــعــــيـــة </a:t>
            </a:r>
            <a:r>
              <a:rPr lang="ar-SA" b="1" dirty="0" err="1" smtClean="0">
                <a:solidFill>
                  <a:srgbClr val="00B050"/>
                </a:solidFill>
                <a:cs typeface="+mj-cs"/>
              </a:rPr>
              <a:t>الإدمــــاجـــيــــة</a:t>
            </a:r>
            <a:r>
              <a:rPr lang="ar-DZ" b="1" dirty="0" smtClean="0">
                <a:solidFill>
                  <a:srgbClr val="00B050"/>
                </a:solidFill>
                <a:cs typeface="+mj-cs"/>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lvl="0" indent="0" algn="just" rtl="1">
              <a:lnSpc>
                <a:spcPct val="150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mj-cs"/>
              </a:rPr>
              <a:t>.....................................................................</a:t>
            </a: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smtClean="0">
              <a:solidFill>
                <a:srgbClr val="002060"/>
              </a:solidFill>
              <a:latin typeface="Times New Roman" panose="02020603050405020304" pitchFamily="18" charset="0"/>
              <a:ea typeface="Times New Roman" panose="02020603050405020304" pitchFamily="18" charset="0"/>
              <a:cs typeface="+mj-cs"/>
            </a:endParaRPr>
          </a:p>
          <a:p>
            <a:pPr marL="0" indent="0" algn="just" rtl="1">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Rectangle 4"/>
          <p:cNvSpPr/>
          <p:nvPr/>
        </p:nvSpPr>
        <p:spPr>
          <a:xfrm>
            <a:off x="884128" y="1412776"/>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cs typeface="Times New Roman" panose="02020603050405020304" pitchFamily="18" charset="0"/>
              </a:rPr>
              <a:t>اخــتــفــاء الـتـجــزئــتــيــن الـثـانــيـة و الـرابــعــة </a:t>
            </a:r>
            <a:r>
              <a:rPr lang="ar-DZ" sz="4000" b="1" dirty="0" smtClean="0">
                <a:solidFill>
                  <a:srgbClr val="0070C0"/>
                </a:solidFill>
                <a:cs typeface="Times New Roman" panose="02020603050405020304" pitchFamily="18" charset="0"/>
              </a:rPr>
              <a:t>رَاجِــعٌ إلـى</a:t>
            </a:r>
            <a:endParaRPr lang="fr-FR" sz="3600" b="1" dirty="0">
              <a:solidFill>
                <a:srgbClr val="0070C0"/>
              </a:solidFill>
              <a:cs typeface="+mj-cs"/>
            </a:endParaRPr>
          </a:p>
        </p:txBody>
      </p:sp>
      <p:sp>
        <p:nvSpPr>
          <p:cNvPr id="6" name="Rectangle 5"/>
          <p:cNvSpPr/>
          <p:nvPr/>
        </p:nvSpPr>
        <p:spPr>
          <a:xfrm>
            <a:off x="897776" y="2419199"/>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FF0000"/>
                </a:solidFill>
                <a:cs typeface="Times New Roman" panose="02020603050405020304" pitchFamily="18" charset="0"/>
              </a:rPr>
              <a:t>اســتــعـــمــال </a:t>
            </a:r>
            <a:r>
              <a:rPr lang="ar-DZ" sz="4000" b="1" dirty="0" smtClean="0">
                <a:solidFill>
                  <a:srgbClr val="FF0000"/>
                </a:solidFill>
                <a:cs typeface="+mj-cs"/>
              </a:rPr>
              <a:t>نِــظَــامَـيْ الـمــلــفــات : </a:t>
            </a:r>
            <a:r>
              <a:rPr lang="en-US" sz="4000" b="1" dirty="0">
                <a:solidFill>
                  <a:srgbClr val="FF0000"/>
                </a:solidFill>
                <a:latin typeface="Times New Roman" panose="02020603050405020304" pitchFamily="18" charset="0"/>
                <a:ea typeface="Times New Roman" panose="02020603050405020304" pitchFamily="18" charset="0"/>
                <a:cs typeface="+mj-cs"/>
              </a:rPr>
              <a:t>EXT </a:t>
            </a:r>
            <a:r>
              <a:rPr lang="en-US" sz="4000" b="1" dirty="0" smtClean="0">
                <a:solidFill>
                  <a:srgbClr val="FF0000"/>
                </a:solidFill>
                <a:latin typeface="Times New Roman" panose="02020603050405020304" pitchFamily="18" charset="0"/>
                <a:ea typeface="Times New Roman" panose="02020603050405020304" pitchFamily="18" charset="0"/>
                <a:cs typeface="+mj-cs"/>
              </a:rPr>
              <a:t>2</a:t>
            </a:r>
            <a:r>
              <a:rPr lang="ar-DZ" sz="4000" b="1" dirty="0" smtClean="0">
                <a:solidFill>
                  <a:srgbClr val="FF0000"/>
                </a:solidFill>
                <a:latin typeface="Times New Roman" panose="02020603050405020304" pitchFamily="18" charset="0"/>
                <a:ea typeface="Times New Roman" panose="02020603050405020304" pitchFamily="18" charset="0"/>
                <a:cs typeface="+mj-cs"/>
              </a:rPr>
              <a:t> و </a:t>
            </a:r>
            <a:r>
              <a:rPr lang="en-US" sz="4000" b="1" dirty="0" smtClean="0">
                <a:solidFill>
                  <a:srgbClr val="FF0000"/>
                </a:solidFill>
                <a:latin typeface="Times New Roman" panose="02020603050405020304" pitchFamily="18" charset="0"/>
                <a:ea typeface="Droid Sans Fallback"/>
                <a:cs typeface="+mj-cs"/>
              </a:rPr>
              <a:t>EXT3</a:t>
            </a:r>
            <a:endParaRPr lang="fr-FR" sz="3600" b="1" dirty="0">
              <a:solidFill>
                <a:srgbClr val="FF0000"/>
              </a:solidFill>
              <a:cs typeface="+mj-cs"/>
            </a:endParaRPr>
          </a:p>
        </p:txBody>
      </p:sp>
    </p:spTree>
    <p:extLst>
      <p:ext uri="{BB962C8B-B14F-4D97-AF65-F5344CB8AC3E}">
        <p14:creationId xmlns:p14="http://schemas.microsoft.com/office/powerpoint/2010/main" val="230298759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p:cTn id="23"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4"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5"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6" dur="750"/>
                                        <p:tgtEl>
                                          <p:spTgt spid="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33"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4" dur="75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p:cTn id="39"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40"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41"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2" dur="75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p:cTn id="47" dur="750" fill="hold"/>
                                        <p:tgtEl>
                                          <p:spTgt spid="3">
                                            <p:txEl>
                                              <p:pRg st="3" end="3"/>
                                            </p:txEl>
                                          </p:spTgt>
                                        </p:tgtEl>
                                        <p:attrNameLst>
                                          <p:attrName>ppt_w</p:attrName>
                                        </p:attrNameLst>
                                      </p:cBhvr>
                                      <p:tavLst>
                                        <p:tav tm="0">
                                          <p:val>
                                            <p:fltVal val="0"/>
                                          </p:val>
                                        </p:tav>
                                        <p:tav tm="100000">
                                          <p:val>
                                            <p:strVal val="#ppt_w"/>
                                          </p:val>
                                        </p:tav>
                                      </p:tavLst>
                                    </p:anim>
                                    <p:anim calcmode="lin" valueType="num">
                                      <p:cBhvr>
                                        <p:cTn id="48" dur="750" fill="hold"/>
                                        <p:tgtEl>
                                          <p:spTgt spid="3">
                                            <p:txEl>
                                              <p:pRg st="3" end="3"/>
                                            </p:txEl>
                                          </p:spTgt>
                                        </p:tgtEl>
                                        <p:attrNameLst>
                                          <p:attrName>ppt_h</p:attrName>
                                        </p:attrNameLst>
                                      </p:cBhvr>
                                      <p:tavLst>
                                        <p:tav tm="0">
                                          <p:val>
                                            <p:fltVal val="0"/>
                                          </p:val>
                                        </p:tav>
                                        <p:tav tm="100000">
                                          <p:val>
                                            <p:strVal val="#ppt_h"/>
                                          </p:val>
                                        </p:tav>
                                      </p:tavLst>
                                    </p:anim>
                                    <p:anim calcmode="lin" valueType="num">
                                      <p:cBhvr>
                                        <p:cTn id="49" dur="75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0" dur="75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p:cTn id="55" dur="750" fill="hold"/>
                                        <p:tgtEl>
                                          <p:spTgt spid="3">
                                            <p:txEl>
                                              <p:pRg st="4" end="4"/>
                                            </p:txEl>
                                          </p:spTgt>
                                        </p:tgtEl>
                                        <p:attrNameLst>
                                          <p:attrName>ppt_w</p:attrName>
                                        </p:attrNameLst>
                                      </p:cBhvr>
                                      <p:tavLst>
                                        <p:tav tm="0">
                                          <p:val>
                                            <p:fltVal val="0"/>
                                          </p:val>
                                        </p:tav>
                                        <p:tav tm="100000">
                                          <p:val>
                                            <p:strVal val="#ppt_w"/>
                                          </p:val>
                                        </p:tav>
                                      </p:tavLst>
                                    </p:anim>
                                    <p:anim calcmode="lin" valueType="num">
                                      <p:cBhvr>
                                        <p:cTn id="56" dur="750" fill="hold"/>
                                        <p:tgtEl>
                                          <p:spTgt spid="3">
                                            <p:txEl>
                                              <p:pRg st="4" end="4"/>
                                            </p:txEl>
                                          </p:spTgt>
                                        </p:tgtEl>
                                        <p:attrNameLst>
                                          <p:attrName>ppt_h</p:attrName>
                                        </p:attrNameLst>
                                      </p:cBhvr>
                                      <p:tavLst>
                                        <p:tav tm="0">
                                          <p:val>
                                            <p:fltVal val="0"/>
                                          </p:val>
                                        </p:tav>
                                        <p:tav tm="100000">
                                          <p:val>
                                            <p:strVal val="#ppt_h"/>
                                          </p:val>
                                        </p:tav>
                                      </p:tavLst>
                                    </p:anim>
                                    <p:anim calcmode="lin" valueType="num">
                                      <p:cBhvr>
                                        <p:cTn id="57" dur="75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8" dur="750"/>
                                        <p:tgtEl>
                                          <p:spTgt spid="3">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p:cTn id="63" dur="1000" fill="hold"/>
                                        <p:tgtEl>
                                          <p:spTgt spid="5"/>
                                        </p:tgtEl>
                                        <p:attrNameLst>
                                          <p:attrName>ppt_w</p:attrName>
                                        </p:attrNameLst>
                                      </p:cBhvr>
                                      <p:tavLst>
                                        <p:tav tm="0">
                                          <p:val>
                                            <p:fltVal val="0"/>
                                          </p:val>
                                        </p:tav>
                                        <p:tav tm="100000">
                                          <p:val>
                                            <p:strVal val="#ppt_w"/>
                                          </p:val>
                                        </p:tav>
                                      </p:tavLst>
                                    </p:anim>
                                    <p:anim calcmode="lin" valueType="num">
                                      <p:cBhvr>
                                        <p:cTn id="64" dur="1000" fill="hold"/>
                                        <p:tgtEl>
                                          <p:spTgt spid="5"/>
                                        </p:tgtEl>
                                        <p:attrNameLst>
                                          <p:attrName>ppt_h</p:attrName>
                                        </p:attrNameLst>
                                      </p:cBhvr>
                                      <p:tavLst>
                                        <p:tav tm="0">
                                          <p:val>
                                            <p:fltVal val="0"/>
                                          </p:val>
                                        </p:tav>
                                        <p:tav tm="100000">
                                          <p:val>
                                            <p:strVal val="#ppt_h"/>
                                          </p:val>
                                        </p:tav>
                                      </p:tavLst>
                                    </p:anim>
                                    <p:anim calcmode="lin" valueType="num">
                                      <p:cBhvr>
                                        <p:cTn id="65" dur="1000" fill="hold"/>
                                        <p:tgtEl>
                                          <p:spTgt spid="5"/>
                                        </p:tgtEl>
                                        <p:attrNameLst>
                                          <p:attrName>style.rotation</p:attrName>
                                        </p:attrNameLst>
                                      </p:cBhvr>
                                      <p:tavLst>
                                        <p:tav tm="0">
                                          <p:val>
                                            <p:fltVal val="90"/>
                                          </p:val>
                                        </p:tav>
                                        <p:tav tm="100000">
                                          <p:val>
                                            <p:fltVal val="0"/>
                                          </p:val>
                                        </p:tav>
                                      </p:tavLst>
                                    </p:anim>
                                    <p:animEffect transition="in" filter="fade">
                                      <p:cBhvr>
                                        <p:cTn id="66" dur="1000"/>
                                        <p:tgtEl>
                                          <p:spTgt spid="5"/>
                                        </p:tgtEl>
                                      </p:cBhvr>
                                    </p:animEffect>
                                  </p:childTnLst>
                                </p:cTn>
                              </p:par>
                            </p:childTnLst>
                          </p:cTn>
                        </p:par>
                      </p:childTnLst>
                    </p:cTn>
                  </p:par>
                  <p:par>
                    <p:cTn id="67" fill="hold">
                      <p:stCondLst>
                        <p:cond delay="indefinite"/>
                      </p:stCondLst>
                      <p:childTnLst>
                        <p:par>
                          <p:cTn id="68" fill="hold">
                            <p:stCondLst>
                              <p:cond delay="0"/>
                            </p:stCondLst>
                            <p:childTnLst>
                              <p:par>
                                <p:cTn id="69" presetID="31" presetClass="entr" presetSubtype="0" fill="hold" grpId="0" nodeType="click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p:cTn id="71" dur="1000" fill="hold"/>
                                        <p:tgtEl>
                                          <p:spTgt spid="6"/>
                                        </p:tgtEl>
                                        <p:attrNameLst>
                                          <p:attrName>ppt_w</p:attrName>
                                        </p:attrNameLst>
                                      </p:cBhvr>
                                      <p:tavLst>
                                        <p:tav tm="0">
                                          <p:val>
                                            <p:fltVal val="0"/>
                                          </p:val>
                                        </p:tav>
                                        <p:tav tm="100000">
                                          <p:val>
                                            <p:strVal val="#ppt_w"/>
                                          </p:val>
                                        </p:tav>
                                      </p:tavLst>
                                    </p:anim>
                                    <p:anim calcmode="lin" valueType="num">
                                      <p:cBhvr>
                                        <p:cTn id="72" dur="1000" fill="hold"/>
                                        <p:tgtEl>
                                          <p:spTgt spid="6"/>
                                        </p:tgtEl>
                                        <p:attrNameLst>
                                          <p:attrName>ppt_h</p:attrName>
                                        </p:attrNameLst>
                                      </p:cBhvr>
                                      <p:tavLst>
                                        <p:tav tm="0">
                                          <p:val>
                                            <p:fltVal val="0"/>
                                          </p:val>
                                        </p:tav>
                                        <p:tav tm="100000">
                                          <p:val>
                                            <p:strVal val="#ppt_h"/>
                                          </p:val>
                                        </p:tav>
                                      </p:tavLst>
                                    </p:anim>
                                    <p:anim calcmode="lin" valueType="num">
                                      <p:cBhvr>
                                        <p:cTn id="73" dur="1000" fill="hold"/>
                                        <p:tgtEl>
                                          <p:spTgt spid="6"/>
                                        </p:tgtEl>
                                        <p:attrNameLst>
                                          <p:attrName>style.rotation</p:attrName>
                                        </p:attrNameLst>
                                      </p:cBhvr>
                                      <p:tavLst>
                                        <p:tav tm="0">
                                          <p:val>
                                            <p:fltVal val="90"/>
                                          </p:val>
                                        </p:tav>
                                        <p:tav tm="100000">
                                          <p:val>
                                            <p:fltVal val="0"/>
                                          </p:val>
                                        </p:tav>
                                      </p:tavLst>
                                    </p:anim>
                                    <p:animEffect transition="in" filter="fade">
                                      <p:cBhvr>
                                        <p:cTn id="74"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mj-cs"/>
              </a:rPr>
              <a:t> </a:t>
            </a:r>
            <a:r>
              <a:rPr lang="ar-SA" b="1" dirty="0" smtClean="0">
                <a:solidFill>
                  <a:srgbClr val="00B050"/>
                </a:solidFill>
                <a:cs typeface="+mj-cs"/>
              </a:rPr>
              <a:t>الــوضــعــــيـــة </a:t>
            </a:r>
            <a:r>
              <a:rPr lang="ar-SA" b="1" dirty="0" err="1" smtClean="0">
                <a:solidFill>
                  <a:srgbClr val="00B050"/>
                </a:solidFill>
                <a:cs typeface="+mj-cs"/>
              </a:rPr>
              <a:t>الإدمــــاجـــيــــة</a:t>
            </a:r>
            <a:r>
              <a:rPr lang="ar-DZ" b="1" dirty="0" smtClean="0">
                <a:solidFill>
                  <a:srgbClr val="00B050"/>
                </a:solidFill>
                <a:cs typeface="+mj-cs"/>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lvl="0" indent="0" algn="just" rtl="1">
              <a:lnSpc>
                <a:spcPct val="150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mj-cs"/>
              </a:rPr>
              <a:t>.....................................................................</a:t>
            </a: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smtClean="0">
              <a:solidFill>
                <a:srgbClr val="002060"/>
              </a:solidFill>
              <a:latin typeface="Times New Roman" panose="02020603050405020304" pitchFamily="18" charset="0"/>
              <a:ea typeface="Times New Roman" panose="02020603050405020304" pitchFamily="18" charset="0"/>
              <a:cs typeface="+mj-cs"/>
            </a:endParaRPr>
          </a:p>
          <a:p>
            <a:pPr marL="0" indent="0" algn="just" rtl="1">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Rectangle 4"/>
          <p:cNvSpPr/>
          <p:nvPr/>
        </p:nvSpPr>
        <p:spPr>
          <a:xfrm>
            <a:off x="884128" y="1412776"/>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cs typeface="Times New Roman" panose="02020603050405020304" pitchFamily="18" charset="0"/>
              </a:rPr>
              <a:t>اخــتــفــاء الـتـجــزئــتــيــن الـثـانــيـة و الـرابــعــة رَاجِــعٌ إلـى</a:t>
            </a:r>
            <a:endParaRPr lang="fr-FR" sz="3600" b="1" dirty="0">
              <a:solidFill>
                <a:srgbClr val="0070C0"/>
              </a:solidFill>
              <a:cs typeface="+mj-cs"/>
            </a:endParaRPr>
          </a:p>
        </p:txBody>
      </p:sp>
      <p:sp>
        <p:nvSpPr>
          <p:cNvPr id="6" name="Rectangle 5"/>
          <p:cNvSpPr/>
          <p:nvPr/>
        </p:nvSpPr>
        <p:spPr>
          <a:xfrm>
            <a:off x="897776" y="2419199"/>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FF0000"/>
                </a:solidFill>
                <a:cs typeface="Times New Roman" panose="02020603050405020304" pitchFamily="18" charset="0"/>
              </a:rPr>
              <a:t>اســتــعـــمــال نِــظَــامَـيْ </a:t>
            </a:r>
            <a:r>
              <a:rPr lang="ar-DZ" sz="4000" b="1" dirty="0" smtClean="0">
                <a:solidFill>
                  <a:srgbClr val="FF0000"/>
                </a:solidFill>
                <a:cs typeface="+mj-cs"/>
              </a:rPr>
              <a:t>الـمــلــفــات : </a:t>
            </a:r>
            <a:r>
              <a:rPr lang="en-US" sz="4000" b="1" dirty="0">
                <a:solidFill>
                  <a:srgbClr val="FF0000"/>
                </a:solidFill>
                <a:latin typeface="Times New Roman" panose="02020603050405020304" pitchFamily="18" charset="0"/>
                <a:ea typeface="Times New Roman" panose="02020603050405020304" pitchFamily="18" charset="0"/>
                <a:cs typeface="+mj-cs"/>
              </a:rPr>
              <a:t>EXT </a:t>
            </a:r>
            <a:r>
              <a:rPr lang="en-US" sz="4000" b="1" dirty="0" smtClean="0">
                <a:solidFill>
                  <a:srgbClr val="FF0000"/>
                </a:solidFill>
                <a:latin typeface="Times New Roman" panose="02020603050405020304" pitchFamily="18" charset="0"/>
                <a:ea typeface="Times New Roman" panose="02020603050405020304" pitchFamily="18" charset="0"/>
                <a:cs typeface="+mj-cs"/>
              </a:rPr>
              <a:t>2</a:t>
            </a:r>
            <a:r>
              <a:rPr lang="ar-DZ" sz="4000" b="1" dirty="0" smtClean="0">
                <a:solidFill>
                  <a:srgbClr val="FF0000"/>
                </a:solidFill>
                <a:latin typeface="Times New Roman" panose="02020603050405020304" pitchFamily="18" charset="0"/>
                <a:ea typeface="Times New Roman" panose="02020603050405020304" pitchFamily="18" charset="0"/>
                <a:cs typeface="+mj-cs"/>
              </a:rPr>
              <a:t> و </a:t>
            </a:r>
            <a:r>
              <a:rPr lang="en-US" sz="4000" b="1" dirty="0">
                <a:solidFill>
                  <a:srgbClr val="FF0000"/>
                </a:solidFill>
                <a:latin typeface="Times New Roman" panose="02020603050405020304" pitchFamily="18" charset="0"/>
                <a:ea typeface="Droid Sans Fallback"/>
                <a:cs typeface="+mj-cs"/>
              </a:rPr>
              <a:t>EXT3</a:t>
            </a:r>
            <a:endParaRPr lang="fr-FR" sz="3600" b="1" dirty="0">
              <a:solidFill>
                <a:srgbClr val="FF0000"/>
              </a:solidFill>
              <a:cs typeface="+mj-cs"/>
            </a:endParaRPr>
          </a:p>
        </p:txBody>
      </p:sp>
      <p:sp>
        <p:nvSpPr>
          <p:cNvPr id="7" name="Rectangle 6"/>
          <p:cNvSpPr/>
          <p:nvPr/>
        </p:nvSpPr>
        <p:spPr>
          <a:xfrm>
            <a:off x="884128" y="3356992"/>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latin typeface="Times New Roman" panose="02020603050405020304" pitchFamily="18" charset="0"/>
                <a:ea typeface="Droid Sans Fallback"/>
                <a:cs typeface="Times New Roman" panose="02020603050405020304" pitchFamily="18" charset="0"/>
              </a:rPr>
              <a:t>للـوصــول إلى بــيــانــات الـتــجـــزئــة الــرابــعـــة</a:t>
            </a:r>
            <a:r>
              <a:rPr lang="ar-DZ" sz="4000" b="1" dirty="0">
                <a:solidFill>
                  <a:srgbClr val="0070C0"/>
                </a:solidFill>
                <a:cs typeface="Times New Roman" panose="02020603050405020304" pitchFamily="18" charset="0"/>
              </a:rPr>
              <a:t> لَابُــدَ مِـنْ</a:t>
            </a:r>
            <a:r>
              <a:rPr lang="ar-DZ" sz="4000" b="1" dirty="0">
                <a:solidFill>
                  <a:srgbClr val="0070C0"/>
                </a:solidFill>
                <a:latin typeface="Times New Roman" panose="02020603050405020304" pitchFamily="18" charset="0"/>
                <a:ea typeface="Droid Sans Fallback"/>
                <a:cs typeface="Times New Roman" panose="02020603050405020304" pitchFamily="18" charset="0"/>
              </a:rPr>
              <a:t> </a:t>
            </a:r>
            <a:endParaRPr lang="fr-FR" sz="4000" b="1" dirty="0">
              <a:solidFill>
                <a:srgbClr val="0070C0"/>
              </a:solidFill>
              <a:latin typeface="Times New Roman" panose="02020603050405020304" pitchFamily="18" charset="0"/>
            </a:endParaRPr>
          </a:p>
        </p:txBody>
      </p:sp>
    </p:spTree>
    <p:extLst>
      <p:ext uri="{BB962C8B-B14F-4D97-AF65-F5344CB8AC3E}">
        <p14:creationId xmlns:p14="http://schemas.microsoft.com/office/powerpoint/2010/main" val="283329328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p:cTn id="23"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4"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5"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6" dur="750"/>
                                        <p:tgtEl>
                                          <p:spTgt spid="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33"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4" dur="75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p:cTn id="39"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40"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41"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2" dur="75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p:cTn id="47" dur="750" fill="hold"/>
                                        <p:tgtEl>
                                          <p:spTgt spid="3">
                                            <p:txEl>
                                              <p:pRg st="3" end="3"/>
                                            </p:txEl>
                                          </p:spTgt>
                                        </p:tgtEl>
                                        <p:attrNameLst>
                                          <p:attrName>ppt_w</p:attrName>
                                        </p:attrNameLst>
                                      </p:cBhvr>
                                      <p:tavLst>
                                        <p:tav tm="0">
                                          <p:val>
                                            <p:fltVal val="0"/>
                                          </p:val>
                                        </p:tav>
                                        <p:tav tm="100000">
                                          <p:val>
                                            <p:strVal val="#ppt_w"/>
                                          </p:val>
                                        </p:tav>
                                      </p:tavLst>
                                    </p:anim>
                                    <p:anim calcmode="lin" valueType="num">
                                      <p:cBhvr>
                                        <p:cTn id="48" dur="750" fill="hold"/>
                                        <p:tgtEl>
                                          <p:spTgt spid="3">
                                            <p:txEl>
                                              <p:pRg st="3" end="3"/>
                                            </p:txEl>
                                          </p:spTgt>
                                        </p:tgtEl>
                                        <p:attrNameLst>
                                          <p:attrName>ppt_h</p:attrName>
                                        </p:attrNameLst>
                                      </p:cBhvr>
                                      <p:tavLst>
                                        <p:tav tm="0">
                                          <p:val>
                                            <p:fltVal val="0"/>
                                          </p:val>
                                        </p:tav>
                                        <p:tav tm="100000">
                                          <p:val>
                                            <p:strVal val="#ppt_h"/>
                                          </p:val>
                                        </p:tav>
                                      </p:tavLst>
                                    </p:anim>
                                    <p:anim calcmode="lin" valueType="num">
                                      <p:cBhvr>
                                        <p:cTn id="49" dur="75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0" dur="75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p:cTn id="55" dur="750" fill="hold"/>
                                        <p:tgtEl>
                                          <p:spTgt spid="3">
                                            <p:txEl>
                                              <p:pRg st="4" end="4"/>
                                            </p:txEl>
                                          </p:spTgt>
                                        </p:tgtEl>
                                        <p:attrNameLst>
                                          <p:attrName>ppt_w</p:attrName>
                                        </p:attrNameLst>
                                      </p:cBhvr>
                                      <p:tavLst>
                                        <p:tav tm="0">
                                          <p:val>
                                            <p:fltVal val="0"/>
                                          </p:val>
                                        </p:tav>
                                        <p:tav tm="100000">
                                          <p:val>
                                            <p:strVal val="#ppt_w"/>
                                          </p:val>
                                        </p:tav>
                                      </p:tavLst>
                                    </p:anim>
                                    <p:anim calcmode="lin" valueType="num">
                                      <p:cBhvr>
                                        <p:cTn id="56" dur="750" fill="hold"/>
                                        <p:tgtEl>
                                          <p:spTgt spid="3">
                                            <p:txEl>
                                              <p:pRg st="4" end="4"/>
                                            </p:txEl>
                                          </p:spTgt>
                                        </p:tgtEl>
                                        <p:attrNameLst>
                                          <p:attrName>ppt_h</p:attrName>
                                        </p:attrNameLst>
                                      </p:cBhvr>
                                      <p:tavLst>
                                        <p:tav tm="0">
                                          <p:val>
                                            <p:fltVal val="0"/>
                                          </p:val>
                                        </p:tav>
                                        <p:tav tm="100000">
                                          <p:val>
                                            <p:strVal val="#ppt_h"/>
                                          </p:val>
                                        </p:tav>
                                      </p:tavLst>
                                    </p:anim>
                                    <p:anim calcmode="lin" valueType="num">
                                      <p:cBhvr>
                                        <p:cTn id="57" dur="75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8" dur="750"/>
                                        <p:tgtEl>
                                          <p:spTgt spid="3">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p:cTn id="63" dur="1000" fill="hold"/>
                                        <p:tgtEl>
                                          <p:spTgt spid="5"/>
                                        </p:tgtEl>
                                        <p:attrNameLst>
                                          <p:attrName>ppt_w</p:attrName>
                                        </p:attrNameLst>
                                      </p:cBhvr>
                                      <p:tavLst>
                                        <p:tav tm="0">
                                          <p:val>
                                            <p:fltVal val="0"/>
                                          </p:val>
                                        </p:tav>
                                        <p:tav tm="100000">
                                          <p:val>
                                            <p:strVal val="#ppt_w"/>
                                          </p:val>
                                        </p:tav>
                                      </p:tavLst>
                                    </p:anim>
                                    <p:anim calcmode="lin" valueType="num">
                                      <p:cBhvr>
                                        <p:cTn id="64" dur="1000" fill="hold"/>
                                        <p:tgtEl>
                                          <p:spTgt spid="5"/>
                                        </p:tgtEl>
                                        <p:attrNameLst>
                                          <p:attrName>ppt_h</p:attrName>
                                        </p:attrNameLst>
                                      </p:cBhvr>
                                      <p:tavLst>
                                        <p:tav tm="0">
                                          <p:val>
                                            <p:fltVal val="0"/>
                                          </p:val>
                                        </p:tav>
                                        <p:tav tm="100000">
                                          <p:val>
                                            <p:strVal val="#ppt_h"/>
                                          </p:val>
                                        </p:tav>
                                      </p:tavLst>
                                    </p:anim>
                                    <p:anim calcmode="lin" valueType="num">
                                      <p:cBhvr>
                                        <p:cTn id="65" dur="1000" fill="hold"/>
                                        <p:tgtEl>
                                          <p:spTgt spid="5"/>
                                        </p:tgtEl>
                                        <p:attrNameLst>
                                          <p:attrName>style.rotation</p:attrName>
                                        </p:attrNameLst>
                                      </p:cBhvr>
                                      <p:tavLst>
                                        <p:tav tm="0">
                                          <p:val>
                                            <p:fltVal val="90"/>
                                          </p:val>
                                        </p:tav>
                                        <p:tav tm="100000">
                                          <p:val>
                                            <p:fltVal val="0"/>
                                          </p:val>
                                        </p:tav>
                                      </p:tavLst>
                                    </p:anim>
                                    <p:animEffect transition="in" filter="fade">
                                      <p:cBhvr>
                                        <p:cTn id="66" dur="1000"/>
                                        <p:tgtEl>
                                          <p:spTgt spid="5"/>
                                        </p:tgtEl>
                                      </p:cBhvr>
                                    </p:animEffect>
                                  </p:childTnLst>
                                </p:cTn>
                              </p:par>
                            </p:childTnLst>
                          </p:cTn>
                        </p:par>
                      </p:childTnLst>
                    </p:cTn>
                  </p:par>
                  <p:par>
                    <p:cTn id="67" fill="hold">
                      <p:stCondLst>
                        <p:cond delay="indefinite"/>
                      </p:stCondLst>
                      <p:childTnLst>
                        <p:par>
                          <p:cTn id="68" fill="hold">
                            <p:stCondLst>
                              <p:cond delay="0"/>
                            </p:stCondLst>
                            <p:childTnLst>
                              <p:par>
                                <p:cTn id="69" presetID="31" presetClass="entr" presetSubtype="0" fill="hold" grpId="0" nodeType="click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p:cTn id="71" dur="1000" fill="hold"/>
                                        <p:tgtEl>
                                          <p:spTgt spid="6"/>
                                        </p:tgtEl>
                                        <p:attrNameLst>
                                          <p:attrName>ppt_w</p:attrName>
                                        </p:attrNameLst>
                                      </p:cBhvr>
                                      <p:tavLst>
                                        <p:tav tm="0">
                                          <p:val>
                                            <p:fltVal val="0"/>
                                          </p:val>
                                        </p:tav>
                                        <p:tav tm="100000">
                                          <p:val>
                                            <p:strVal val="#ppt_w"/>
                                          </p:val>
                                        </p:tav>
                                      </p:tavLst>
                                    </p:anim>
                                    <p:anim calcmode="lin" valueType="num">
                                      <p:cBhvr>
                                        <p:cTn id="72" dur="1000" fill="hold"/>
                                        <p:tgtEl>
                                          <p:spTgt spid="6"/>
                                        </p:tgtEl>
                                        <p:attrNameLst>
                                          <p:attrName>ppt_h</p:attrName>
                                        </p:attrNameLst>
                                      </p:cBhvr>
                                      <p:tavLst>
                                        <p:tav tm="0">
                                          <p:val>
                                            <p:fltVal val="0"/>
                                          </p:val>
                                        </p:tav>
                                        <p:tav tm="100000">
                                          <p:val>
                                            <p:strVal val="#ppt_h"/>
                                          </p:val>
                                        </p:tav>
                                      </p:tavLst>
                                    </p:anim>
                                    <p:anim calcmode="lin" valueType="num">
                                      <p:cBhvr>
                                        <p:cTn id="73" dur="1000" fill="hold"/>
                                        <p:tgtEl>
                                          <p:spTgt spid="6"/>
                                        </p:tgtEl>
                                        <p:attrNameLst>
                                          <p:attrName>style.rotation</p:attrName>
                                        </p:attrNameLst>
                                      </p:cBhvr>
                                      <p:tavLst>
                                        <p:tav tm="0">
                                          <p:val>
                                            <p:fltVal val="90"/>
                                          </p:val>
                                        </p:tav>
                                        <p:tav tm="100000">
                                          <p:val>
                                            <p:fltVal val="0"/>
                                          </p:val>
                                        </p:tav>
                                      </p:tavLst>
                                    </p:anim>
                                    <p:animEffect transition="in" filter="fade">
                                      <p:cBhvr>
                                        <p:cTn id="74" dur="1000"/>
                                        <p:tgtEl>
                                          <p:spTgt spid="6"/>
                                        </p:tgtEl>
                                      </p:cBhvr>
                                    </p:animEffect>
                                  </p:childTnLst>
                                </p:cTn>
                              </p:par>
                            </p:childTnLst>
                          </p:cTn>
                        </p:par>
                      </p:childTnLst>
                    </p:cTn>
                  </p:par>
                  <p:par>
                    <p:cTn id="75" fill="hold">
                      <p:stCondLst>
                        <p:cond delay="indefinite"/>
                      </p:stCondLst>
                      <p:childTnLst>
                        <p:par>
                          <p:cTn id="76" fill="hold">
                            <p:stCondLst>
                              <p:cond delay="0"/>
                            </p:stCondLst>
                            <p:childTnLst>
                              <p:par>
                                <p:cTn id="77" presetID="31" presetClass="entr" presetSubtype="0" fill="hold" grpId="0" nodeType="clickEffect">
                                  <p:stCondLst>
                                    <p:cond delay="0"/>
                                  </p:stCondLst>
                                  <p:childTnLst>
                                    <p:set>
                                      <p:cBhvr>
                                        <p:cTn id="78" dur="1" fill="hold">
                                          <p:stCondLst>
                                            <p:cond delay="0"/>
                                          </p:stCondLst>
                                        </p:cTn>
                                        <p:tgtEl>
                                          <p:spTgt spid="7"/>
                                        </p:tgtEl>
                                        <p:attrNameLst>
                                          <p:attrName>style.visibility</p:attrName>
                                        </p:attrNameLst>
                                      </p:cBhvr>
                                      <p:to>
                                        <p:strVal val="visible"/>
                                      </p:to>
                                    </p:set>
                                    <p:anim calcmode="lin" valueType="num">
                                      <p:cBhvr>
                                        <p:cTn id="79" dur="1000" fill="hold"/>
                                        <p:tgtEl>
                                          <p:spTgt spid="7"/>
                                        </p:tgtEl>
                                        <p:attrNameLst>
                                          <p:attrName>ppt_w</p:attrName>
                                        </p:attrNameLst>
                                      </p:cBhvr>
                                      <p:tavLst>
                                        <p:tav tm="0">
                                          <p:val>
                                            <p:fltVal val="0"/>
                                          </p:val>
                                        </p:tav>
                                        <p:tav tm="100000">
                                          <p:val>
                                            <p:strVal val="#ppt_w"/>
                                          </p:val>
                                        </p:tav>
                                      </p:tavLst>
                                    </p:anim>
                                    <p:anim calcmode="lin" valueType="num">
                                      <p:cBhvr>
                                        <p:cTn id="80" dur="1000" fill="hold"/>
                                        <p:tgtEl>
                                          <p:spTgt spid="7"/>
                                        </p:tgtEl>
                                        <p:attrNameLst>
                                          <p:attrName>ppt_h</p:attrName>
                                        </p:attrNameLst>
                                      </p:cBhvr>
                                      <p:tavLst>
                                        <p:tav tm="0">
                                          <p:val>
                                            <p:fltVal val="0"/>
                                          </p:val>
                                        </p:tav>
                                        <p:tav tm="100000">
                                          <p:val>
                                            <p:strVal val="#ppt_h"/>
                                          </p:val>
                                        </p:tav>
                                      </p:tavLst>
                                    </p:anim>
                                    <p:anim calcmode="lin" valueType="num">
                                      <p:cBhvr>
                                        <p:cTn id="81" dur="1000" fill="hold"/>
                                        <p:tgtEl>
                                          <p:spTgt spid="7"/>
                                        </p:tgtEl>
                                        <p:attrNameLst>
                                          <p:attrName>style.rotation</p:attrName>
                                        </p:attrNameLst>
                                      </p:cBhvr>
                                      <p:tavLst>
                                        <p:tav tm="0">
                                          <p:val>
                                            <p:fltVal val="90"/>
                                          </p:val>
                                        </p:tav>
                                        <p:tav tm="100000">
                                          <p:val>
                                            <p:fltVal val="0"/>
                                          </p:val>
                                        </p:tav>
                                      </p:tavLst>
                                    </p:anim>
                                    <p:animEffect transition="in" filter="fade">
                                      <p:cBhvr>
                                        <p:cTn id="8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7"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mj-cs"/>
              </a:rPr>
              <a:t> </a:t>
            </a:r>
            <a:r>
              <a:rPr lang="ar-SA" b="1" dirty="0" smtClean="0">
                <a:solidFill>
                  <a:srgbClr val="00B050"/>
                </a:solidFill>
                <a:cs typeface="+mj-cs"/>
              </a:rPr>
              <a:t>الــوضــعــــيـــة </a:t>
            </a:r>
            <a:r>
              <a:rPr lang="ar-SA" b="1" dirty="0" err="1" smtClean="0">
                <a:solidFill>
                  <a:srgbClr val="00B050"/>
                </a:solidFill>
                <a:cs typeface="+mj-cs"/>
              </a:rPr>
              <a:t>الإدمــــاجـــيــــة</a:t>
            </a:r>
            <a:r>
              <a:rPr lang="ar-DZ" b="1" dirty="0" smtClean="0">
                <a:solidFill>
                  <a:srgbClr val="00B050"/>
                </a:solidFill>
                <a:cs typeface="+mj-cs"/>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lvl="0" indent="0" algn="just" rtl="1">
              <a:lnSpc>
                <a:spcPct val="150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mj-cs"/>
              </a:rPr>
              <a:t>.....................................................................</a:t>
            </a: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smtClean="0">
              <a:solidFill>
                <a:srgbClr val="002060"/>
              </a:solidFill>
              <a:latin typeface="Times New Roman" panose="02020603050405020304" pitchFamily="18" charset="0"/>
              <a:ea typeface="Times New Roman" panose="02020603050405020304" pitchFamily="18" charset="0"/>
              <a:cs typeface="+mj-cs"/>
            </a:endParaRPr>
          </a:p>
          <a:p>
            <a:pPr marL="0" indent="0" algn="just" rtl="1">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Rectangle 4"/>
          <p:cNvSpPr/>
          <p:nvPr/>
        </p:nvSpPr>
        <p:spPr>
          <a:xfrm>
            <a:off x="884128" y="1412776"/>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cs typeface="Times New Roman" panose="02020603050405020304" pitchFamily="18" charset="0"/>
              </a:rPr>
              <a:t>اخــتــفــاء الـتـجــزئــتــيــن الـثـانــيـة و الـرابــعــة رَاجِــعٌ إلـى</a:t>
            </a:r>
            <a:endParaRPr lang="fr-FR" sz="3600" b="1" dirty="0">
              <a:solidFill>
                <a:srgbClr val="0070C0"/>
              </a:solidFill>
              <a:cs typeface="+mj-cs"/>
            </a:endParaRPr>
          </a:p>
        </p:txBody>
      </p:sp>
      <p:sp>
        <p:nvSpPr>
          <p:cNvPr id="6" name="Rectangle 5"/>
          <p:cNvSpPr/>
          <p:nvPr/>
        </p:nvSpPr>
        <p:spPr>
          <a:xfrm>
            <a:off x="897776" y="2419199"/>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FF0000"/>
                </a:solidFill>
                <a:cs typeface="Times New Roman" panose="02020603050405020304" pitchFamily="18" charset="0"/>
              </a:rPr>
              <a:t>اســتــعـــمــال نِــظَــامَـيْ </a:t>
            </a:r>
            <a:r>
              <a:rPr lang="ar-DZ" sz="4000" b="1" dirty="0" smtClean="0">
                <a:solidFill>
                  <a:srgbClr val="FF0000"/>
                </a:solidFill>
                <a:cs typeface="+mj-cs"/>
              </a:rPr>
              <a:t>الـمــلــفــات : </a:t>
            </a:r>
            <a:r>
              <a:rPr lang="en-US" sz="4000" b="1" dirty="0">
                <a:solidFill>
                  <a:srgbClr val="FF0000"/>
                </a:solidFill>
                <a:latin typeface="Times New Roman" panose="02020603050405020304" pitchFamily="18" charset="0"/>
                <a:ea typeface="Times New Roman" panose="02020603050405020304" pitchFamily="18" charset="0"/>
                <a:cs typeface="+mj-cs"/>
              </a:rPr>
              <a:t>EXT </a:t>
            </a:r>
            <a:r>
              <a:rPr lang="en-US" sz="4000" b="1" dirty="0" smtClean="0">
                <a:solidFill>
                  <a:srgbClr val="FF0000"/>
                </a:solidFill>
                <a:latin typeface="Times New Roman" panose="02020603050405020304" pitchFamily="18" charset="0"/>
                <a:ea typeface="Times New Roman" panose="02020603050405020304" pitchFamily="18" charset="0"/>
                <a:cs typeface="+mj-cs"/>
              </a:rPr>
              <a:t>2</a:t>
            </a:r>
            <a:r>
              <a:rPr lang="ar-DZ" sz="4000" b="1" dirty="0" smtClean="0">
                <a:solidFill>
                  <a:srgbClr val="FF0000"/>
                </a:solidFill>
                <a:latin typeface="Times New Roman" panose="02020603050405020304" pitchFamily="18" charset="0"/>
                <a:ea typeface="Times New Roman" panose="02020603050405020304" pitchFamily="18" charset="0"/>
                <a:cs typeface="+mj-cs"/>
              </a:rPr>
              <a:t> و </a:t>
            </a:r>
            <a:r>
              <a:rPr lang="en-US" sz="4000" b="1" dirty="0">
                <a:solidFill>
                  <a:srgbClr val="FF0000"/>
                </a:solidFill>
                <a:latin typeface="Times New Roman" panose="02020603050405020304" pitchFamily="18" charset="0"/>
                <a:ea typeface="Droid Sans Fallback"/>
                <a:cs typeface="+mj-cs"/>
              </a:rPr>
              <a:t>EXT3</a:t>
            </a:r>
            <a:endParaRPr lang="fr-FR" sz="3600" b="1" dirty="0">
              <a:solidFill>
                <a:srgbClr val="FF0000"/>
              </a:solidFill>
              <a:cs typeface="+mj-cs"/>
            </a:endParaRPr>
          </a:p>
        </p:txBody>
      </p:sp>
      <p:sp>
        <p:nvSpPr>
          <p:cNvPr id="7" name="Rectangle 6"/>
          <p:cNvSpPr/>
          <p:nvPr/>
        </p:nvSpPr>
        <p:spPr>
          <a:xfrm>
            <a:off x="884128" y="3356992"/>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latin typeface="Times New Roman" panose="02020603050405020304" pitchFamily="18" charset="0"/>
                <a:ea typeface="Droid Sans Fallback"/>
                <a:cs typeface="Times New Roman" panose="02020603050405020304" pitchFamily="18" charset="0"/>
              </a:rPr>
              <a:t>للـوصــول إلى بــيــانــات الـتــجـــزئــة الــرابــعـــة</a:t>
            </a:r>
            <a:r>
              <a:rPr lang="ar-DZ" sz="4000" b="1" dirty="0">
                <a:solidFill>
                  <a:srgbClr val="0070C0"/>
                </a:solidFill>
                <a:cs typeface="Times New Roman" panose="02020603050405020304" pitchFamily="18" charset="0"/>
              </a:rPr>
              <a:t> لَابُــدَ </a:t>
            </a:r>
            <a:r>
              <a:rPr lang="ar-DZ" sz="4000" b="1" dirty="0" smtClean="0">
                <a:solidFill>
                  <a:srgbClr val="0070C0"/>
                </a:solidFill>
                <a:cs typeface="Times New Roman" panose="02020603050405020304" pitchFamily="18" charset="0"/>
              </a:rPr>
              <a:t>مِـنْ</a:t>
            </a:r>
            <a:r>
              <a:rPr lang="ar-DZ" sz="4000" b="1" dirty="0" smtClean="0">
                <a:solidFill>
                  <a:srgbClr val="0070C0"/>
                </a:solidFill>
                <a:latin typeface="Times New Roman" panose="02020603050405020304" pitchFamily="18" charset="0"/>
                <a:ea typeface="Droid Sans Fallback"/>
                <a:cs typeface="Times New Roman" panose="02020603050405020304" pitchFamily="18" charset="0"/>
              </a:rPr>
              <a:t> </a:t>
            </a:r>
            <a:endParaRPr lang="fr-FR" sz="4000" b="1" dirty="0">
              <a:solidFill>
                <a:srgbClr val="0070C0"/>
              </a:solidFill>
              <a:latin typeface="Times New Roman" panose="02020603050405020304" pitchFamily="18" charset="0"/>
              <a:cs typeface="+mj-cs"/>
            </a:endParaRPr>
          </a:p>
        </p:txBody>
      </p:sp>
      <p:sp>
        <p:nvSpPr>
          <p:cNvPr id="8" name="Rectangle 7"/>
          <p:cNvSpPr/>
          <p:nvPr/>
        </p:nvSpPr>
        <p:spPr>
          <a:xfrm>
            <a:off x="884128" y="4363415"/>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إعــادة إقـــلاع الـحــاســوب واخــتــيــار</a:t>
            </a:r>
            <a:r>
              <a:rPr lang="ar-DZ" sz="3600" b="1" dirty="0">
                <a:solidFill>
                  <a:srgbClr val="FF0000"/>
                </a:solidFill>
              </a:rPr>
              <a:t> </a:t>
            </a:r>
            <a:r>
              <a:rPr lang="ar-DZ" sz="3600" b="1" dirty="0" smtClean="0">
                <a:solidFill>
                  <a:srgbClr val="FF0000"/>
                </a:solidFill>
              </a:rPr>
              <a:t>نــظــام </a:t>
            </a:r>
            <a:r>
              <a:rPr lang="ar-DZ" sz="3600" b="1" dirty="0">
                <a:solidFill>
                  <a:srgbClr val="FF0000"/>
                </a:solidFill>
              </a:rPr>
              <a:t>الــتــشــغـــيــل</a:t>
            </a:r>
            <a:r>
              <a:rPr lang="ar-DZ" sz="3600" b="1" dirty="0" smtClean="0">
                <a:solidFill>
                  <a:srgbClr val="FF0000"/>
                </a:solidFill>
              </a:rPr>
              <a:t> </a:t>
            </a:r>
            <a:endParaRPr lang="fr-FR" sz="3600" b="1" dirty="0">
              <a:solidFill>
                <a:srgbClr val="FF0000"/>
              </a:solidFill>
              <a:cs typeface="+mj-cs"/>
            </a:endParaRPr>
          </a:p>
        </p:txBody>
      </p:sp>
    </p:spTree>
    <p:extLst>
      <p:ext uri="{BB962C8B-B14F-4D97-AF65-F5344CB8AC3E}">
        <p14:creationId xmlns:p14="http://schemas.microsoft.com/office/powerpoint/2010/main" val="27861242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p:cTn id="23"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4"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5"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6" dur="750"/>
                                        <p:tgtEl>
                                          <p:spTgt spid="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33"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4" dur="75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p:cTn id="39"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40"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41"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2" dur="75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p:cTn id="47" dur="750" fill="hold"/>
                                        <p:tgtEl>
                                          <p:spTgt spid="3">
                                            <p:txEl>
                                              <p:pRg st="3" end="3"/>
                                            </p:txEl>
                                          </p:spTgt>
                                        </p:tgtEl>
                                        <p:attrNameLst>
                                          <p:attrName>ppt_w</p:attrName>
                                        </p:attrNameLst>
                                      </p:cBhvr>
                                      <p:tavLst>
                                        <p:tav tm="0">
                                          <p:val>
                                            <p:fltVal val="0"/>
                                          </p:val>
                                        </p:tav>
                                        <p:tav tm="100000">
                                          <p:val>
                                            <p:strVal val="#ppt_w"/>
                                          </p:val>
                                        </p:tav>
                                      </p:tavLst>
                                    </p:anim>
                                    <p:anim calcmode="lin" valueType="num">
                                      <p:cBhvr>
                                        <p:cTn id="48" dur="750" fill="hold"/>
                                        <p:tgtEl>
                                          <p:spTgt spid="3">
                                            <p:txEl>
                                              <p:pRg st="3" end="3"/>
                                            </p:txEl>
                                          </p:spTgt>
                                        </p:tgtEl>
                                        <p:attrNameLst>
                                          <p:attrName>ppt_h</p:attrName>
                                        </p:attrNameLst>
                                      </p:cBhvr>
                                      <p:tavLst>
                                        <p:tav tm="0">
                                          <p:val>
                                            <p:fltVal val="0"/>
                                          </p:val>
                                        </p:tav>
                                        <p:tav tm="100000">
                                          <p:val>
                                            <p:strVal val="#ppt_h"/>
                                          </p:val>
                                        </p:tav>
                                      </p:tavLst>
                                    </p:anim>
                                    <p:anim calcmode="lin" valueType="num">
                                      <p:cBhvr>
                                        <p:cTn id="49" dur="75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0" dur="75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p:cTn id="55" dur="750" fill="hold"/>
                                        <p:tgtEl>
                                          <p:spTgt spid="3">
                                            <p:txEl>
                                              <p:pRg st="4" end="4"/>
                                            </p:txEl>
                                          </p:spTgt>
                                        </p:tgtEl>
                                        <p:attrNameLst>
                                          <p:attrName>ppt_w</p:attrName>
                                        </p:attrNameLst>
                                      </p:cBhvr>
                                      <p:tavLst>
                                        <p:tav tm="0">
                                          <p:val>
                                            <p:fltVal val="0"/>
                                          </p:val>
                                        </p:tav>
                                        <p:tav tm="100000">
                                          <p:val>
                                            <p:strVal val="#ppt_w"/>
                                          </p:val>
                                        </p:tav>
                                      </p:tavLst>
                                    </p:anim>
                                    <p:anim calcmode="lin" valueType="num">
                                      <p:cBhvr>
                                        <p:cTn id="56" dur="750" fill="hold"/>
                                        <p:tgtEl>
                                          <p:spTgt spid="3">
                                            <p:txEl>
                                              <p:pRg st="4" end="4"/>
                                            </p:txEl>
                                          </p:spTgt>
                                        </p:tgtEl>
                                        <p:attrNameLst>
                                          <p:attrName>ppt_h</p:attrName>
                                        </p:attrNameLst>
                                      </p:cBhvr>
                                      <p:tavLst>
                                        <p:tav tm="0">
                                          <p:val>
                                            <p:fltVal val="0"/>
                                          </p:val>
                                        </p:tav>
                                        <p:tav tm="100000">
                                          <p:val>
                                            <p:strVal val="#ppt_h"/>
                                          </p:val>
                                        </p:tav>
                                      </p:tavLst>
                                    </p:anim>
                                    <p:anim calcmode="lin" valueType="num">
                                      <p:cBhvr>
                                        <p:cTn id="57" dur="75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8" dur="750"/>
                                        <p:tgtEl>
                                          <p:spTgt spid="3">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p:cTn id="63" dur="1000" fill="hold"/>
                                        <p:tgtEl>
                                          <p:spTgt spid="5"/>
                                        </p:tgtEl>
                                        <p:attrNameLst>
                                          <p:attrName>ppt_w</p:attrName>
                                        </p:attrNameLst>
                                      </p:cBhvr>
                                      <p:tavLst>
                                        <p:tav tm="0">
                                          <p:val>
                                            <p:fltVal val="0"/>
                                          </p:val>
                                        </p:tav>
                                        <p:tav tm="100000">
                                          <p:val>
                                            <p:strVal val="#ppt_w"/>
                                          </p:val>
                                        </p:tav>
                                      </p:tavLst>
                                    </p:anim>
                                    <p:anim calcmode="lin" valueType="num">
                                      <p:cBhvr>
                                        <p:cTn id="64" dur="1000" fill="hold"/>
                                        <p:tgtEl>
                                          <p:spTgt spid="5"/>
                                        </p:tgtEl>
                                        <p:attrNameLst>
                                          <p:attrName>ppt_h</p:attrName>
                                        </p:attrNameLst>
                                      </p:cBhvr>
                                      <p:tavLst>
                                        <p:tav tm="0">
                                          <p:val>
                                            <p:fltVal val="0"/>
                                          </p:val>
                                        </p:tav>
                                        <p:tav tm="100000">
                                          <p:val>
                                            <p:strVal val="#ppt_h"/>
                                          </p:val>
                                        </p:tav>
                                      </p:tavLst>
                                    </p:anim>
                                    <p:anim calcmode="lin" valueType="num">
                                      <p:cBhvr>
                                        <p:cTn id="65" dur="1000" fill="hold"/>
                                        <p:tgtEl>
                                          <p:spTgt spid="5"/>
                                        </p:tgtEl>
                                        <p:attrNameLst>
                                          <p:attrName>style.rotation</p:attrName>
                                        </p:attrNameLst>
                                      </p:cBhvr>
                                      <p:tavLst>
                                        <p:tav tm="0">
                                          <p:val>
                                            <p:fltVal val="90"/>
                                          </p:val>
                                        </p:tav>
                                        <p:tav tm="100000">
                                          <p:val>
                                            <p:fltVal val="0"/>
                                          </p:val>
                                        </p:tav>
                                      </p:tavLst>
                                    </p:anim>
                                    <p:animEffect transition="in" filter="fade">
                                      <p:cBhvr>
                                        <p:cTn id="66" dur="1000"/>
                                        <p:tgtEl>
                                          <p:spTgt spid="5"/>
                                        </p:tgtEl>
                                      </p:cBhvr>
                                    </p:animEffect>
                                  </p:childTnLst>
                                </p:cTn>
                              </p:par>
                            </p:childTnLst>
                          </p:cTn>
                        </p:par>
                      </p:childTnLst>
                    </p:cTn>
                  </p:par>
                  <p:par>
                    <p:cTn id="67" fill="hold">
                      <p:stCondLst>
                        <p:cond delay="indefinite"/>
                      </p:stCondLst>
                      <p:childTnLst>
                        <p:par>
                          <p:cTn id="68" fill="hold">
                            <p:stCondLst>
                              <p:cond delay="0"/>
                            </p:stCondLst>
                            <p:childTnLst>
                              <p:par>
                                <p:cTn id="69" presetID="31" presetClass="entr" presetSubtype="0" fill="hold" grpId="0" nodeType="click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p:cTn id="71" dur="1000" fill="hold"/>
                                        <p:tgtEl>
                                          <p:spTgt spid="6"/>
                                        </p:tgtEl>
                                        <p:attrNameLst>
                                          <p:attrName>ppt_w</p:attrName>
                                        </p:attrNameLst>
                                      </p:cBhvr>
                                      <p:tavLst>
                                        <p:tav tm="0">
                                          <p:val>
                                            <p:fltVal val="0"/>
                                          </p:val>
                                        </p:tav>
                                        <p:tav tm="100000">
                                          <p:val>
                                            <p:strVal val="#ppt_w"/>
                                          </p:val>
                                        </p:tav>
                                      </p:tavLst>
                                    </p:anim>
                                    <p:anim calcmode="lin" valueType="num">
                                      <p:cBhvr>
                                        <p:cTn id="72" dur="1000" fill="hold"/>
                                        <p:tgtEl>
                                          <p:spTgt spid="6"/>
                                        </p:tgtEl>
                                        <p:attrNameLst>
                                          <p:attrName>ppt_h</p:attrName>
                                        </p:attrNameLst>
                                      </p:cBhvr>
                                      <p:tavLst>
                                        <p:tav tm="0">
                                          <p:val>
                                            <p:fltVal val="0"/>
                                          </p:val>
                                        </p:tav>
                                        <p:tav tm="100000">
                                          <p:val>
                                            <p:strVal val="#ppt_h"/>
                                          </p:val>
                                        </p:tav>
                                      </p:tavLst>
                                    </p:anim>
                                    <p:anim calcmode="lin" valueType="num">
                                      <p:cBhvr>
                                        <p:cTn id="73" dur="1000" fill="hold"/>
                                        <p:tgtEl>
                                          <p:spTgt spid="6"/>
                                        </p:tgtEl>
                                        <p:attrNameLst>
                                          <p:attrName>style.rotation</p:attrName>
                                        </p:attrNameLst>
                                      </p:cBhvr>
                                      <p:tavLst>
                                        <p:tav tm="0">
                                          <p:val>
                                            <p:fltVal val="90"/>
                                          </p:val>
                                        </p:tav>
                                        <p:tav tm="100000">
                                          <p:val>
                                            <p:fltVal val="0"/>
                                          </p:val>
                                        </p:tav>
                                      </p:tavLst>
                                    </p:anim>
                                    <p:animEffect transition="in" filter="fade">
                                      <p:cBhvr>
                                        <p:cTn id="74" dur="1000"/>
                                        <p:tgtEl>
                                          <p:spTgt spid="6"/>
                                        </p:tgtEl>
                                      </p:cBhvr>
                                    </p:animEffect>
                                  </p:childTnLst>
                                </p:cTn>
                              </p:par>
                            </p:childTnLst>
                          </p:cTn>
                        </p:par>
                      </p:childTnLst>
                    </p:cTn>
                  </p:par>
                  <p:par>
                    <p:cTn id="75" fill="hold">
                      <p:stCondLst>
                        <p:cond delay="indefinite"/>
                      </p:stCondLst>
                      <p:childTnLst>
                        <p:par>
                          <p:cTn id="76" fill="hold">
                            <p:stCondLst>
                              <p:cond delay="0"/>
                            </p:stCondLst>
                            <p:childTnLst>
                              <p:par>
                                <p:cTn id="77" presetID="31" presetClass="entr" presetSubtype="0" fill="hold" grpId="0" nodeType="clickEffect">
                                  <p:stCondLst>
                                    <p:cond delay="0"/>
                                  </p:stCondLst>
                                  <p:childTnLst>
                                    <p:set>
                                      <p:cBhvr>
                                        <p:cTn id="78" dur="1" fill="hold">
                                          <p:stCondLst>
                                            <p:cond delay="0"/>
                                          </p:stCondLst>
                                        </p:cTn>
                                        <p:tgtEl>
                                          <p:spTgt spid="7"/>
                                        </p:tgtEl>
                                        <p:attrNameLst>
                                          <p:attrName>style.visibility</p:attrName>
                                        </p:attrNameLst>
                                      </p:cBhvr>
                                      <p:to>
                                        <p:strVal val="visible"/>
                                      </p:to>
                                    </p:set>
                                    <p:anim calcmode="lin" valueType="num">
                                      <p:cBhvr>
                                        <p:cTn id="79" dur="1000" fill="hold"/>
                                        <p:tgtEl>
                                          <p:spTgt spid="7"/>
                                        </p:tgtEl>
                                        <p:attrNameLst>
                                          <p:attrName>ppt_w</p:attrName>
                                        </p:attrNameLst>
                                      </p:cBhvr>
                                      <p:tavLst>
                                        <p:tav tm="0">
                                          <p:val>
                                            <p:fltVal val="0"/>
                                          </p:val>
                                        </p:tav>
                                        <p:tav tm="100000">
                                          <p:val>
                                            <p:strVal val="#ppt_w"/>
                                          </p:val>
                                        </p:tav>
                                      </p:tavLst>
                                    </p:anim>
                                    <p:anim calcmode="lin" valueType="num">
                                      <p:cBhvr>
                                        <p:cTn id="80" dur="1000" fill="hold"/>
                                        <p:tgtEl>
                                          <p:spTgt spid="7"/>
                                        </p:tgtEl>
                                        <p:attrNameLst>
                                          <p:attrName>ppt_h</p:attrName>
                                        </p:attrNameLst>
                                      </p:cBhvr>
                                      <p:tavLst>
                                        <p:tav tm="0">
                                          <p:val>
                                            <p:fltVal val="0"/>
                                          </p:val>
                                        </p:tav>
                                        <p:tav tm="100000">
                                          <p:val>
                                            <p:strVal val="#ppt_h"/>
                                          </p:val>
                                        </p:tav>
                                      </p:tavLst>
                                    </p:anim>
                                    <p:anim calcmode="lin" valueType="num">
                                      <p:cBhvr>
                                        <p:cTn id="81" dur="1000" fill="hold"/>
                                        <p:tgtEl>
                                          <p:spTgt spid="7"/>
                                        </p:tgtEl>
                                        <p:attrNameLst>
                                          <p:attrName>style.rotation</p:attrName>
                                        </p:attrNameLst>
                                      </p:cBhvr>
                                      <p:tavLst>
                                        <p:tav tm="0">
                                          <p:val>
                                            <p:fltVal val="90"/>
                                          </p:val>
                                        </p:tav>
                                        <p:tav tm="100000">
                                          <p:val>
                                            <p:fltVal val="0"/>
                                          </p:val>
                                        </p:tav>
                                      </p:tavLst>
                                    </p:anim>
                                    <p:animEffect transition="in" filter="fade">
                                      <p:cBhvr>
                                        <p:cTn id="82" dur="1000"/>
                                        <p:tgtEl>
                                          <p:spTgt spid="7"/>
                                        </p:tgtEl>
                                      </p:cBhvr>
                                    </p:animEffect>
                                  </p:childTnLst>
                                </p:cTn>
                              </p:par>
                            </p:childTnLst>
                          </p:cTn>
                        </p:par>
                      </p:childTnLst>
                    </p:cTn>
                  </p:par>
                  <p:par>
                    <p:cTn id="83" fill="hold">
                      <p:stCondLst>
                        <p:cond delay="indefinite"/>
                      </p:stCondLst>
                      <p:childTnLst>
                        <p:par>
                          <p:cTn id="84" fill="hold">
                            <p:stCondLst>
                              <p:cond delay="0"/>
                            </p:stCondLst>
                            <p:childTnLst>
                              <p:par>
                                <p:cTn id="85" presetID="31" presetClass="entr" presetSubtype="0" fill="hold" grpId="0" nodeType="clickEffect">
                                  <p:stCondLst>
                                    <p:cond delay="0"/>
                                  </p:stCondLst>
                                  <p:childTnLst>
                                    <p:set>
                                      <p:cBhvr>
                                        <p:cTn id="86" dur="1" fill="hold">
                                          <p:stCondLst>
                                            <p:cond delay="0"/>
                                          </p:stCondLst>
                                        </p:cTn>
                                        <p:tgtEl>
                                          <p:spTgt spid="8"/>
                                        </p:tgtEl>
                                        <p:attrNameLst>
                                          <p:attrName>style.visibility</p:attrName>
                                        </p:attrNameLst>
                                      </p:cBhvr>
                                      <p:to>
                                        <p:strVal val="visible"/>
                                      </p:to>
                                    </p:set>
                                    <p:anim calcmode="lin" valueType="num">
                                      <p:cBhvr>
                                        <p:cTn id="87" dur="1000" fill="hold"/>
                                        <p:tgtEl>
                                          <p:spTgt spid="8"/>
                                        </p:tgtEl>
                                        <p:attrNameLst>
                                          <p:attrName>ppt_w</p:attrName>
                                        </p:attrNameLst>
                                      </p:cBhvr>
                                      <p:tavLst>
                                        <p:tav tm="0">
                                          <p:val>
                                            <p:fltVal val="0"/>
                                          </p:val>
                                        </p:tav>
                                        <p:tav tm="100000">
                                          <p:val>
                                            <p:strVal val="#ppt_w"/>
                                          </p:val>
                                        </p:tav>
                                      </p:tavLst>
                                    </p:anim>
                                    <p:anim calcmode="lin" valueType="num">
                                      <p:cBhvr>
                                        <p:cTn id="88" dur="1000" fill="hold"/>
                                        <p:tgtEl>
                                          <p:spTgt spid="8"/>
                                        </p:tgtEl>
                                        <p:attrNameLst>
                                          <p:attrName>ppt_h</p:attrName>
                                        </p:attrNameLst>
                                      </p:cBhvr>
                                      <p:tavLst>
                                        <p:tav tm="0">
                                          <p:val>
                                            <p:fltVal val="0"/>
                                          </p:val>
                                        </p:tav>
                                        <p:tav tm="100000">
                                          <p:val>
                                            <p:strVal val="#ppt_h"/>
                                          </p:val>
                                        </p:tav>
                                      </p:tavLst>
                                    </p:anim>
                                    <p:anim calcmode="lin" valueType="num">
                                      <p:cBhvr>
                                        <p:cTn id="89" dur="1000" fill="hold"/>
                                        <p:tgtEl>
                                          <p:spTgt spid="8"/>
                                        </p:tgtEl>
                                        <p:attrNameLst>
                                          <p:attrName>style.rotation</p:attrName>
                                        </p:attrNameLst>
                                      </p:cBhvr>
                                      <p:tavLst>
                                        <p:tav tm="0">
                                          <p:val>
                                            <p:fltVal val="90"/>
                                          </p:val>
                                        </p:tav>
                                        <p:tav tm="100000">
                                          <p:val>
                                            <p:fltVal val="0"/>
                                          </p:val>
                                        </p:tav>
                                      </p:tavLst>
                                    </p:anim>
                                    <p:animEffect transition="in" filter="fade">
                                      <p:cBhvr>
                                        <p:cTn id="9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7" grpId="0" animBg="1"/>
      <p:bldP spid="8"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mj-cs"/>
              </a:rPr>
              <a:t> </a:t>
            </a:r>
            <a:r>
              <a:rPr lang="ar-SA" b="1" dirty="0" smtClean="0">
                <a:solidFill>
                  <a:srgbClr val="00B050"/>
                </a:solidFill>
                <a:cs typeface="+mj-cs"/>
              </a:rPr>
              <a:t>الــوضــعــــيـــة </a:t>
            </a:r>
            <a:r>
              <a:rPr lang="ar-SA" b="1" dirty="0" err="1" smtClean="0">
                <a:solidFill>
                  <a:srgbClr val="00B050"/>
                </a:solidFill>
                <a:cs typeface="+mj-cs"/>
              </a:rPr>
              <a:t>الإدمــــاجـــيــــة</a:t>
            </a:r>
            <a:r>
              <a:rPr lang="ar-DZ" b="1" dirty="0" smtClean="0">
                <a:solidFill>
                  <a:srgbClr val="00B050"/>
                </a:solidFill>
                <a:cs typeface="+mj-cs"/>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lvl="0" indent="0" algn="just" rtl="1">
              <a:lnSpc>
                <a:spcPct val="150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mj-cs"/>
              </a:rPr>
              <a:t>.....................................................................</a:t>
            </a: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smtClean="0">
              <a:solidFill>
                <a:srgbClr val="002060"/>
              </a:solidFill>
              <a:latin typeface="Times New Roman" panose="02020603050405020304" pitchFamily="18" charset="0"/>
              <a:ea typeface="Times New Roman" panose="02020603050405020304" pitchFamily="18" charset="0"/>
              <a:cs typeface="+mj-cs"/>
            </a:endParaRPr>
          </a:p>
          <a:p>
            <a:pPr marL="0" indent="0" algn="just" rtl="1">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Rectangle 4"/>
          <p:cNvSpPr/>
          <p:nvPr/>
        </p:nvSpPr>
        <p:spPr>
          <a:xfrm>
            <a:off x="884128" y="1412776"/>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cs typeface="Times New Roman" panose="02020603050405020304" pitchFamily="18" charset="0"/>
              </a:rPr>
              <a:t>اخــتــفــاء الـتـجــزئــتــيــن الـثـانــيـة و الـرابــعــة رَاجِــعٌ إلـى</a:t>
            </a:r>
            <a:endParaRPr lang="fr-FR" sz="3600" b="1" dirty="0">
              <a:solidFill>
                <a:srgbClr val="0070C0"/>
              </a:solidFill>
              <a:cs typeface="+mj-cs"/>
            </a:endParaRPr>
          </a:p>
        </p:txBody>
      </p:sp>
      <p:sp>
        <p:nvSpPr>
          <p:cNvPr id="6" name="Rectangle 5"/>
          <p:cNvSpPr/>
          <p:nvPr/>
        </p:nvSpPr>
        <p:spPr>
          <a:xfrm>
            <a:off x="897776" y="2419199"/>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FF0000"/>
                </a:solidFill>
                <a:cs typeface="Times New Roman" panose="02020603050405020304" pitchFamily="18" charset="0"/>
              </a:rPr>
              <a:t>اســتــعـــمــال نِــظَــامَـيْ </a:t>
            </a:r>
            <a:r>
              <a:rPr lang="ar-DZ" sz="4000" b="1" dirty="0" smtClean="0">
                <a:solidFill>
                  <a:srgbClr val="FF0000"/>
                </a:solidFill>
                <a:cs typeface="+mj-cs"/>
              </a:rPr>
              <a:t>الـمــلــفــات : </a:t>
            </a:r>
            <a:r>
              <a:rPr lang="en-US" sz="4000" b="1" dirty="0">
                <a:solidFill>
                  <a:srgbClr val="FF0000"/>
                </a:solidFill>
                <a:latin typeface="Times New Roman" panose="02020603050405020304" pitchFamily="18" charset="0"/>
                <a:ea typeface="Times New Roman" panose="02020603050405020304" pitchFamily="18" charset="0"/>
                <a:cs typeface="+mj-cs"/>
              </a:rPr>
              <a:t>EXT </a:t>
            </a:r>
            <a:r>
              <a:rPr lang="en-US" sz="4000" b="1" dirty="0" smtClean="0">
                <a:solidFill>
                  <a:srgbClr val="FF0000"/>
                </a:solidFill>
                <a:latin typeface="Times New Roman" panose="02020603050405020304" pitchFamily="18" charset="0"/>
                <a:ea typeface="Times New Roman" panose="02020603050405020304" pitchFamily="18" charset="0"/>
                <a:cs typeface="+mj-cs"/>
              </a:rPr>
              <a:t>2</a:t>
            </a:r>
            <a:r>
              <a:rPr lang="ar-DZ" sz="4000" b="1" dirty="0" smtClean="0">
                <a:solidFill>
                  <a:srgbClr val="FF0000"/>
                </a:solidFill>
                <a:latin typeface="Times New Roman" panose="02020603050405020304" pitchFamily="18" charset="0"/>
                <a:ea typeface="Times New Roman" panose="02020603050405020304" pitchFamily="18" charset="0"/>
                <a:cs typeface="+mj-cs"/>
              </a:rPr>
              <a:t> و </a:t>
            </a:r>
            <a:r>
              <a:rPr lang="en-US" sz="4000" b="1" dirty="0">
                <a:solidFill>
                  <a:srgbClr val="FF0000"/>
                </a:solidFill>
                <a:latin typeface="Times New Roman" panose="02020603050405020304" pitchFamily="18" charset="0"/>
                <a:ea typeface="Droid Sans Fallback"/>
                <a:cs typeface="+mj-cs"/>
              </a:rPr>
              <a:t>EXT3</a:t>
            </a:r>
            <a:endParaRPr lang="fr-FR" sz="3600" b="1" dirty="0">
              <a:solidFill>
                <a:srgbClr val="FF0000"/>
              </a:solidFill>
              <a:cs typeface="+mj-cs"/>
            </a:endParaRPr>
          </a:p>
        </p:txBody>
      </p:sp>
      <p:sp>
        <p:nvSpPr>
          <p:cNvPr id="7" name="Rectangle 6"/>
          <p:cNvSpPr/>
          <p:nvPr/>
        </p:nvSpPr>
        <p:spPr>
          <a:xfrm>
            <a:off x="884128" y="3356992"/>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latin typeface="Times New Roman" panose="02020603050405020304" pitchFamily="18" charset="0"/>
                <a:ea typeface="Droid Sans Fallback"/>
                <a:cs typeface="Times New Roman" panose="02020603050405020304" pitchFamily="18" charset="0"/>
              </a:rPr>
              <a:t>للـوصــول إلى بــيــانــات الـتــجـــزئــة الــرابــعـــة</a:t>
            </a:r>
            <a:r>
              <a:rPr lang="ar-DZ" sz="4000" b="1" dirty="0">
                <a:solidFill>
                  <a:srgbClr val="0070C0"/>
                </a:solidFill>
                <a:cs typeface="Times New Roman" panose="02020603050405020304" pitchFamily="18" charset="0"/>
              </a:rPr>
              <a:t> لَابُــدَ مِـنْ</a:t>
            </a:r>
            <a:r>
              <a:rPr lang="ar-DZ" sz="4000" b="1" dirty="0">
                <a:solidFill>
                  <a:srgbClr val="0070C0"/>
                </a:solidFill>
                <a:latin typeface="Times New Roman" panose="02020603050405020304" pitchFamily="18" charset="0"/>
                <a:ea typeface="Droid Sans Fallback"/>
                <a:cs typeface="Times New Roman" panose="02020603050405020304" pitchFamily="18" charset="0"/>
              </a:rPr>
              <a:t> </a:t>
            </a:r>
            <a:endParaRPr lang="fr-FR" sz="4000" b="1" dirty="0">
              <a:solidFill>
                <a:srgbClr val="0070C0"/>
              </a:solidFill>
              <a:latin typeface="Times New Roman" panose="02020603050405020304" pitchFamily="18" charset="0"/>
            </a:endParaRPr>
          </a:p>
        </p:txBody>
      </p:sp>
      <p:sp>
        <p:nvSpPr>
          <p:cNvPr id="8" name="Rectangle 7"/>
          <p:cNvSpPr/>
          <p:nvPr/>
        </p:nvSpPr>
        <p:spPr>
          <a:xfrm>
            <a:off x="884128" y="4363415"/>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إعــادة إقـــلاع الـحــاســوب واخــتــيــار</a:t>
            </a:r>
            <a:r>
              <a:rPr lang="ar-DZ" sz="3600" b="1" dirty="0">
                <a:solidFill>
                  <a:srgbClr val="FF0000"/>
                </a:solidFill>
              </a:rPr>
              <a:t> </a:t>
            </a:r>
            <a:r>
              <a:rPr lang="ar-DZ" sz="3600" b="1" dirty="0" smtClean="0">
                <a:solidFill>
                  <a:srgbClr val="FF0000"/>
                </a:solidFill>
              </a:rPr>
              <a:t>نــظــام </a:t>
            </a:r>
            <a:r>
              <a:rPr lang="ar-DZ" sz="3600" b="1" dirty="0">
                <a:solidFill>
                  <a:srgbClr val="FF0000"/>
                </a:solidFill>
              </a:rPr>
              <a:t>الــتــشــغـــيــل</a:t>
            </a:r>
            <a:r>
              <a:rPr lang="ar-DZ" sz="3600" b="1" dirty="0" smtClean="0">
                <a:solidFill>
                  <a:srgbClr val="FF0000"/>
                </a:solidFill>
              </a:rPr>
              <a:t> </a:t>
            </a:r>
            <a:endParaRPr lang="fr-FR" sz="3600" b="1" dirty="0">
              <a:solidFill>
                <a:srgbClr val="FF0000"/>
              </a:solidFill>
              <a:cs typeface="+mj-cs"/>
            </a:endParaRPr>
          </a:p>
        </p:txBody>
      </p:sp>
      <p:sp>
        <p:nvSpPr>
          <p:cNvPr id="9" name="Rectangle 8"/>
          <p:cNvSpPr/>
          <p:nvPr/>
        </p:nvSpPr>
        <p:spPr>
          <a:xfrm>
            <a:off x="897776" y="5227511"/>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4000" b="1" dirty="0" smtClean="0">
                <a:solidFill>
                  <a:srgbClr val="FF0000"/>
                </a:solidFill>
                <a:latin typeface="Times New Roman" panose="02020603050405020304" pitchFamily="18" charset="0"/>
                <a:cs typeface="Times New Roman" panose="02020603050405020304" pitchFamily="18" charset="0"/>
              </a:rPr>
              <a:t>Linux</a:t>
            </a:r>
            <a:endParaRPr lang="fr-FR" sz="36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171779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p:cTn id="23"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4"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5"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6" dur="750"/>
                                        <p:tgtEl>
                                          <p:spTgt spid="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33"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4" dur="75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p:cTn id="39"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40"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41"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2" dur="75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p:cTn id="47" dur="750" fill="hold"/>
                                        <p:tgtEl>
                                          <p:spTgt spid="3">
                                            <p:txEl>
                                              <p:pRg st="3" end="3"/>
                                            </p:txEl>
                                          </p:spTgt>
                                        </p:tgtEl>
                                        <p:attrNameLst>
                                          <p:attrName>ppt_w</p:attrName>
                                        </p:attrNameLst>
                                      </p:cBhvr>
                                      <p:tavLst>
                                        <p:tav tm="0">
                                          <p:val>
                                            <p:fltVal val="0"/>
                                          </p:val>
                                        </p:tav>
                                        <p:tav tm="100000">
                                          <p:val>
                                            <p:strVal val="#ppt_w"/>
                                          </p:val>
                                        </p:tav>
                                      </p:tavLst>
                                    </p:anim>
                                    <p:anim calcmode="lin" valueType="num">
                                      <p:cBhvr>
                                        <p:cTn id="48" dur="750" fill="hold"/>
                                        <p:tgtEl>
                                          <p:spTgt spid="3">
                                            <p:txEl>
                                              <p:pRg st="3" end="3"/>
                                            </p:txEl>
                                          </p:spTgt>
                                        </p:tgtEl>
                                        <p:attrNameLst>
                                          <p:attrName>ppt_h</p:attrName>
                                        </p:attrNameLst>
                                      </p:cBhvr>
                                      <p:tavLst>
                                        <p:tav tm="0">
                                          <p:val>
                                            <p:fltVal val="0"/>
                                          </p:val>
                                        </p:tav>
                                        <p:tav tm="100000">
                                          <p:val>
                                            <p:strVal val="#ppt_h"/>
                                          </p:val>
                                        </p:tav>
                                      </p:tavLst>
                                    </p:anim>
                                    <p:anim calcmode="lin" valueType="num">
                                      <p:cBhvr>
                                        <p:cTn id="49" dur="75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0" dur="75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p:cTn id="55" dur="750" fill="hold"/>
                                        <p:tgtEl>
                                          <p:spTgt spid="3">
                                            <p:txEl>
                                              <p:pRg st="4" end="4"/>
                                            </p:txEl>
                                          </p:spTgt>
                                        </p:tgtEl>
                                        <p:attrNameLst>
                                          <p:attrName>ppt_w</p:attrName>
                                        </p:attrNameLst>
                                      </p:cBhvr>
                                      <p:tavLst>
                                        <p:tav tm="0">
                                          <p:val>
                                            <p:fltVal val="0"/>
                                          </p:val>
                                        </p:tav>
                                        <p:tav tm="100000">
                                          <p:val>
                                            <p:strVal val="#ppt_w"/>
                                          </p:val>
                                        </p:tav>
                                      </p:tavLst>
                                    </p:anim>
                                    <p:anim calcmode="lin" valueType="num">
                                      <p:cBhvr>
                                        <p:cTn id="56" dur="750" fill="hold"/>
                                        <p:tgtEl>
                                          <p:spTgt spid="3">
                                            <p:txEl>
                                              <p:pRg st="4" end="4"/>
                                            </p:txEl>
                                          </p:spTgt>
                                        </p:tgtEl>
                                        <p:attrNameLst>
                                          <p:attrName>ppt_h</p:attrName>
                                        </p:attrNameLst>
                                      </p:cBhvr>
                                      <p:tavLst>
                                        <p:tav tm="0">
                                          <p:val>
                                            <p:fltVal val="0"/>
                                          </p:val>
                                        </p:tav>
                                        <p:tav tm="100000">
                                          <p:val>
                                            <p:strVal val="#ppt_h"/>
                                          </p:val>
                                        </p:tav>
                                      </p:tavLst>
                                    </p:anim>
                                    <p:anim calcmode="lin" valueType="num">
                                      <p:cBhvr>
                                        <p:cTn id="57" dur="75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8" dur="750"/>
                                        <p:tgtEl>
                                          <p:spTgt spid="3">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p:cTn id="63" dur="1000" fill="hold"/>
                                        <p:tgtEl>
                                          <p:spTgt spid="5"/>
                                        </p:tgtEl>
                                        <p:attrNameLst>
                                          <p:attrName>ppt_w</p:attrName>
                                        </p:attrNameLst>
                                      </p:cBhvr>
                                      <p:tavLst>
                                        <p:tav tm="0">
                                          <p:val>
                                            <p:fltVal val="0"/>
                                          </p:val>
                                        </p:tav>
                                        <p:tav tm="100000">
                                          <p:val>
                                            <p:strVal val="#ppt_w"/>
                                          </p:val>
                                        </p:tav>
                                      </p:tavLst>
                                    </p:anim>
                                    <p:anim calcmode="lin" valueType="num">
                                      <p:cBhvr>
                                        <p:cTn id="64" dur="1000" fill="hold"/>
                                        <p:tgtEl>
                                          <p:spTgt spid="5"/>
                                        </p:tgtEl>
                                        <p:attrNameLst>
                                          <p:attrName>ppt_h</p:attrName>
                                        </p:attrNameLst>
                                      </p:cBhvr>
                                      <p:tavLst>
                                        <p:tav tm="0">
                                          <p:val>
                                            <p:fltVal val="0"/>
                                          </p:val>
                                        </p:tav>
                                        <p:tav tm="100000">
                                          <p:val>
                                            <p:strVal val="#ppt_h"/>
                                          </p:val>
                                        </p:tav>
                                      </p:tavLst>
                                    </p:anim>
                                    <p:anim calcmode="lin" valueType="num">
                                      <p:cBhvr>
                                        <p:cTn id="65" dur="1000" fill="hold"/>
                                        <p:tgtEl>
                                          <p:spTgt spid="5"/>
                                        </p:tgtEl>
                                        <p:attrNameLst>
                                          <p:attrName>style.rotation</p:attrName>
                                        </p:attrNameLst>
                                      </p:cBhvr>
                                      <p:tavLst>
                                        <p:tav tm="0">
                                          <p:val>
                                            <p:fltVal val="90"/>
                                          </p:val>
                                        </p:tav>
                                        <p:tav tm="100000">
                                          <p:val>
                                            <p:fltVal val="0"/>
                                          </p:val>
                                        </p:tav>
                                      </p:tavLst>
                                    </p:anim>
                                    <p:animEffect transition="in" filter="fade">
                                      <p:cBhvr>
                                        <p:cTn id="66" dur="1000"/>
                                        <p:tgtEl>
                                          <p:spTgt spid="5"/>
                                        </p:tgtEl>
                                      </p:cBhvr>
                                    </p:animEffect>
                                  </p:childTnLst>
                                </p:cTn>
                              </p:par>
                            </p:childTnLst>
                          </p:cTn>
                        </p:par>
                      </p:childTnLst>
                    </p:cTn>
                  </p:par>
                  <p:par>
                    <p:cTn id="67" fill="hold">
                      <p:stCondLst>
                        <p:cond delay="indefinite"/>
                      </p:stCondLst>
                      <p:childTnLst>
                        <p:par>
                          <p:cTn id="68" fill="hold">
                            <p:stCondLst>
                              <p:cond delay="0"/>
                            </p:stCondLst>
                            <p:childTnLst>
                              <p:par>
                                <p:cTn id="69" presetID="31" presetClass="entr" presetSubtype="0" fill="hold" grpId="0" nodeType="click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p:cTn id="71" dur="1000" fill="hold"/>
                                        <p:tgtEl>
                                          <p:spTgt spid="6"/>
                                        </p:tgtEl>
                                        <p:attrNameLst>
                                          <p:attrName>ppt_w</p:attrName>
                                        </p:attrNameLst>
                                      </p:cBhvr>
                                      <p:tavLst>
                                        <p:tav tm="0">
                                          <p:val>
                                            <p:fltVal val="0"/>
                                          </p:val>
                                        </p:tav>
                                        <p:tav tm="100000">
                                          <p:val>
                                            <p:strVal val="#ppt_w"/>
                                          </p:val>
                                        </p:tav>
                                      </p:tavLst>
                                    </p:anim>
                                    <p:anim calcmode="lin" valueType="num">
                                      <p:cBhvr>
                                        <p:cTn id="72" dur="1000" fill="hold"/>
                                        <p:tgtEl>
                                          <p:spTgt spid="6"/>
                                        </p:tgtEl>
                                        <p:attrNameLst>
                                          <p:attrName>ppt_h</p:attrName>
                                        </p:attrNameLst>
                                      </p:cBhvr>
                                      <p:tavLst>
                                        <p:tav tm="0">
                                          <p:val>
                                            <p:fltVal val="0"/>
                                          </p:val>
                                        </p:tav>
                                        <p:tav tm="100000">
                                          <p:val>
                                            <p:strVal val="#ppt_h"/>
                                          </p:val>
                                        </p:tav>
                                      </p:tavLst>
                                    </p:anim>
                                    <p:anim calcmode="lin" valueType="num">
                                      <p:cBhvr>
                                        <p:cTn id="73" dur="1000" fill="hold"/>
                                        <p:tgtEl>
                                          <p:spTgt spid="6"/>
                                        </p:tgtEl>
                                        <p:attrNameLst>
                                          <p:attrName>style.rotation</p:attrName>
                                        </p:attrNameLst>
                                      </p:cBhvr>
                                      <p:tavLst>
                                        <p:tav tm="0">
                                          <p:val>
                                            <p:fltVal val="90"/>
                                          </p:val>
                                        </p:tav>
                                        <p:tav tm="100000">
                                          <p:val>
                                            <p:fltVal val="0"/>
                                          </p:val>
                                        </p:tav>
                                      </p:tavLst>
                                    </p:anim>
                                    <p:animEffect transition="in" filter="fade">
                                      <p:cBhvr>
                                        <p:cTn id="74" dur="1000"/>
                                        <p:tgtEl>
                                          <p:spTgt spid="6"/>
                                        </p:tgtEl>
                                      </p:cBhvr>
                                    </p:animEffect>
                                  </p:childTnLst>
                                </p:cTn>
                              </p:par>
                            </p:childTnLst>
                          </p:cTn>
                        </p:par>
                      </p:childTnLst>
                    </p:cTn>
                  </p:par>
                  <p:par>
                    <p:cTn id="75" fill="hold">
                      <p:stCondLst>
                        <p:cond delay="indefinite"/>
                      </p:stCondLst>
                      <p:childTnLst>
                        <p:par>
                          <p:cTn id="76" fill="hold">
                            <p:stCondLst>
                              <p:cond delay="0"/>
                            </p:stCondLst>
                            <p:childTnLst>
                              <p:par>
                                <p:cTn id="77" presetID="31" presetClass="entr" presetSubtype="0" fill="hold" grpId="0" nodeType="clickEffect">
                                  <p:stCondLst>
                                    <p:cond delay="0"/>
                                  </p:stCondLst>
                                  <p:childTnLst>
                                    <p:set>
                                      <p:cBhvr>
                                        <p:cTn id="78" dur="1" fill="hold">
                                          <p:stCondLst>
                                            <p:cond delay="0"/>
                                          </p:stCondLst>
                                        </p:cTn>
                                        <p:tgtEl>
                                          <p:spTgt spid="7"/>
                                        </p:tgtEl>
                                        <p:attrNameLst>
                                          <p:attrName>style.visibility</p:attrName>
                                        </p:attrNameLst>
                                      </p:cBhvr>
                                      <p:to>
                                        <p:strVal val="visible"/>
                                      </p:to>
                                    </p:set>
                                    <p:anim calcmode="lin" valueType="num">
                                      <p:cBhvr>
                                        <p:cTn id="79" dur="1000" fill="hold"/>
                                        <p:tgtEl>
                                          <p:spTgt spid="7"/>
                                        </p:tgtEl>
                                        <p:attrNameLst>
                                          <p:attrName>ppt_w</p:attrName>
                                        </p:attrNameLst>
                                      </p:cBhvr>
                                      <p:tavLst>
                                        <p:tav tm="0">
                                          <p:val>
                                            <p:fltVal val="0"/>
                                          </p:val>
                                        </p:tav>
                                        <p:tav tm="100000">
                                          <p:val>
                                            <p:strVal val="#ppt_w"/>
                                          </p:val>
                                        </p:tav>
                                      </p:tavLst>
                                    </p:anim>
                                    <p:anim calcmode="lin" valueType="num">
                                      <p:cBhvr>
                                        <p:cTn id="80" dur="1000" fill="hold"/>
                                        <p:tgtEl>
                                          <p:spTgt spid="7"/>
                                        </p:tgtEl>
                                        <p:attrNameLst>
                                          <p:attrName>ppt_h</p:attrName>
                                        </p:attrNameLst>
                                      </p:cBhvr>
                                      <p:tavLst>
                                        <p:tav tm="0">
                                          <p:val>
                                            <p:fltVal val="0"/>
                                          </p:val>
                                        </p:tav>
                                        <p:tav tm="100000">
                                          <p:val>
                                            <p:strVal val="#ppt_h"/>
                                          </p:val>
                                        </p:tav>
                                      </p:tavLst>
                                    </p:anim>
                                    <p:anim calcmode="lin" valueType="num">
                                      <p:cBhvr>
                                        <p:cTn id="81" dur="1000" fill="hold"/>
                                        <p:tgtEl>
                                          <p:spTgt spid="7"/>
                                        </p:tgtEl>
                                        <p:attrNameLst>
                                          <p:attrName>style.rotation</p:attrName>
                                        </p:attrNameLst>
                                      </p:cBhvr>
                                      <p:tavLst>
                                        <p:tav tm="0">
                                          <p:val>
                                            <p:fltVal val="90"/>
                                          </p:val>
                                        </p:tav>
                                        <p:tav tm="100000">
                                          <p:val>
                                            <p:fltVal val="0"/>
                                          </p:val>
                                        </p:tav>
                                      </p:tavLst>
                                    </p:anim>
                                    <p:animEffect transition="in" filter="fade">
                                      <p:cBhvr>
                                        <p:cTn id="82" dur="1000"/>
                                        <p:tgtEl>
                                          <p:spTgt spid="7"/>
                                        </p:tgtEl>
                                      </p:cBhvr>
                                    </p:animEffect>
                                  </p:childTnLst>
                                </p:cTn>
                              </p:par>
                            </p:childTnLst>
                          </p:cTn>
                        </p:par>
                      </p:childTnLst>
                    </p:cTn>
                  </p:par>
                  <p:par>
                    <p:cTn id="83" fill="hold">
                      <p:stCondLst>
                        <p:cond delay="indefinite"/>
                      </p:stCondLst>
                      <p:childTnLst>
                        <p:par>
                          <p:cTn id="84" fill="hold">
                            <p:stCondLst>
                              <p:cond delay="0"/>
                            </p:stCondLst>
                            <p:childTnLst>
                              <p:par>
                                <p:cTn id="85" presetID="31" presetClass="entr" presetSubtype="0" fill="hold" grpId="0" nodeType="clickEffect">
                                  <p:stCondLst>
                                    <p:cond delay="0"/>
                                  </p:stCondLst>
                                  <p:childTnLst>
                                    <p:set>
                                      <p:cBhvr>
                                        <p:cTn id="86" dur="1" fill="hold">
                                          <p:stCondLst>
                                            <p:cond delay="0"/>
                                          </p:stCondLst>
                                        </p:cTn>
                                        <p:tgtEl>
                                          <p:spTgt spid="8"/>
                                        </p:tgtEl>
                                        <p:attrNameLst>
                                          <p:attrName>style.visibility</p:attrName>
                                        </p:attrNameLst>
                                      </p:cBhvr>
                                      <p:to>
                                        <p:strVal val="visible"/>
                                      </p:to>
                                    </p:set>
                                    <p:anim calcmode="lin" valueType="num">
                                      <p:cBhvr>
                                        <p:cTn id="87" dur="1000" fill="hold"/>
                                        <p:tgtEl>
                                          <p:spTgt spid="8"/>
                                        </p:tgtEl>
                                        <p:attrNameLst>
                                          <p:attrName>ppt_w</p:attrName>
                                        </p:attrNameLst>
                                      </p:cBhvr>
                                      <p:tavLst>
                                        <p:tav tm="0">
                                          <p:val>
                                            <p:fltVal val="0"/>
                                          </p:val>
                                        </p:tav>
                                        <p:tav tm="100000">
                                          <p:val>
                                            <p:strVal val="#ppt_w"/>
                                          </p:val>
                                        </p:tav>
                                      </p:tavLst>
                                    </p:anim>
                                    <p:anim calcmode="lin" valueType="num">
                                      <p:cBhvr>
                                        <p:cTn id="88" dur="1000" fill="hold"/>
                                        <p:tgtEl>
                                          <p:spTgt spid="8"/>
                                        </p:tgtEl>
                                        <p:attrNameLst>
                                          <p:attrName>ppt_h</p:attrName>
                                        </p:attrNameLst>
                                      </p:cBhvr>
                                      <p:tavLst>
                                        <p:tav tm="0">
                                          <p:val>
                                            <p:fltVal val="0"/>
                                          </p:val>
                                        </p:tav>
                                        <p:tav tm="100000">
                                          <p:val>
                                            <p:strVal val="#ppt_h"/>
                                          </p:val>
                                        </p:tav>
                                      </p:tavLst>
                                    </p:anim>
                                    <p:anim calcmode="lin" valueType="num">
                                      <p:cBhvr>
                                        <p:cTn id="89" dur="1000" fill="hold"/>
                                        <p:tgtEl>
                                          <p:spTgt spid="8"/>
                                        </p:tgtEl>
                                        <p:attrNameLst>
                                          <p:attrName>style.rotation</p:attrName>
                                        </p:attrNameLst>
                                      </p:cBhvr>
                                      <p:tavLst>
                                        <p:tav tm="0">
                                          <p:val>
                                            <p:fltVal val="90"/>
                                          </p:val>
                                        </p:tav>
                                        <p:tav tm="100000">
                                          <p:val>
                                            <p:fltVal val="0"/>
                                          </p:val>
                                        </p:tav>
                                      </p:tavLst>
                                    </p:anim>
                                    <p:animEffect transition="in" filter="fade">
                                      <p:cBhvr>
                                        <p:cTn id="90" dur="1000"/>
                                        <p:tgtEl>
                                          <p:spTgt spid="8"/>
                                        </p:tgtEl>
                                      </p:cBhvr>
                                    </p:animEffect>
                                  </p:childTnLst>
                                </p:cTn>
                              </p:par>
                            </p:childTnLst>
                          </p:cTn>
                        </p:par>
                      </p:childTnLst>
                    </p:cTn>
                  </p:par>
                  <p:par>
                    <p:cTn id="91" fill="hold">
                      <p:stCondLst>
                        <p:cond delay="indefinite"/>
                      </p:stCondLst>
                      <p:childTnLst>
                        <p:par>
                          <p:cTn id="92" fill="hold">
                            <p:stCondLst>
                              <p:cond delay="0"/>
                            </p:stCondLst>
                            <p:childTnLst>
                              <p:par>
                                <p:cTn id="93" presetID="31" presetClass="entr" presetSubtype="0" fill="hold" grpId="0" nodeType="clickEffect">
                                  <p:stCondLst>
                                    <p:cond delay="0"/>
                                  </p:stCondLst>
                                  <p:childTnLst>
                                    <p:set>
                                      <p:cBhvr>
                                        <p:cTn id="94" dur="1" fill="hold">
                                          <p:stCondLst>
                                            <p:cond delay="0"/>
                                          </p:stCondLst>
                                        </p:cTn>
                                        <p:tgtEl>
                                          <p:spTgt spid="9"/>
                                        </p:tgtEl>
                                        <p:attrNameLst>
                                          <p:attrName>style.visibility</p:attrName>
                                        </p:attrNameLst>
                                      </p:cBhvr>
                                      <p:to>
                                        <p:strVal val="visible"/>
                                      </p:to>
                                    </p:set>
                                    <p:anim calcmode="lin" valueType="num">
                                      <p:cBhvr>
                                        <p:cTn id="95" dur="1000" fill="hold"/>
                                        <p:tgtEl>
                                          <p:spTgt spid="9"/>
                                        </p:tgtEl>
                                        <p:attrNameLst>
                                          <p:attrName>ppt_w</p:attrName>
                                        </p:attrNameLst>
                                      </p:cBhvr>
                                      <p:tavLst>
                                        <p:tav tm="0">
                                          <p:val>
                                            <p:fltVal val="0"/>
                                          </p:val>
                                        </p:tav>
                                        <p:tav tm="100000">
                                          <p:val>
                                            <p:strVal val="#ppt_w"/>
                                          </p:val>
                                        </p:tav>
                                      </p:tavLst>
                                    </p:anim>
                                    <p:anim calcmode="lin" valueType="num">
                                      <p:cBhvr>
                                        <p:cTn id="96" dur="1000" fill="hold"/>
                                        <p:tgtEl>
                                          <p:spTgt spid="9"/>
                                        </p:tgtEl>
                                        <p:attrNameLst>
                                          <p:attrName>ppt_h</p:attrName>
                                        </p:attrNameLst>
                                      </p:cBhvr>
                                      <p:tavLst>
                                        <p:tav tm="0">
                                          <p:val>
                                            <p:fltVal val="0"/>
                                          </p:val>
                                        </p:tav>
                                        <p:tav tm="100000">
                                          <p:val>
                                            <p:strVal val="#ppt_h"/>
                                          </p:val>
                                        </p:tav>
                                      </p:tavLst>
                                    </p:anim>
                                    <p:anim calcmode="lin" valueType="num">
                                      <p:cBhvr>
                                        <p:cTn id="97" dur="1000" fill="hold"/>
                                        <p:tgtEl>
                                          <p:spTgt spid="9"/>
                                        </p:tgtEl>
                                        <p:attrNameLst>
                                          <p:attrName>style.rotation</p:attrName>
                                        </p:attrNameLst>
                                      </p:cBhvr>
                                      <p:tavLst>
                                        <p:tav tm="0">
                                          <p:val>
                                            <p:fltVal val="90"/>
                                          </p:val>
                                        </p:tav>
                                        <p:tav tm="100000">
                                          <p:val>
                                            <p:fltVal val="0"/>
                                          </p:val>
                                        </p:tav>
                                      </p:tavLst>
                                    </p:anim>
                                    <p:animEffect transition="in" filter="fade">
                                      <p:cBhvr>
                                        <p:cTn id="98"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7" grpId="0" animBg="1"/>
      <p:bldP spid="8" grpId="0" animBg="1"/>
      <p:bldP spid="9"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mj-cs"/>
              </a:rPr>
              <a:t> </a:t>
            </a:r>
            <a:r>
              <a:rPr lang="ar-SA" b="1" dirty="0" smtClean="0">
                <a:solidFill>
                  <a:srgbClr val="00B050"/>
                </a:solidFill>
                <a:cs typeface="+mj-cs"/>
              </a:rPr>
              <a:t>الــوضــعــــيـــة </a:t>
            </a:r>
            <a:r>
              <a:rPr lang="ar-SA" b="1" dirty="0" err="1" smtClean="0">
                <a:solidFill>
                  <a:srgbClr val="00B050"/>
                </a:solidFill>
                <a:cs typeface="+mj-cs"/>
              </a:rPr>
              <a:t>الإدمــــاجـــيــــة</a:t>
            </a:r>
            <a:r>
              <a:rPr lang="ar-DZ" b="1" dirty="0" smtClean="0">
                <a:solidFill>
                  <a:srgbClr val="00B050"/>
                </a:solidFill>
                <a:cs typeface="+mj-cs"/>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lvl="0" indent="0" algn="just" rtl="1">
              <a:lnSpc>
                <a:spcPct val="150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mj-cs"/>
              </a:rPr>
              <a:t>.....................................................................</a:t>
            </a: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smtClean="0">
              <a:solidFill>
                <a:srgbClr val="002060"/>
              </a:solidFill>
              <a:latin typeface="Times New Roman" panose="02020603050405020304" pitchFamily="18" charset="0"/>
              <a:ea typeface="Times New Roman" panose="02020603050405020304" pitchFamily="18" charset="0"/>
              <a:cs typeface="+mj-cs"/>
            </a:endParaRPr>
          </a:p>
          <a:p>
            <a:pPr marL="0" indent="0" algn="just" rtl="1">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
        <p:nvSpPr>
          <p:cNvPr id="5" name="Rectangle 4"/>
          <p:cNvSpPr/>
          <p:nvPr/>
        </p:nvSpPr>
        <p:spPr>
          <a:xfrm>
            <a:off x="832520" y="2485287"/>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smtClean="0">
                <a:solidFill>
                  <a:srgbClr val="FF0000"/>
                </a:solidFill>
                <a:latin typeface="Times New Roman" panose="02020603050405020304" pitchFamily="18" charset="0"/>
                <a:ea typeface="Droid Sans Fallback"/>
              </a:rPr>
              <a:t>لأَنَّ نــظــام </a:t>
            </a:r>
            <a:r>
              <a:rPr lang="fr-FR" sz="4000" b="1" dirty="0">
                <a:solidFill>
                  <a:srgbClr val="FF0000"/>
                </a:solidFill>
                <a:latin typeface="Times New Roman" panose="02020603050405020304" pitchFamily="18" charset="0"/>
                <a:ea typeface="Droid Sans Fallback"/>
              </a:rPr>
              <a:t>Windows</a:t>
            </a:r>
            <a:r>
              <a:rPr lang="ar-DZ" sz="4000" b="1" dirty="0">
                <a:solidFill>
                  <a:srgbClr val="FF0000"/>
                </a:solidFill>
                <a:latin typeface="Times New Roman" panose="02020603050405020304" pitchFamily="18" charset="0"/>
                <a:ea typeface="Droid Sans Fallback"/>
              </a:rPr>
              <a:t> لا يـسـتـطـيـع الـوصـول إلـى </a:t>
            </a:r>
            <a:r>
              <a:rPr lang="ar-DZ" sz="4000" b="1" dirty="0" smtClean="0">
                <a:solidFill>
                  <a:srgbClr val="FF0000"/>
                </a:solidFill>
                <a:latin typeface="Times New Roman" panose="02020603050405020304" pitchFamily="18" charset="0"/>
                <a:ea typeface="Droid Sans Fallback"/>
              </a:rPr>
              <a:t>مـلـفـات</a:t>
            </a:r>
            <a:endParaRPr lang="fr-FR" sz="4000" b="1" dirty="0">
              <a:solidFill>
                <a:srgbClr val="0070C0"/>
              </a:solidFill>
              <a:latin typeface="Times New Roman" panose="02020603050405020304" pitchFamily="18" charset="0"/>
              <a:cs typeface="+mj-cs"/>
            </a:endParaRPr>
          </a:p>
        </p:txBody>
      </p:sp>
      <p:sp>
        <p:nvSpPr>
          <p:cNvPr id="6" name="Rectangle 5"/>
          <p:cNvSpPr/>
          <p:nvPr/>
        </p:nvSpPr>
        <p:spPr>
          <a:xfrm>
            <a:off x="832520" y="4149080"/>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FF0000"/>
                </a:solidFill>
                <a:latin typeface="Times New Roman" panose="02020603050405020304" pitchFamily="18" charset="0"/>
                <a:ea typeface="Droid Sans Fallback"/>
              </a:rPr>
              <a:t>تَــمَّ </a:t>
            </a:r>
            <a:r>
              <a:rPr lang="ar-DZ" sz="4000" b="1" dirty="0" smtClean="0">
                <a:solidFill>
                  <a:srgbClr val="FF0000"/>
                </a:solidFill>
                <a:latin typeface="Times New Roman" panose="02020603050405020304" pitchFamily="18" charset="0"/>
                <a:ea typeface="Droid Sans Fallback"/>
              </a:rPr>
              <a:t>تــخــزيـــنــهــا بــواســـطــة  </a:t>
            </a:r>
            <a:r>
              <a:rPr lang="en-US" sz="4000" b="1" dirty="0">
                <a:solidFill>
                  <a:srgbClr val="FF0000"/>
                </a:solidFill>
                <a:latin typeface="Times New Roman" panose="02020603050405020304" pitchFamily="18" charset="0"/>
                <a:ea typeface="Times New Roman" panose="02020603050405020304" pitchFamily="18" charset="0"/>
              </a:rPr>
              <a:t>EXT 2</a:t>
            </a:r>
            <a:r>
              <a:rPr lang="ar-DZ" sz="4000" b="1" dirty="0">
                <a:solidFill>
                  <a:srgbClr val="FF0000"/>
                </a:solidFill>
                <a:latin typeface="Times New Roman" panose="02020603050405020304" pitchFamily="18" charset="0"/>
                <a:ea typeface="Times New Roman" panose="02020603050405020304" pitchFamily="18" charset="0"/>
              </a:rPr>
              <a:t> </a:t>
            </a:r>
            <a:r>
              <a:rPr lang="ar-DZ" sz="4000" b="1" dirty="0" smtClean="0">
                <a:solidFill>
                  <a:srgbClr val="FF0000"/>
                </a:solidFill>
                <a:latin typeface="Times New Roman" panose="02020603050405020304" pitchFamily="18" charset="0"/>
                <a:ea typeface="Times New Roman" panose="02020603050405020304" pitchFamily="18" charset="0"/>
              </a:rPr>
              <a:t> وَ  </a:t>
            </a:r>
            <a:r>
              <a:rPr lang="en-US" sz="4000" b="1" dirty="0">
                <a:solidFill>
                  <a:srgbClr val="FF0000"/>
                </a:solidFill>
                <a:latin typeface="Times New Roman" panose="02020603050405020304" pitchFamily="18" charset="0"/>
                <a:ea typeface="Droid Sans Fallback"/>
              </a:rPr>
              <a:t>EXT3</a:t>
            </a:r>
            <a:r>
              <a:rPr lang="ar-DZ" sz="4000" b="1" dirty="0">
                <a:solidFill>
                  <a:srgbClr val="FF0000"/>
                </a:solidFill>
                <a:latin typeface="Times New Roman" panose="02020603050405020304" pitchFamily="18" charset="0"/>
                <a:ea typeface="Droid Sans Fallback"/>
              </a:rPr>
              <a:t> </a:t>
            </a:r>
            <a:endParaRPr lang="fr-FR" sz="4000" b="1" dirty="0">
              <a:solidFill>
                <a:srgbClr val="0070C0"/>
              </a:solidFill>
              <a:latin typeface="Times New Roman" panose="02020603050405020304" pitchFamily="18" charset="0"/>
              <a:cs typeface="+mj-cs"/>
            </a:endParaRPr>
          </a:p>
        </p:txBody>
      </p:sp>
    </p:spTree>
    <p:extLst>
      <p:ext uri="{BB962C8B-B14F-4D97-AF65-F5344CB8AC3E}">
        <p14:creationId xmlns:p14="http://schemas.microsoft.com/office/powerpoint/2010/main" val="363175229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p:cTn id="23"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4"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5"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6" dur="750"/>
                                        <p:tgtEl>
                                          <p:spTgt spid="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33"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4" dur="75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p:cTn id="39"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40"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41"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2" dur="75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p:cTn id="47" dur="750" fill="hold"/>
                                        <p:tgtEl>
                                          <p:spTgt spid="3">
                                            <p:txEl>
                                              <p:pRg st="3" end="3"/>
                                            </p:txEl>
                                          </p:spTgt>
                                        </p:tgtEl>
                                        <p:attrNameLst>
                                          <p:attrName>ppt_w</p:attrName>
                                        </p:attrNameLst>
                                      </p:cBhvr>
                                      <p:tavLst>
                                        <p:tav tm="0">
                                          <p:val>
                                            <p:fltVal val="0"/>
                                          </p:val>
                                        </p:tav>
                                        <p:tav tm="100000">
                                          <p:val>
                                            <p:strVal val="#ppt_w"/>
                                          </p:val>
                                        </p:tav>
                                      </p:tavLst>
                                    </p:anim>
                                    <p:anim calcmode="lin" valueType="num">
                                      <p:cBhvr>
                                        <p:cTn id="48" dur="750" fill="hold"/>
                                        <p:tgtEl>
                                          <p:spTgt spid="3">
                                            <p:txEl>
                                              <p:pRg st="3" end="3"/>
                                            </p:txEl>
                                          </p:spTgt>
                                        </p:tgtEl>
                                        <p:attrNameLst>
                                          <p:attrName>ppt_h</p:attrName>
                                        </p:attrNameLst>
                                      </p:cBhvr>
                                      <p:tavLst>
                                        <p:tav tm="0">
                                          <p:val>
                                            <p:fltVal val="0"/>
                                          </p:val>
                                        </p:tav>
                                        <p:tav tm="100000">
                                          <p:val>
                                            <p:strVal val="#ppt_h"/>
                                          </p:val>
                                        </p:tav>
                                      </p:tavLst>
                                    </p:anim>
                                    <p:anim calcmode="lin" valueType="num">
                                      <p:cBhvr>
                                        <p:cTn id="49" dur="75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0" dur="75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p:cTn id="55" dur="750" fill="hold"/>
                                        <p:tgtEl>
                                          <p:spTgt spid="3">
                                            <p:txEl>
                                              <p:pRg st="4" end="4"/>
                                            </p:txEl>
                                          </p:spTgt>
                                        </p:tgtEl>
                                        <p:attrNameLst>
                                          <p:attrName>ppt_w</p:attrName>
                                        </p:attrNameLst>
                                      </p:cBhvr>
                                      <p:tavLst>
                                        <p:tav tm="0">
                                          <p:val>
                                            <p:fltVal val="0"/>
                                          </p:val>
                                        </p:tav>
                                        <p:tav tm="100000">
                                          <p:val>
                                            <p:strVal val="#ppt_w"/>
                                          </p:val>
                                        </p:tav>
                                      </p:tavLst>
                                    </p:anim>
                                    <p:anim calcmode="lin" valueType="num">
                                      <p:cBhvr>
                                        <p:cTn id="56" dur="750" fill="hold"/>
                                        <p:tgtEl>
                                          <p:spTgt spid="3">
                                            <p:txEl>
                                              <p:pRg st="4" end="4"/>
                                            </p:txEl>
                                          </p:spTgt>
                                        </p:tgtEl>
                                        <p:attrNameLst>
                                          <p:attrName>ppt_h</p:attrName>
                                        </p:attrNameLst>
                                      </p:cBhvr>
                                      <p:tavLst>
                                        <p:tav tm="0">
                                          <p:val>
                                            <p:fltVal val="0"/>
                                          </p:val>
                                        </p:tav>
                                        <p:tav tm="100000">
                                          <p:val>
                                            <p:strVal val="#ppt_h"/>
                                          </p:val>
                                        </p:tav>
                                      </p:tavLst>
                                    </p:anim>
                                    <p:anim calcmode="lin" valueType="num">
                                      <p:cBhvr>
                                        <p:cTn id="57" dur="75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8" dur="750"/>
                                        <p:tgtEl>
                                          <p:spTgt spid="3">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p:cTn id="63" dur="1000" fill="hold"/>
                                        <p:tgtEl>
                                          <p:spTgt spid="5"/>
                                        </p:tgtEl>
                                        <p:attrNameLst>
                                          <p:attrName>ppt_w</p:attrName>
                                        </p:attrNameLst>
                                      </p:cBhvr>
                                      <p:tavLst>
                                        <p:tav tm="0">
                                          <p:val>
                                            <p:fltVal val="0"/>
                                          </p:val>
                                        </p:tav>
                                        <p:tav tm="100000">
                                          <p:val>
                                            <p:strVal val="#ppt_w"/>
                                          </p:val>
                                        </p:tav>
                                      </p:tavLst>
                                    </p:anim>
                                    <p:anim calcmode="lin" valueType="num">
                                      <p:cBhvr>
                                        <p:cTn id="64" dur="1000" fill="hold"/>
                                        <p:tgtEl>
                                          <p:spTgt spid="5"/>
                                        </p:tgtEl>
                                        <p:attrNameLst>
                                          <p:attrName>ppt_h</p:attrName>
                                        </p:attrNameLst>
                                      </p:cBhvr>
                                      <p:tavLst>
                                        <p:tav tm="0">
                                          <p:val>
                                            <p:fltVal val="0"/>
                                          </p:val>
                                        </p:tav>
                                        <p:tav tm="100000">
                                          <p:val>
                                            <p:strVal val="#ppt_h"/>
                                          </p:val>
                                        </p:tav>
                                      </p:tavLst>
                                    </p:anim>
                                    <p:anim calcmode="lin" valueType="num">
                                      <p:cBhvr>
                                        <p:cTn id="65" dur="1000" fill="hold"/>
                                        <p:tgtEl>
                                          <p:spTgt spid="5"/>
                                        </p:tgtEl>
                                        <p:attrNameLst>
                                          <p:attrName>style.rotation</p:attrName>
                                        </p:attrNameLst>
                                      </p:cBhvr>
                                      <p:tavLst>
                                        <p:tav tm="0">
                                          <p:val>
                                            <p:fltVal val="90"/>
                                          </p:val>
                                        </p:tav>
                                        <p:tav tm="100000">
                                          <p:val>
                                            <p:fltVal val="0"/>
                                          </p:val>
                                        </p:tav>
                                      </p:tavLst>
                                    </p:anim>
                                    <p:animEffect transition="in" filter="fade">
                                      <p:cBhvr>
                                        <p:cTn id="66" dur="1000"/>
                                        <p:tgtEl>
                                          <p:spTgt spid="5"/>
                                        </p:tgtEl>
                                      </p:cBhvr>
                                    </p:animEffect>
                                  </p:childTnLst>
                                </p:cTn>
                              </p:par>
                            </p:childTnLst>
                          </p:cTn>
                        </p:par>
                      </p:childTnLst>
                    </p:cTn>
                  </p:par>
                  <p:par>
                    <p:cTn id="67" fill="hold">
                      <p:stCondLst>
                        <p:cond delay="indefinite"/>
                      </p:stCondLst>
                      <p:childTnLst>
                        <p:par>
                          <p:cTn id="68" fill="hold">
                            <p:stCondLst>
                              <p:cond delay="0"/>
                            </p:stCondLst>
                            <p:childTnLst>
                              <p:par>
                                <p:cTn id="69" presetID="31" presetClass="entr" presetSubtype="0" fill="hold" grpId="0" nodeType="click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p:cTn id="71" dur="1000" fill="hold"/>
                                        <p:tgtEl>
                                          <p:spTgt spid="6"/>
                                        </p:tgtEl>
                                        <p:attrNameLst>
                                          <p:attrName>ppt_w</p:attrName>
                                        </p:attrNameLst>
                                      </p:cBhvr>
                                      <p:tavLst>
                                        <p:tav tm="0">
                                          <p:val>
                                            <p:fltVal val="0"/>
                                          </p:val>
                                        </p:tav>
                                        <p:tav tm="100000">
                                          <p:val>
                                            <p:strVal val="#ppt_w"/>
                                          </p:val>
                                        </p:tav>
                                      </p:tavLst>
                                    </p:anim>
                                    <p:anim calcmode="lin" valueType="num">
                                      <p:cBhvr>
                                        <p:cTn id="72" dur="1000" fill="hold"/>
                                        <p:tgtEl>
                                          <p:spTgt spid="6"/>
                                        </p:tgtEl>
                                        <p:attrNameLst>
                                          <p:attrName>ppt_h</p:attrName>
                                        </p:attrNameLst>
                                      </p:cBhvr>
                                      <p:tavLst>
                                        <p:tav tm="0">
                                          <p:val>
                                            <p:fltVal val="0"/>
                                          </p:val>
                                        </p:tav>
                                        <p:tav tm="100000">
                                          <p:val>
                                            <p:strVal val="#ppt_h"/>
                                          </p:val>
                                        </p:tav>
                                      </p:tavLst>
                                    </p:anim>
                                    <p:anim calcmode="lin" valueType="num">
                                      <p:cBhvr>
                                        <p:cTn id="73" dur="1000" fill="hold"/>
                                        <p:tgtEl>
                                          <p:spTgt spid="6"/>
                                        </p:tgtEl>
                                        <p:attrNameLst>
                                          <p:attrName>style.rotation</p:attrName>
                                        </p:attrNameLst>
                                      </p:cBhvr>
                                      <p:tavLst>
                                        <p:tav tm="0">
                                          <p:val>
                                            <p:fltVal val="90"/>
                                          </p:val>
                                        </p:tav>
                                        <p:tav tm="100000">
                                          <p:val>
                                            <p:fltVal val="0"/>
                                          </p:val>
                                        </p:tav>
                                      </p:tavLst>
                                    </p:anim>
                                    <p:animEffect transition="in" filter="fade">
                                      <p:cBhvr>
                                        <p:cTn id="74"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smtClean="0">
                <a:solidFill>
                  <a:srgbClr val="FF0000"/>
                </a:solidFill>
                <a:cs typeface="+mj-cs"/>
              </a:rPr>
              <a:t>5. مــراحــل </a:t>
            </a:r>
            <a:r>
              <a:rPr lang="ar-DZ" sz="3600" b="1" dirty="0">
                <a:solidFill>
                  <a:srgbClr val="FF0000"/>
                </a:solidFill>
                <a:cs typeface="+mj-cs"/>
              </a:rPr>
              <a:t>تــثـبـــيــت نـظـــام الـتــشــغــيــل  ( </a:t>
            </a:r>
            <a:r>
              <a:rPr lang="fr-FR" sz="3600" b="1" dirty="0">
                <a:solidFill>
                  <a:srgbClr val="FF0000"/>
                </a:solidFill>
                <a:cs typeface="+mj-cs"/>
              </a:rPr>
              <a:t>MS Windows </a:t>
            </a:r>
            <a:r>
              <a:rPr lang="fr-FR" sz="3600" b="1" dirty="0" smtClean="0">
                <a:solidFill>
                  <a:srgbClr val="FF0000"/>
                </a:solidFill>
                <a:cs typeface="+mj-cs"/>
              </a:rPr>
              <a:t>7</a:t>
            </a:r>
            <a:r>
              <a:rPr lang="ar-DZ" sz="3600" b="1" dirty="0" smtClean="0">
                <a:solidFill>
                  <a:srgbClr val="FF0000"/>
                </a:solidFill>
                <a:cs typeface="+mj-cs"/>
              </a:rPr>
              <a:t> )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ctr" rtl="1">
              <a:buNone/>
            </a:pPr>
            <a:endParaRPr lang="ar-DZ" sz="1000" b="1" dirty="0" smtClean="0">
              <a:cs typeface="+mj-cs"/>
            </a:endParaRPr>
          </a:p>
          <a:p>
            <a:pPr marL="0" indent="0" algn="just" rtl="1">
              <a:lnSpc>
                <a:spcPct val="145000"/>
              </a:lnSpc>
              <a:spcAft>
                <a:spcPts val="0"/>
              </a:spcAft>
              <a:buNone/>
            </a:pPr>
            <a:r>
              <a:rPr lang="ar-DZ" sz="4400" b="1" dirty="0" smtClean="0">
                <a:solidFill>
                  <a:srgbClr val="00000A"/>
                </a:solidFill>
                <a:latin typeface="Liberation Serif"/>
                <a:ea typeface="Droid Sans Fallback"/>
                <a:cs typeface="Times New Roman" panose="02020603050405020304" pitchFamily="18" charset="0"/>
              </a:rPr>
              <a:t> بَـعْــدَ تَـغْــيِــيــرِ الإِقْـــلَاعِ الأَوَلِـي </a:t>
            </a:r>
            <a:r>
              <a:rPr lang="ar-DZ" sz="4400" b="1" dirty="0">
                <a:solidFill>
                  <a:srgbClr val="00000A"/>
                </a:solidFill>
                <a:latin typeface="Liberation Serif"/>
                <a:ea typeface="Droid Sans Fallback"/>
                <a:cs typeface="Times New Roman" panose="02020603050405020304" pitchFamily="18" charset="0"/>
              </a:rPr>
              <a:t>( </a:t>
            </a:r>
            <a:r>
              <a:rPr lang="fr-FR" sz="4400" b="1" dirty="0">
                <a:solidFill>
                  <a:srgbClr val="00000A"/>
                </a:solidFill>
                <a:latin typeface="Times New Roman" panose="02020603050405020304" pitchFamily="18" charset="0"/>
                <a:ea typeface="Droid Sans Fallback"/>
                <a:cs typeface="FreeSans"/>
              </a:rPr>
              <a:t>First Boot</a:t>
            </a:r>
            <a:r>
              <a:rPr lang="ar-DZ" sz="4400" b="1" dirty="0">
                <a:solidFill>
                  <a:srgbClr val="00000A"/>
                </a:solidFill>
                <a:latin typeface="Liberation Serif"/>
                <a:ea typeface="Droid Sans Fallback"/>
                <a:cs typeface="Times New Roman" panose="02020603050405020304" pitchFamily="18" charset="0"/>
              </a:rPr>
              <a:t> ) </a:t>
            </a:r>
            <a:r>
              <a:rPr lang="ar-DZ" sz="4400" b="1" dirty="0" smtClean="0">
                <a:solidFill>
                  <a:srgbClr val="00000A"/>
                </a:solidFill>
                <a:latin typeface="Liberation Serif"/>
                <a:ea typeface="Droid Sans Fallback"/>
                <a:cs typeface="Times New Roman" panose="02020603050405020304" pitchFamily="18" charset="0"/>
              </a:rPr>
              <a:t>وَتَـحْــدِيــدِهِ حَـــسْــبَ الـوَسِــيــلَـة الـمُــتَــوَفِّــرَةَ نَــتَّــبِـعُ الــمَـــرَاحِـــلَ الــتَـــالِـــيَـــةَ لِــتَــثْـــبِـــيـــتِ نِـــظَـــامِ الــتَــشْــغِـــيـــلِ  </a:t>
            </a:r>
            <a:r>
              <a:rPr lang="en-US" sz="4400" b="1" dirty="0">
                <a:solidFill>
                  <a:srgbClr val="00000A"/>
                </a:solidFill>
                <a:latin typeface="Times New Roman" panose="02020603050405020304" pitchFamily="18" charset="0"/>
                <a:ea typeface="Droid Sans Fallback"/>
                <a:cs typeface="FreeSans"/>
              </a:rPr>
              <a:t>Windows </a:t>
            </a:r>
            <a:r>
              <a:rPr lang="ar-DZ" sz="4400" b="1" dirty="0" smtClean="0">
                <a:solidFill>
                  <a:srgbClr val="00000A"/>
                </a:solidFill>
                <a:latin typeface="Times New Roman" panose="02020603050405020304" pitchFamily="18" charset="0"/>
                <a:ea typeface="Droid Sans Fallback"/>
                <a:cs typeface="FreeSans"/>
              </a:rPr>
              <a:t> </a:t>
            </a:r>
            <a:r>
              <a:rPr lang="ar-DZ" sz="4400" b="1" dirty="0" smtClean="0">
                <a:solidFill>
                  <a:srgbClr val="00000A"/>
                </a:solidFill>
                <a:latin typeface="Liberation Serif"/>
                <a:ea typeface="Droid Sans Fallback"/>
                <a:cs typeface="Times New Roman" panose="02020603050405020304" pitchFamily="18" charset="0"/>
              </a:rPr>
              <a:t> </a:t>
            </a:r>
            <a:r>
              <a:rPr lang="ar-DZ" sz="4400" b="1" dirty="0">
                <a:solidFill>
                  <a:srgbClr val="00000A"/>
                </a:solidFill>
                <a:latin typeface="Liberation Serif"/>
                <a:ea typeface="Droid Sans Fallback"/>
                <a:cs typeface="Times New Roman" panose="02020603050405020304" pitchFamily="18" charset="0"/>
              </a:rPr>
              <a:t>: </a:t>
            </a:r>
            <a:endParaRPr lang="fr-FR" sz="4000" dirty="0">
              <a:solidFill>
                <a:srgbClr val="00000A"/>
              </a:solidFill>
              <a:latin typeface="Liberation Serif"/>
              <a:ea typeface="Droid Sans Fallback"/>
              <a:cs typeface="FreeSans"/>
            </a:endParaRPr>
          </a:p>
          <a:p>
            <a:pPr marL="0" indent="0" algn="ctr" rtl="1">
              <a:lnSpc>
                <a:spcPct val="125000"/>
              </a:lnSpc>
              <a:buNone/>
            </a:pPr>
            <a:endParaRPr lang="ar-DZ" sz="4400" b="1" dirty="0" smtClean="0">
              <a:cs typeface="+mj-cs"/>
            </a:endParaRPr>
          </a:p>
          <a:p>
            <a:pPr marL="0" indent="0" algn="ctr" rtl="1">
              <a:lnSpc>
                <a:spcPct val="150000"/>
              </a:lnSpc>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6329680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23"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4" dur="7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a:solidFill>
                  <a:srgbClr val="FF0000"/>
                </a:solidFill>
                <a:cs typeface="Times New Roman" panose="02020603050405020304" pitchFamily="18" charset="0"/>
              </a:rPr>
              <a:t>5. مــراحــل تــثـبـــيــت نـظـــام الـتــشــغــيــل  ـــ   تـــابــع</a:t>
            </a:r>
            <a:endParaRPr lang="fr-FR" sz="5400"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ctr" rtl="1">
              <a:buNone/>
            </a:pPr>
            <a:endParaRPr lang="ar-DZ" sz="1000" b="1" dirty="0" smtClean="0">
              <a:cs typeface="+mj-cs"/>
            </a:endParaRPr>
          </a:p>
          <a:p>
            <a:pPr lvl="0" algn="just" rtl="1">
              <a:lnSpc>
                <a:spcPct val="145000"/>
              </a:lnSpc>
              <a:buClr>
                <a:srgbClr val="0070C0"/>
              </a:buClr>
              <a:buFont typeface="+mj-lt"/>
              <a:buAutoNum type="arabicPeriod"/>
            </a:pP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ن</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ـض</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ـع</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 ق</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ــر</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ص</a:t>
            </a:r>
            <a:r>
              <a:rPr lang="ar-DZ" sz="4400" b="1" dirty="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ar-SA" sz="4400" b="1" dirty="0">
                <a:latin typeface="Calibri" panose="020F0502020204030204" pitchFamily="34" charset="0"/>
                <a:ea typeface="Times New Roman" panose="02020603050405020304" pitchFamily="18" charset="0"/>
                <a:cs typeface="Times New Roman" panose="02020603050405020304" pitchFamily="18" charset="0"/>
              </a:rPr>
              <a:t>نــظــام الـتــشــغــيــل فـي </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ق</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ــار</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ئ</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ar-SA" sz="4400" b="1" dirty="0" err="1" smtClean="0">
                <a:latin typeface="Calibri" panose="020F0502020204030204" pitchFamily="34" charset="0"/>
                <a:ea typeface="Times New Roman" panose="02020603050405020304" pitchFamily="18" charset="0"/>
                <a:cs typeface="Times New Roman" panose="02020603050405020304" pitchFamily="18" charset="0"/>
              </a:rPr>
              <a:t>الأ</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ق</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ــر</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اص</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 الـم</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ـض</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ـغ</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err="1" smtClean="0">
                <a:latin typeface="Calibri" panose="020F0502020204030204" pitchFamily="34" charset="0"/>
                <a:ea typeface="Times New Roman" panose="02020603050405020304" pitchFamily="18" charset="0"/>
                <a:cs typeface="Times New Roman" panose="02020603050405020304" pitchFamily="18" charset="0"/>
              </a:rPr>
              <a:t>وط</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ـة</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ar-SA" sz="4400" b="1" dirty="0">
                <a:latin typeface="Calibri" panose="020F0502020204030204" pitchFamily="34" charset="0"/>
                <a:ea typeface="Times New Roman" panose="02020603050405020304" pitchFamily="18" charset="0"/>
                <a:cs typeface="Times New Roman" panose="02020603050405020304" pitchFamily="18" charset="0"/>
              </a:rPr>
              <a:t>أو </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الـذ</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اك</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ـر</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ة</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 الـ</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و</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ام</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ـض</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ة</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ar-SA" sz="4400" b="1" dirty="0">
                <a:latin typeface="Calibri" panose="020F0502020204030204" pitchFamily="34" charset="0"/>
                <a:ea typeface="Times New Roman" panose="02020603050405020304" pitchFamily="18" charset="0"/>
                <a:cs typeface="Times New Roman" panose="02020603050405020304" pitchFamily="18" charset="0"/>
              </a:rPr>
              <a:t>فـي </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الـ</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م</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ـن</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ـف</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ذ</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ar-DZ" sz="4400" b="1" dirty="0" smtClean="0">
                <a:latin typeface="Times New Roman" panose="02020603050405020304" pitchFamily="18" charset="0"/>
                <a:ea typeface="Times New Roman" panose="02020603050405020304" pitchFamily="18" charset="0"/>
              </a:rPr>
              <a:t>"</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fr-FR" sz="4400" b="1" dirty="0" smtClean="0">
                <a:latin typeface="Times New Roman" panose="02020603050405020304" pitchFamily="18" charset="0"/>
                <a:ea typeface="Times New Roman" panose="02020603050405020304" pitchFamily="18" charset="0"/>
                <a:cs typeface="Arial" panose="020B0604020202020204" pitchFamily="34" charset="0"/>
              </a:rPr>
              <a:t>USB</a:t>
            </a:r>
            <a:r>
              <a:rPr lang="ar-DZ" sz="4400" b="1" dirty="0" smtClean="0">
                <a:latin typeface="Times New Roman" panose="02020603050405020304" pitchFamily="18" charset="0"/>
                <a:ea typeface="Times New Roman" panose="02020603050405020304" pitchFamily="18" charset="0"/>
                <a:cs typeface="Arial" panose="020B0604020202020204" pitchFamily="34" charset="0"/>
              </a:rPr>
              <a:t> "</a:t>
            </a:r>
            <a:endParaRPr lang="fr-FR" sz="4000" dirty="0" smtClean="0">
              <a:solidFill>
                <a:srgbClr val="00000A"/>
              </a:solidFill>
              <a:latin typeface="Liberation Serif"/>
              <a:ea typeface="Droid Sans Fallback"/>
              <a:cs typeface="FreeSans"/>
            </a:endParaRPr>
          </a:p>
          <a:p>
            <a:pPr marL="0" indent="0" algn="ctr" rtl="1">
              <a:lnSpc>
                <a:spcPct val="125000"/>
              </a:lnSpc>
              <a:buNone/>
            </a:pPr>
            <a:endParaRPr lang="ar-DZ" sz="4400" b="1" dirty="0" smtClean="0">
              <a:cs typeface="+mj-cs"/>
            </a:endParaRPr>
          </a:p>
          <a:p>
            <a:pPr marL="0" indent="0" algn="ctr" rtl="1">
              <a:lnSpc>
                <a:spcPct val="150000"/>
              </a:lnSpc>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20422784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23"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4" dur="7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a:solidFill>
                  <a:srgbClr val="FF0000"/>
                </a:solidFill>
                <a:cs typeface="Times New Roman" panose="02020603050405020304" pitchFamily="18" charset="0"/>
              </a:rPr>
              <a:t>5. مــراحــل تــثـبـــيــت نـظـــام الـتــشــغــيــل  ـــ   تـــابــع</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ctr" rtl="1">
              <a:buNone/>
            </a:pPr>
            <a:endParaRPr lang="ar-DZ" sz="1000" b="1" dirty="0" smtClean="0">
              <a:cs typeface="+mj-cs"/>
            </a:endParaRPr>
          </a:p>
          <a:p>
            <a:pPr marL="742950" lvl="0" indent="-742950" algn="just" rtl="1">
              <a:lnSpc>
                <a:spcPct val="145000"/>
              </a:lnSpc>
              <a:buClr>
                <a:srgbClr val="0070C0"/>
              </a:buClr>
              <a:buFont typeface="+mj-lt"/>
              <a:buAutoNum type="arabicPeriod" startAt="2"/>
            </a:pPr>
            <a:r>
              <a:rPr lang="ar-DZ" sz="4400" b="1" dirty="0" smtClean="0">
                <a:solidFill>
                  <a:srgbClr val="00000A"/>
                </a:solidFill>
                <a:ea typeface="Droid Sans Fallback"/>
                <a:cs typeface="Times New Roman" panose="02020603050405020304" pitchFamily="18" charset="0"/>
              </a:rPr>
              <a:t>نُـشَـغِّــلُ الـجِــهــازَ فَــيُــطْــلَــبُ </a:t>
            </a:r>
            <a:r>
              <a:rPr lang="ar-DZ" sz="4400" b="1" dirty="0">
                <a:solidFill>
                  <a:srgbClr val="00000A"/>
                </a:solidFill>
                <a:ea typeface="Droid Sans Fallback"/>
                <a:cs typeface="Times New Roman" panose="02020603050405020304" pitchFamily="18" charset="0"/>
              </a:rPr>
              <a:t>مِــنَــا </a:t>
            </a:r>
            <a:r>
              <a:rPr lang="ar-DZ" sz="4400" b="1" dirty="0" smtClean="0">
                <a:solidFill>
                  <a:srgbClr val="00000A"/>
                </a:solidFill>
                <a:ea typeface="Droid Sans Fallback"/>
                <a:cs typeface="Times New Roman" panose="02020603050405020304" pitchFamily="18" charset="0"/>
              </a:rPr>
              <a:t>الـضَـغْــطَ عــلـى </a:t>
            </a:r>
            <a:r>
              <a:rPr lang="ar-DZ" sz="4400" b="1" dirty="0">
                <a:solidFill>
                  <a:srgbClr val="00000A"/>
                </a:solidFill>
                <a:ea typeface="Droid Sans Fallback"/>
                <a:cs typeface="Times New Roman" panose="02020603050405020304" pitchFamily="18" charset="0"/>
              </a:rPr>
              <a:t>أيِّ </a:t>
            </a:r>
            <a:r>
              <a:rPr lang="ar-DZ" sz="4400" b="1" dirty="0" smtClean="0">
                <a:solidFill>
                  <a:srgbClr val="00000A"/>
                </a:solidFill>
                <a:ea typeface="Droid Sans Fallback"/>
                <a:cs typeface="Times New Roman" panose="02020603050405020304" pitchFamily="18" charset="0"/>
              </a:rPr>
              <a:t>مــفــتــاحٍ </a:t>
            </a:r>
            <a:r>
              <a:rPr lang="ar-DZ" sz="4400" b="1" dirty="0">
                <a:solidFill>
                  <a:srgbClr val="00000A"/>
                </a:solidFill>
                <a:ea typeface="Droid Sans Fallback"/>
                <a:cs typeface="Times New Roman" panose="02020603050405020304" pitchFamily="18" charset="0"/>
              </a:rPr>
              <a:t>مـن لــوحــة </a:t>
            </a:r>
            <a:r>
              <a:rPr lang="ar-DZ" sz="4400" b="1" dirty="0" smtClean="0">
                <a:solidFill>
                  <a:srgbClr val="00000A"/>
                </a:solidFill>
                <a:ea typeface="Droid Sans Fallback"/>
                <a:cs typeface="Times New Roman" panose="02020603050405020304" pitchFamily="18" charset="0"/>
              </a:rPr>
              <a:t>الـمــفــاتــيــح</a:t>
            </a:r>
          </a:p>
          <a:p>
            <a:pPr marL="742950" lvl="0" indent="-742950" algn="just" rtl="1">
              <a:lnSpc>
                <a:spcPct val="145000"/>
              </a:lnSpc>
              <a:buClr>
                <a:srgbClr val="0070C0"/>
              </a:buClr>
              <a:buFont typeface="+mj-lt"/>
              <a:buAutoNum type="arabicPeriod" startAt="2"/>
            </a:pPr>
            <a:r>
              <a:rPr lang="ar-DZ" sz="4400" b="1" dirty="0" smtClean="0">
                <a:solidFill>
                  <a:srgbClr val="00000A"/>
                </a:solidFill>
                <a:ea typeface="Droid Sans Fallback"/>
                <a:cs typeface="Times New Roman" panose="02020603050405020304" pitchFamily="18" charset="0"/>
              </a:rPr>
              <a:t>بَــعْــدَ الـضَـغْــطِ تَــبْــدَأُ عَــمَــلِــيَــةُ جَــمْــعِ وَنَــسْــخِ </a:t>
            </a:r>
            <a:r>
              <a:rPr lang="ar-DZ" sz="4400" b="1" dirty="0">
                <a:solidFill>
                  <a:srgbClr val="00000A"/>
                </a:solidFill>
                <a:ea typeface="Droid Sans Fallback"/>
                <a:cs typeface="Times New Roman" panose="02020603050405020304" pitchFamily="18" charset="0"/>
              </a:rPr>
              <a:t>الـمــلــفــات</a:t>
            </a:r>
            <a:endParaRPr lang="ar-DZ" sz="4400" b="1" dirty="0" smtClean="0">
              <a:cs typeface="+mj-cs"/>
            </a:endParaRPr>
          </a:p>
          <a:p>
            <a:pPr marL="0" indent="0" algn="ctr" rtl="1">
              <a:lnSpc>
                <a:spcPct val="150000"/>
              </a:lnSpc>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188806034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a:solidFill>
                  <a:srgbClr val="FF0000"/>
                </a:solidFill>
                <a:cs typeface="Times New Roman" panose="02020603050405020304" pitchFamily="18" charset="0"/>
              </a:rPr>
              <a:t>5. مــراحــل تــثـبـــيــت نـظـــام الـتــشــغــيــل  ـــ   تـــابــع</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ctr" rtl="1">
              <a:buNone/>
            </a:pPr>
            <a:endParaRPr lang="ar-DZ" sz="1000" b="1" dirty="0" smtClean="0">
              <a:cs typeface="+mj-cs"/>
            </a:endParaRPr>
          </a:p>
          <a:p>
            <a:pPr marL="742950" lvl="0" indent="-742950" algn="just" rtl="1">
              <a:buClr>
                <a:srgbClr val="0070C0"/>
              </a:buClr>
              <a:buFont typeface="+mj-lt"/>
              <a:buAutoNum type="arabicPeriod" startAt="4"/>
            </a:pPr>
            <a:r>
              <a:rPr lang="ar-DZ" sz="4400" b="1" dirty="0" smtClean="0">
                <a:solidFill>
                  <a:srgbClr val="00000A"/>
                </a:solidFill>
                <a:ea typeface="Droid Sans Fallback"/>
                <a:cs typeface="Times New Roman" panose="02020603050405020304" pitchFamily="18" charset="0"/>
              </a:rPr>
              <a:t>تَــظْــهَــرُ نَـــافِـــذَةٌ نَــخْــتَــارُ </a:t>
            </a:r>
            <a:r>
              <a:rPr lang="ar-DZ" sz="4400" b="1" dirty="0">
                <a:solidFill>
                  <a:srgbClr val="00000A"/>
                </a:solidFill>
                <a:ea typeface="Droid Sans Fallback"/>
                <a:cs typeface="Times New Roman" panose="02020603050405020304" pitchFamily="18" charset="0"/>
              </a:rPr>
              <a:t>فــيـهـا </a:t>
            </a:r>
            <a:r>
              <a:rPr lang="ar-DZ" sz="4400" b="1" dirty="0" smtClean="0">
                <a:solidFill>
                  <a:srgbClr val="00000A"/>
                </a:solidFill>
                <a:ea typeface="Droid Sans Fallback"/>
                <a:cs typeface="Times New Roman" panose="02020603050405020304" pitchFamily="18" charset="0"/>
              </a:rPr>
              <a:t>لُــغَــةَ الـتَــثْــبِــيــتِ</a:t>
            </a:r>
          </a:p>
          <a:p>
            <a:pPr marL="742950" lvl="0" indent="-742950" algn="just" rtl="1">
              <a:buClr>
                <a:srgbClr val="0070C0"/>
              </a:buClr>
              <a:buFont typeface="+mj-lt"/>
              <a:buAutoNum type="arabicPeriod" startAt="4"/>
            </a:pPr>
            <a:r>
              <a:rPr lang="ar-DZ" sz="4400" b="1" dirty="0" smtClean="0">
                <a:solidFill>
                  <a:srgbClr val="00000A"/>
                </a:solidFill>
                <a:ea typeface="Droid Sans Fallback"/>
                <a:cs typeface="Times New Roman" panose="02020603050405020304" pitchFamily="18" charset="0"/>
              </a:rPr>
              <a:t>الـمُــصَــادَقَــةُ عــلـى شُــرُوطِ </a:t>
            </a:r>
            <a:r>
              <a:rPr lang="ar-DZ" sz="4400" b="1" dirty="0">
                <a:solidFill>
                  <a:srgbClr val="00000A"/>
                </a:solidFill>
                <a:ea typeface="Droid Sans Fallback"/>
                <a:cs typeface="Times New Roman" panose="02020603050405020304" pitchFamily="18" charset="0"/>
              </a:rPr>
              <a:t>اســتــعــمــال </a:t>
            </a:r>
            <a:r>
              <a:rPr lang="ar-DZ" sz="4400" b="1" dirty="0" smtClean="0">
                <a:solidFill>
                  <a:srgbClr val="00000A"/>
                </a:solidFill>
                <a:ea typeface="Droid Sans Fallback"/>
                <a:cs typeface="Times New Roman" panose="02020603050405020304" pitchFamily="18" charset="0"/>
              </a:rPr>
              <a:t>الـبــرنــامـج</a:t>
            </a:r>
          </a:p>
          <a:p>
            <a:pPr marL="742950" lvl="0" indent="-742950" algn="just" rtl="1">
              <a:buClr>
                <a:srgbClr val="0070C0"/>
              </a:buClr>
              <a:buFont typeface="+mj-lt"/>
              <a:buAutoNum type="arabicPeriod" startAt="4"/>
            </a:pPr>
            <a:r>
              <a:rPr lang="ar-DZ" sz="4400" b="1" dirty="0" smtClean="0">
                <a:solidFill>
                  <a:srgbClr val="00000A"/>
                </a:solidFill>
                <a:ea typeface="Droid Sans Fallback"/>
                <a:cs typeface="Times New Roman" panose="02020603050405020304" pitchFamily="18" charset="0"/>
              </a:rPr>
              <a:t>نَــخْــتَــارُ نَـــوْعَ الـتَــثْــبِــيــتِ :</a:t>
            </a:r>
          </a:p>
          <a:p>
            <a:pPr marL="0" lvl="0" indent="0" algn="just" rtl="1">
              <a:buClr>
                <a:srgbClr val="0070C0"/>
              </a:buClr>
              <a:buNone/>
            </a:pPr>
            <a:r>
              <a:rPr lang="ar-DZ" sz="4000" b="1" dirty="0">
                <a:solidFill>
                  <a:srgbClr val="00000A"/>
                </a:solidFill>
                <a:cs typeface="Times New Roman" panose="02020603050405020304" pitchFamily="18" charset="0"/>
              </a:rPr>
              <a:t>	</a:t>
            </a:r>
            <a:r>
              <a:rPr lang="ar-DZ" sz="4000" b="1" dirty="0" smtClean="0">
                <a:solidFill>
                  <a:srgbClr val="00000A"/>
                </a:solidFill>
                <a:effectLst>
                  <a:outerShdw blurRad="38100" dist="38100" dir="2700000" algn="tl">
                    <a:srgbClr val="000000">
                      <a:alpha val="43137"/>
                    </a:srgbClr>
                  </a:outerShdw>
                </a:effectLst>
                <a:cs typeface="Times New Roman" panose="02020603050405020304" pitchFamily="18" charset="0"/>
              </a:rPr>
              <a:t>─ </a:t>
            </a:r>
            <a:r>
              <a:rPr lang="ar-DZ" sz="4000" b="1" dirty="0" smtClean="0">
                <a:solidFill>
                  <a:srgbClr val="00000A"/>
                </a:solidFill>
                <a:ea typeface="Droid Sans Fallback"/>
                <a:cs typeface="Times New Roman" panose="02020603050405020304" pitchFamily="18" charset="0"/>
              </a:rPr>
              <a:t>تَــرْقِــيَــة </a:t>
            </a:r>
            <a:r>
              <a:rPr lang="ar-DZ" sz="4000" b="1" dirty="0">
                <a:solidFill>
                  <a:srgbClr val="00000A"/>
                </a:solidFill>
                <a:ea typeface="Droid Sans Fallback"/>
                <a:cs typeface="Times New Roman" panose="02020603050405020304" pitchFamily="18" charset="0"/>
              </a:rPr>
              <a:t>( فـي </a:t>
            </a:r>
            <a:r>
              <a:rPr lang="ar-DZ" sz="4000" b="1" dirty="0" smtClean="0">
                <a:solidFill>
                  <a:srgbClr val="00000A"/>
                </a:solidFill>
                <a:ea typeface="Droid Sans Fallback"/>
                <a:cs typeface="Times New Roman" panose="02020603050405020304" pitchFamily="18" charset="0"/>
              </a:rPr>
              <a:t>حـالـة وُجُــودِ نِـظَــامٍ مُــثَــبَّــتٍ مِـنْ قَـبْـل )</a:t>
            </a:r>
          </a:p>
          <a:p>
            <a:pPr marL="0" lvl="0" indent="0" algn="just" rtl="1">
              <a:buClr>
                <a:srgbClr val="0070C0"/>
              </a:buClr>
              <a:buNone/>
            </a:pPr>
            <a:r>
              <a:rPr lang="ar-DZ" sz="4000" b="1" dirty="0">
                <a:solidFill>
                  <a:srgbClr val="00000A"/>
                </a:solidFill>
                <a:cs typeface="Times New Roman" panose="02020603050405020304" pitchFamily="18" charset="0"/>
              </a:rPr>
              <a:t>	</a:t>
            </a:r>
            <a:r>
              <a:rPr lang="ar-DZ" sz="4000" b="1" dirty="0" smtClean="0">
                <a:solidFill>
                  <a:srgbClr val="00000A"/>
                </a:solidFill>
                <a:effectLst>
                  <a:outerShdw blurRad="38100" dist="38100" dir="2700000" algn="tl">
                    <a:srgbClr val="000000">
                      <a:alpha val="43137"/>
                    </a:srgbClr>
                  </a:outerShdw>
                </a:effectLst>
                <a:cs typeface="Times New Roman" panose="02020603050405020304" pitchFamily="18" charset="0"/>
              </a:rPr>
              <a:t>─ </a:t>
            </a:r>
            <a:r>
              <a:rPr lang="ar-DZ" sz="4000" b="1" dirty="0" smtClean="0">
                <a:solidFill>
                  <a:srgbClr val="00000A"/>
                </a:solidFill>
                <a:ea typeface="Droid Sans Fallback"/>
                <a:cs typeface="Times New Roman" panose="02020603050405020304" pitchFamily="18" charset="0"/>
              </a:rPr>
              <a:t>تَــخْــصِــيــص  </a:t>
            </a:r>
            <a:r>
              <a:rPr lang="ar-DZ" sz="4000" b="1" dirty="0">
                <a:solidFill>
                  <a:srgbClr val="00000A"/>
                </a:solidFill>
                <a:ea typeface="Droid Sans Fallback"/>
                <a:cs typeface="Times New Roman" panose="02020603050405020304" pitchFamily="18" charset="0"/>
              </a:rPr>
              <a:t>:  </a:t>
            </a:r>
            <a:r>
              <a:rPr lang="ar-DZ" sz="4000" b="1" dirty="0" smtClean="0">
                <a:solidFill>
                  <a:srgbClr val="00000A"/>
                </a:solidFill>
                <a:ea typeface="Droid Sans Fallback"/>
                <a:cs typeface="Times New Roman" panose="02020603050405020304" pitchFamily="18" charset="0"/>
              </a:rPr>
              <a:t>تَــثْــبِــيــت جِـــدِيـــد</a:t>
            </a:r>
            <a:endParaRPr lang="ar-DZ" sz="40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292370855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a:solidFill>
                  <a:srgbClr val="FF0000"/>
                </a:solidFill>
                <a:cs typeface="Times New Roman" panose="02020603050405020304" pitchFamily="18" charset="0"/>
              </a:rPr>
              <a:t>5. مــراحــل تــثـبـــيــت نـظـــام الـتــشــغــيــل  ـــ   تـــابــع</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r" rtl="1">
              <a:buNone/>
            </a:pPr>
            <a:endParaRPr lang="ar-DZ" sz="600" b="1" dirty="0" smtClean="0">
              <a:cs typeface="+mj-cs"/>
            </a:endParaRPr>
          </a:p>
          <a:p>
            <a:pPr marL="742950" lvl="0" indent="-742950" algn="just" rtl="1">
              <a:buClr>
                <a:srgbClr val="0070C0"/>
              </a:buClr>
              <a:buFont typeface="+mj-lt"/>
              <a:buAutoNum type="arabicPeriod" startAt="7"/>
            </a:pPr>
            <a:r>
              <a:rPr lang="ar-DZ" sz="4400" b="1" dirty="0" smtClean="0">
                <a:solidFill>
                  <a:srgbClr val="00000A"/>
                </a:solidFill>
                <a:ea typeface="Droid Sans Fallback"/>
                <a:cs typeface="Times New Roman" panose="02020603050405020304" pitchFamily="18" charset="0"/>
              </a:rPr>
              <a:t>اِخْــتِــيَــارُ مَــوْضِـعُ الـتَــثْــبِــيــتِ </a:t>
            </a:r>
            <a:r>
              <a:rPr lang="ar-DZ" sz="4400" b="1" dirty="0">
                <a:solidFill>
                  <a:srgbClr val="00000A"/>
                </a:solidFill>
                <a:ea typeface="Droid Sans Fallback"/>
                <a:cs typeface="Times New Roman" panose="02020603050405020304" pitchFamily="18" charset="0"/>
              </a:rPr>
              <a:t>فـي </a:t>
            </a:r>
            <a:r>
              <a:rPr lang="ar-DZ" sz="4400" b="1" dirty="0" smtClean="0">
                <a:solidFill>
                  <a:srgbClr val="00000A"/>
                </a:solidFill>
                <a:ea typeface="Droid Sans Fallback"/>
                <a:cs typeface="Times New Roman" panose="02020603050405020304" pitchFamily="18" charset="0"/>
              </a:rPr>
              <a:t>الأَقْـــرَاصِ الـمُــتَــوَفِـــرَة  </a:t>
            </a:r>
            <a:r>
              <a:rPr lang="ar-DZ" sz="4400" b="1" dirty="0">
                <a:solidFill>
                  <a:srgbClr val="00000A"/>
                </a:solidFill>
                <a:ea typeface="Droid Sans Fallback"/>
                <a:cs typeface="Times New Roman" panose="02020603050405020304" pitchFamily="18" charset="0"/>
              </a:rPr>
              <a:t>( ... </a:t>
            </a:r>
            <a:r>
              <a:rPr lang="en-US" sz="4400" b="1" dirty="0">
                <a:solidFill>
                  <a:srgbClr val="00000A"/>
                </a:solidFill>
                <a:latin typeface="Times New Roman" panose="02020603050405020304" pitchFamily="18" charset="0"/>
                <a:ea typeface="Droid Sans Fallback"/>
              </a:rPr>
              <a:t>C ; D ; E</a:t>
            </a:r>
            <a:r>
              <a:rPr lang="ar-DZ" sz="4400" b="1" dirty="0">
                <a:solidFill>
                  <a:srgbClr val="00000A"/>
                </a:solidFill>
                <a:ea typeface="Droid Sans Fallback"/>
                <a:cs typeface="Times New Roman" panose="02020603050405020304" pitchFamily="18" charset="0"/>
              </a:rPr>
              <a:t> )</a:t>
            </a:r>
            <a:endParaRPr lang="ar-DZ" sz="4400" b="1" dirty="0" smtClean="0">
              <a:solidFill>
                <a:srgbClr val="00000A"/>
              </a:solidFill>
              <a:ea typeface="Droid Sans Fallback"/>
              <a:cs typeface="Times New Roman" panose="02020603050405020304" pitchFamily="18" charset="0"/>
            </a:endParaRPr>
          </a:p>
          <a:p>
            <a:pPr marL="742950" lvl="0" indent="-742950" algn="just" rtl="1">
              <a:buClr>
                <a:srgbClr val="0070C0"/>
              </a:buClr>
              <a:buFont typeface="+mj-lt"/>
              <a:buAutoNum type="arabicPeriod" startAt="7"/>
            </a:pPr>
            <a:r>
              <a:rPr lang="ar-DZ" sz="4400" b="1" dirty="0" smtClean="0">
                <a:solidFill>
                  <a:srgbClr val="00000A"/>
                </a:solidFill>
                <a:ea typeface="Droid Sans Fallback"/>
                <a:cs typeface="Times New Roman" panose="02020603050405020304" pitchFamily="18" charset="0"/>
              </a:rPr>
              <a:t>تَــبْــدَأُ </a:t>
            </a:r>
            <a:r>
              <a:rPr lang="ar-DZ" sz="4400" b="1" dirty="0">
                <a:solidFill>
                  <a:srgbClr val="00000A"/>
                </a:solidFill>
                <a:ea typeface="Droid Sans Fallback"/>
                <a:cs typeface="Times New Roman" panose="02020603050405020304" pitchFamily="18" charset="0"/>
              </a:rPr>
              <a:t>عَــمَــلِــيَــةُ الـتَــثْــبِــيــتِ وَنَــسْــخِ </a:t>
            </a:r>
            <a:r>
              <a:rPr lang="ar-DZ" sz="4400" b="1" dirty="0" smtClean="0">
                <a:solidFill>
                  <a:srgbClr val="00000A"/>
                </a:solidFill>
                <a:ea typeface="Droid Sans Fallback"/>
                <a:cs typeface="Times New Roman" panose="02020603050405020304" pitchFamily="18" charset="0"/>
              </a:rPr>
              <a:t>وَفَـــكِ </a:t>
            </a:r>
            <a:r>
              <a:rPr lang="ar-DZ" sz="4400" b="1" dirty="0">
                <a:solidFill>
                  <a:srgbClr val="00000A"/>
                </a:solidFill>
                <a:ea typeface="Droid Sans Fallback"/>
                <a:cs typeface="Times New Roman" panose="02020603050405020304" pitchFamily="18" charset="0"/>
              </a:rPr>
              <a:t>مــلــفــات  </a:t>
            </a:r>
            <a:r>
              <a:rPr lang="en-US" sz="4400" b="1" dirty="0" smtClean="0">
                <a:solidFill>
                  <a:srgbClr val="00000A"/>
                </a:solidFill>
                <a:latin typeface="Times New Roman" panose="02020603050405020304" pitchFamily="18" charset="0"/>
                <a:ea typeface="Droid Sans Fallback"/>
              </a:rPr>
              <a:t>Windows</a:t>
            </a:r>
            <a:r>
              <a:rPr lang="ar-DZ" sz="4400" b="1" dirty="0" smtClean="0">
                <a:solidFill>
                  <a:srgbClr val="00000A"/>
                </a:solidFill>
                <a:latin typeface="Times New Roman" panose="02020603050405020304" pitchFamily="18" charset="0"/>
                <a:ea typeface="Droid Sans Fallback"/>
              </a:rPr>
              <a:t> </a:t>
            </a:r>
          </a:p>
          <a:p>
            <a:pPr marL="742950" lvl="0" indent="-742950" algn="just" rtl="1">
              <a:buClr>
                <a:srgbClr val="0070C0"/>
              </a:buClr>
              <a:buFont typeface="+mj-lt"/>
              <a:buAutoNum type="arabicPeriod" startAt="7"/>
            </a:pPr>
            <a:r>
              <a:rPr lang="ar-DZ" sz="4400" b="1" dirty="0" smtClean="0">
                <a:solidFill>
                  <a:srgbClr val="00000A"/>
                </a:solidFill>
                <a:ea typeface="Droid Sans Fallback"/>
                <a:cs typeface="Times New Roman" panose="02020603050405020304" pitchFamily="18" charset="0"/>
              </a:rPr>
              <a:t>إِعَـــادَةُ الـتَــشْــغِــيــلِ </a:t>
            </a:r>
            <a:r>
              <a:rPr lang="ar-DZ" sz="4400" b="1" dirty="0">
                <a:solidFill>
                  <a:srgbClr val="00000A"/>
                </a:solidFill>
                <a:ea typeface="Droid Sans Fallback"/>
                <a:cs typeface="Times New Roman" panose="02020603050405020304" pitchFamily="18" charset="0"/>
              </a:rPr>
              <a:t>( </a:t>
            </a:r>
            <a:r>
              <a:rPr lang="ar-DZ" sz="4400" b="1" dirty="0" smtClean="0">
                <a:solidFill>
                  <a:srgbClr val="00000A"/>
                </a:solidFill>
                <a:ea typeface="Droid Sans Fallback"/>
                <a:cs typeface="Times New Roman" panose="02020603050405020304" pitchFamily="18" charset="0"/>
              </a:rPr>
              <a:t>لَا تَــضْــغَــطْ عَــلَـى </a:t>
            </a:r>
            <a:r>
              <a:rPr lang="ar-DZ" sz="4400" b="1" dirty="0">
                <a:solidFill>
                  <a:srgbClr val="00000A"/>
                </a:solidFill>
                <a:ea typeface="Droid Sans Fallback"/>
                <a:cs typeface="Times New Roman" panose="02020603050405020304" pitchFamily="18" charset="0"/>
              </a:rPr>
              <a:t>أيِّ </a:t>
            </a:r>
            <a:r>
              <a:rPr lang="ar-DZ" sz="4400" b="1" dirty="0" smtClean="0">
                <a:solidFill>
                  <a:srgbClr val="00000A"/>
                </a:solidFill>
                <a:ea typeface="Droid Sans Fallback"/>
                <a:cs typeface="Times New Roman" panose="02020603050405020304" pitchFamily="18" charset="0"/>
              </a:rPr>
              <a:t>مِــفْــتَــاحٍ </a:t>
            </a:r>
            <a:r>
              <a:rPr lang="ar-DZ" sz="4400" b="1" dirty="0">
                <a:solidFill>
                  <a:srgbClr val="00000A"/>
                </a:solidFill>
                <a:ea typeface="Droid Sans Fallback"/>
                <a:cs typeface="Times New Roman" panose="02020603050405020304" pitchFamily="18" charset="0"/>
              </a:rPr>
              <a:t>)</a:t>
            </a:r>
            <a:endParaRPr lang="ar-DZ" sz="4400" b="1" dirty="0" smtClean="0">
              <a:solidFill>
                <a:srgbClr val="00000A"/>
              </a:solidFill>
              <a:ea typeface="Droid Sans Fallback"/>
              <a:cs typeface="Times New Roman" panose="02020603050405020304" pitchFamily="18" charset="0"/>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299907844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a:solidFill>
                  <a:srgbClr val="FF0000"/>
                </a:solidFill>
                <a:cs typeface="Times New Roman" panose="02020603050405020304" pitchFamily="18" charset="0"/>
              </a:rPr>
              <a:t>5. مــراحــل تــثـبـــيــت نـظـــام الـتــشــغــيــل  ـــ   تـــابــع</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r" rtl="1">
              <a:buNone/>
            </a:pPr>
            <a:endParaRPr lang="ar-DZ" sz="600" b="1" dirty="0" smtClean="0">
              <a:cs typeface="+mj-cs"/>
            </a:endParaRPr>
          </a:p>
          <a:p>
            <a:pPr marL="742950" lvl="0" indent="-742950" algn="just" rtl="1">
              <a:buClr>
                <a:srgbClr val="0070C0"/>
              </a:buClr>
              <a:buFont typeface="+mj-lt"/>
              <a:buAutoNum type="arabicPeriod" startAt="10"/>
            </a:pPr>
            <a:r>
              <a:rPr lang="ar-DZ" sz="4400" b="1" dirty="0" smtClean="0">
                <a:solidFill>
                  <a:srgbClr val="00000A"/>
                </a:solidFill>
                <a:ea typeface="Droid Sans Fallback"/>
                <a:cs typeface="Times New Roman" panose="02020603050405020304" pitchFamily="18" charset="0"/>
              </a:rPr>
              <a:t> إِدْخَـــالُ اِسْـــمُ الـمــســتــعـــمــل وَإِدْخَـــالُ كَــلِــمَــة مُـــرُور </a:t>
            </a:r>
          </a:p>
          <a:p>
            <a:pPr marL="742950" lvl="0" indent="-742950" algn="just" rtl="1">
              <a:buClr>
                <a:srgbClr val="0070C0"/>
              </a:buClr>
              <a:buFont typeface="+mj-lt"/>
              <a:buAutoNum type="arabicPeriod" startAt="10"/>
            </a:pPr>
            <a:r>
              <a:rPr lang="ar-DZ" sz="4400" b="1" dirty="0" smtClean="0">
                <a:solidFill>
                  <a:srgbClr val="00000A"/>
                </a:solidFill>
                <a:ea typeface="Droid Sans Fallback"/>
                <a:cs typeface="Times New Roman" panose="02020603050405020304" pitchFamily="18" charset="0"/>
              </a:rPr>
              <a:t> إِدْخَـالُ مِـفْــتَـاحِ الـبـرنــامـج </a:t>
            </a:r>
            <a:r>
              <a:rPr lang="ar-DZ" sz="4400" b="1" dirty="0">
                <a:solidFill>
                  <a:srgbClr val="00000A"/>
                </a:solidFill>
                <a:ea typeface="Droid Sans Fallback"/>
                <a:cs typeface="Times New Roman" panose="02020603050405020304" pitchFamily="18" charset="0"/>
              </a:rPr>
              <a:t>( </a:t>
            </a:r>
            <a:r>
              <a:rPr lang="en-US" sz="4400" b="1" dirty="0" err="1">
                <a:solidFill>
                  <a:srgbClr val="00000A"/>
                </a:solidFill>
                <a:latin typeface="Times New Roman" panose="02020603050405020304" pitchFamily="18" charset="0"/>
                <a:ea typeface="Droid Sans Fallback"/>
              </a:rPr>
              <a:t>Clé</a:t>
            </a:r>
            <a:r>
              <a:rPr lang="en-US" sz="4400" b="1" dirty="0">
                <a:solidFill>
                  <a:srgbClr val="00000A"/>
                </a:solidFill>
                <a:latin typeface="Times New Roman" panose="02020603050405020304" pitchFamily="18" charset="0"/>
                <a:ea typeface="Droid Sans Fallback"/>
              </a:rPr>
              <a:t> de Windows</a:t>
            </a:r>
            <a:r>
              <a:rPr lang="ar-DZ" sz="4400" b="1" dirty="0">
                <a:solidFill>
                  <a:srgbClr val="00000A"/>
                </a:solidFill>
                <a:ea typeface="Droid Sans Fallback"/>
                <a:cs typeface="Times New Roman" panose="02020603050405020304" pitchFamily="18" charset="0"/>
              </a:rPr>
              <a:t>  </a:t>
            </a:r>
            <a:r>
              <a:rPr lang="ar-DZ" sz="4400" b="1" dirty="0" smtClean="0">
                <a:solidFill>
                  <a:srgbClr val="00000A"/>
                </a:solidFill>
                <a:ea typeface="Droid Sans Fallback"/>
                <a:cs typeface="Times New Roman" panose="02020603050405020304" pitchFamily="18" charset="0"/>
              </a:rPr>
              <a:t>) </a:t>
            </a:r>
          </a:p>
          <a:p>
            <a:pPr marL="742950" lvl="0" indent="-742950" algn="just" rtl="1">
              <a:buClr>
                <a:srgbClr val="0070C0"/>
              </a:buClr>
              <a:buFont typeface="+mj-lt"/>
              <a:buAutoNum type="arabicPeriod" startAt="10"/>
            </a:pPr>
            <a:r>
              <a:rPr lang="ar-DZ" sz="4400" b="1" dirty="0" smtClean="0">
                <a:solidFill>
                  <a:srgbClr val="00000A"/>
                </a:solidFill>
                <a:ea typeface="Droid Sans Fallback"/>
                <a:cs typeface="Times New Roman" panose="02020603050405020304" pitchFamily="18" charset="0"/>
              </a:rPr>
              <a:t> اِخْــتِــيَــارُ الـمِــنْــطَــقَــةِ الــزَمَــنِــيَّــة</a:t>
            </a:r>
          </a:p>
          <a:p>
            <a:pPr marL="742950" lvl="0" indent="-742950" algn="just" rtl="1">
              <a:buClr>
                <a:srgbClr val="0070C0"/>
              </a:buClr>
              <a:buFont typeface="+mj-lt"/>
              <a:buAutoNum type="arabicPeriod" startAt="10"/>
            </a:pPr>
            <a:r>
              <a:rPr lang="ar-DZ" sz="4400" b="1" dirty="0" smtClean="0">
                <a:solidFill>
                  <a:srgbClr val="00000A"/>
                </a:solidFill>
                <a:ea typeface="Droid Sans Fallback"/>
                <a:cs typeface="Times New Roman" panose="02020603050405020304" pitchFamily="18" charset="0"/>
              </a:rPr>
              <a:t> ضَــبْــطُ الـوَقْـــتِ وَالـسَــاعَـــةِ</a:t>
            </a:r>
          </a:p>
          <a:p>
            <a:pPr marL="742950" lvl="0" indent="-742950" algn="just" rtl="1">
              <a:buClr>
                <a:srgbClr val="0070C0"/>
              </a:buClr>
              <a:buFont typeface="+mj-lt"/>
              <a:buAutoNum type="arabicPeriod" startAt="10"/>
            </a:pPr>
            <a:endParaRPr lang="ar-DZ" sz="4400" b="1" dirty="0" smtClean="0">
              <a:solidFill>
                <a:srgbClr val="00000A"/>
              </a:solidFill>
              <a:ea typeface="Droid Sans Fallback"/>
              <a:cs typeface="Times New Roman" panose="02020603050405020304" pitchFamily="18" charset="0"/>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256262374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a:solidFill>
                  <a:srgbClr val="FF0000"/>
                </a:solidFill>
                <a:cs typeface="Times New Roman" panose="02020603050405020304" pitchFamily="18" charset="0"/>
              </a:rPr>
              <a:t>5. مــراحــل تــثـبـــيــت نـظـــام الـتــشــغــيــل  ـــ   تـــابــع</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r" rtl="1">
              <a:buNone/>
            </a:pPr>
            <a:endParaRPr lang="ar-DZ" sz="600" b="1" dirty="0" smtClean="0">
              <a:cs typeface="+mj-cs"/>
            </a:endParaRPr>
          </a:p>
          <a:p>
            <a:pPr marL="742950" lvl="0" indent="-742950" algn="just" rtl="1">
              <a:buClr>
                <a:srgbClr val="0070C0"/>
              </a:buClr>
              <a:buFont typeface="+mj-lt"/>
              <a:buAutoNum type="arabicPeriod" startAt="14"/>
            </a:pPr>
            <a:r>
              <a:rPr lang="ar-DZ" sz="4400" b="1" dirty="0" smtClean="0">
                <a:solidFill>
                  <a:srgbClr val="00000A"/>
                </a:solidFill>
                <a:ea typeface="Droid Sans Fallback"/>
                <a:cs typeface="Times New Roman" panose="02020603050405020304" pitchFamily="18" charset="0"/>
              </a:rPr>
              <a:t> إِعْـــدَادُ الــشَــبَــكَــةِ</a:t>
            </a:r>
          </a:p>
          <a:p>
            <a:pPr marL="742950" lvl="0" indent="-742950" algn="just" rtl="1">
              <a:buClr>
                <a:srgbClr val="0070C0"/>
              </a:buClr>
              <a:buFont typeface="+mj-lt"/>
              <a:buAutoNum type="arabicPeriod" startAt="14"/>
            </a:pPr>
            <a:r>
              <a:rPr lang="ar-DZ" sz="4400" b="1" dirty="0" smtClean="0">
                <a:solidFill>
                  <a:srgbClr val="00000A"/>
                </a:solidFill>
                <a:ea typeface="Droid Sans Fallback"/>
                <a:cs typeface="Times New Roman" panose="02020603050405020304" pitchFamily="18" charset="0"/>
              </a:rPr>
              <a:t> </a:t>
            </a:r>
            <a:r>
              <a:rPr lang="fr-FR" sz="4400" b="1" dirty="0">
                <a:solidFill>
                  <a:srgbClr val="00000A"/>
                </a:solidFill>
                <a:latin typeface="Times New Roman" panose="02020603050405020304" pitchFamily="18" charset="0"/>
                <a:ea typeface="Droid Sans Fallback"/>
              </a:rPr>
              <a:t> </a:t>
            </a:r>
            <a:r>
              <a:rPr lang="ar-DZ" sz="4400" b="1" dirty="0" smtClean="0">
                <a:solidFill>
                  <a:srgbClr val="00000A"/>
                </a:solidFill>
                <a:latin typeface="Times New Roman" panose="02020603050405020304" pitchFamily="18" charset="0"/>
                <a:ea typeface="Droid Sans Fallback"/>
              </a:rPr>
              <a:t>اِنْــتِـهَــاءُ عَــمَــلِــيَــةِ الـتَــثْــبِــيــتِ</a:t>
            </a:r>
          </a:p>
          <a:p>
            <a:pPr marL="0" lvl="0" indent="0" algn="just" rtl="1">
              <a:buClr>
                <a:srgbClr val="0070C0"/>
              </a:buClr>
              <a:buNone/>
            </a:pPr>
            <a:endParaRPr lang="ar-DZ" b="1" dirty="0" smtClean="0">
              <a:solidFill>
                <a:srgbClr val="00000A"/>
              </a:solidFill>
              <a:ea typeface="Droid Sans Fallback"/>
              <a:cs typeface="Times New Roman" panose="02020603050405020304" pitchFamily="18" charset="0"/>
            </a:endParaRPr>
          </a:p>
          <a:p>
            <a:pPr marL="0" lvl="0" indent="0" algn="just" rtl="1">
              <a:buClr>
                <a:srgbClr val="0070C0"/>
              </a:buClr>
              <a:buNone/>
            </a:pPr>
            <a:r>
              <a:rPr lang="ar-DZ" sz="4400" b="1" dirty="0" smtClean="0">
                <a:solidFill>
                  <a:srgbClr val="00000A"/>
                </a:solidFill>
                <a:ea typeface="Droid Sans Fallback"/>
                <a:cs typeface="Times New Roman" panose="02020603050405020304" pitchFamily="18" charset="0"/>
              </a:rPr>
              <a:t>عِــنْــدَ </a:t>
            </a:r>
            <a:r>
              <a:rPr lang="ar-DZ" sz="4400" b="1" dirty="0">
                <a:solidFill>
                  <a:srgbClr val="00000A"/>
                </a:solidFill>
                <a:ea typeface="Droid Sans Fallback"/>
                <a:cs typeface="Times New Roman" panose="02020603050405020304" pitchFamily="18" charset="0"/>
              </a:rPr>
              <a:t>الِانْــتِـهَــاءِ يُــعَــادُ </a:t>
            </a:r>
            <a:r>
              <a:rPr lang="ar-DZ" sz="4400" b="1" dirty="0" smtClean="0">
                <a:solidFill>
                  <a:srgbClr val="00000A"/>
                </a:solidFill>
                <a:ea typeface="Droid Sans Fallback"/>
                <a:cs typeface="Times New Roman" panose="02020603050405020304" pitchFamily="18" charset="0"/>
              </a:rPr>
              <a:t>الـتَــشْــغِــيــلُ مَـــرَةً أُخْـــرَى تِــلْــقَــائِــيًــا وَبِـذَلِـكَ نَـكُـونُ قَــدْ </a:t>
            </a:r>
            <a:r>
              <a:rPr lang="ar-DZ" sz="4400" b="1" dirty="0">
                <a:solidFill>
                  <a:srgbClr val="00000A"/>
                </a:solidFill>
                <a:ea typeface="Droid Sans Fallback"/>
                <a:cs typeface="Times New Roman" panose="02020603050405020304" pitchFamily="18" charset="0"/>
              </a:rPr>
              <a:t>أَنْـهَــيْــنَــا </a:t>
            </a:r>
            <a:r>
              <a:rPr lang="ar-DZ" sz="4400" b="1" dirty="0" smtClean="0">
                <a:solidFill>
                  <a:srgbClr val="00000A"/>
                </a:solidFill>
                <a:ea typeface="Droid Sans Fallback"/>
                <a:cs typeface="Times New Roman" panose="02020603050405020304" pitchFamily="18" charset="0"/>
              </a:rPr>
              <a:t>عَــمَــلِــيَــةِ تَــثْــبِــيــتِ الـنِــظَـــامِ بِــنَــجَــاحٍ .</a:t>
            </a: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237164514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800" b="1" u="sng" dirty="0">
                <a:solidFill>
                  <a:srgbClr val="FF0000"/>
                </a:solidFill>
              </a:rPr>
              <a:t>واجــب مـنـزلـي</a:t>
            </a:r>
            <a:r>
              <a:rPr lang="ar-DZ" sz="4800" b="1" dirty="0">
                <a:solidFill>
                  <a:srgbClr val="FF0000"/>
                </a:solidFill>
              </a:rPr>
              <a:t> </a:t>
            </a:r>
            <a:r>
              <a:rPr lang="ar-DZ" sz="4800" b="1" dirty="0" smtClean="0">
                <a:solidFill>
                  <a:srgbClr val="FF0000"/>
                </a:solidFill>
                <a:cs typeface="+mj-cs"/>
              </a:rPr>
              <a:t>:</a:t>
            </a:r>
            <a:endParaRPr lang="fr-FR" sz="4800" i="1" dirty="0">
              <a:solidFill>
                <a:srgbClr val="FF0000"/>
              </a:solidFill>
              <a:cs typeface="+mj-cs"/>
            </a:endParaRPr>
          </a:p>
        </p:txBody>
      </p:sp>
      <p:sp>
        <p:nvSpPr>
          <p:cNvPr id="3" name="Espace réservé du contenu 2"/>
          <p:cNvSpPr>
            <a:spLocks noGrp="1"/>
          </p:cNvSpPr>
          <p:nvPr>
            <p:ph idx="1"/>
          </p:nvPr>
        </p:nvSpPr>
        <p:spPr>
          <a:xfrm>
            <a:off x="609600" y="1268760"/>
            <a:ext cx="10814992" cy="5112568"/>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SA" sz="4400" b="1" dirty="0">
                <a:cs typeface="+mj-cs"/>
              </a:rPr>
              <a:t>أ - مــا هــي أهــــم مــرحـــلــتــيــن عــنــد تــثــبــيـــت نــظـــام الــتــشــغـــيـــل ؟ عَــلِّــلْ إِجَـــابَــتَــك .</a:t>
            </a:r>
            <a:endParaRPr lang="fr-FR" sz="4400" dirty="0">
              <a:cs typeface="+mj-cs"/>
            </a:endParaRPr>
          </a:p>
          <a:p>
            <a:pPr marL="0" indent="0" algn="just" rtl="1">
              <a:lnSpc>
                <a:spcPct val="150000"/>
              </a:lnSpc>
              <a:buNone/>
            </a:pPr>
            <a:endParaRPr lang="fr-FR" sz="500" dirty="0">
              <a:cs typeface="+mj-cs"/>
            </a:endParaRPr>
          </a:p>
          <a:p>
            <a:pPr marL="0" indent="0" algn="just" rtl="1">
              <a:lnSpc>
                <a:spcPct val="150000"/>
              </a:lnSpc>
              <a:buNone/>
            </a:pPr>
            <a:r>
              <a:rPr lang="ar-SA" sz="4400" b="1" dirty="0">
                <a:cs typeface="+mj-cs"/>
              </a:rPr>
              <a:t>ب – </a:t>
            </a:r>
            <a:r>
              <a:rPr lang="ar-DZ" sz="4400" b="1" dirty="0">
                <a:cs typeface="+mj-cs"/>
              </a:rPr>
              <a:t>كــيــف يَـتِـمُّ تـغــيــيـــر الإقـــلاع الأول لـتــثــبــيـــت </a:t>
            </a:r>
            <a:r>
              <a:rPr lang="ar-SA" sz="4400" b="1" dirty="0">
                <a:cs typeface="+mj-cs"/>
              </a:rPr>
              <a:t>نــظـــام الــتــشــغـــيـــل </a:t>
            </a:r>
            <a:r>
              <a:rPr lang="ar-DZ" sz="4400" b="1" dirty="0">
                <a:cs typeface="+mj-cs"/>
              </a:rPr>
              <a:t>؟</a:t>
            </a:r>
            <a:endParaRPr lang="fr-FR" sz="4400"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278041898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p:cTn id="29"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0"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31"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3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à coins arrondis 8"/>
          <p:cNvSpPr/>
          <p:nvPr/>
        </p:nvSpPr>
        <p:spPr bwMode="auto">
          <a:xfrm>
            <a:off x="10668000" y="2786058"/>
            <a:ext cx="7143800" cy="78581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49263" fontAlgn="base">
              <a:spcBef>
                <a:spcPct val="0"/>
              </a:spcBef>
              <a:spcAft>
                <a:spcPct val="0"/>
              </a:spcAft>
              <a:buClr>
                <a:srgbClr val="000000"/>
              </a:buClr>
              <a:buSzPct val="100000"/>
            </a:pPr>
            <a:endParaRPr lang="fr-FR" sz="2400">
              <a:solidFill>
                <a:prstClr val="white"/>
              </a:solidFill>
            </a:endParaRPr>
          </a:p>
        </p:txBody>
      </p:sp>
      <p:pic>
        <p:nvPicPr>
          <p:cNvPr id="2054" name="Picture 7" descr="algeria_flags_3dclipart_www"/>
          <p:cNvPicPr>
            <a:picLocks noChangeAspect="1" noChangeArrowheads="1" noCrop="1"/>
          </p:cNvPicPr>
          <p:nvPr/>
        </p:nvPicPr>
        <p:blipFill>
          <a:blip r:embed="rId3" cstate="print"/>
          <a:srcRect/>
          <a:stretch>
            <a:fillRect/>
          </a:stretch>
        </p:blipFill>
        <p:spPr bwMode="auto">
          <a:xfrm>
            <a:off x="8939214" y="-71462"/>
            <a:ext cx="1728787" cy="1223963"/>
          </a:xfrm>
          <a:prstGeom prst="rect">
            <a:avLst/>
          </a:prstGeom>
          <a:noFill/>
          <a:ln w="9525">
            <a:noFill/>
            <a:miter lim="800000"/>
            <a:headEnd/>
            <a:tailEnd/>
          </a:ln>
        </p:spPr>
      </p:pic>
      <p:pic>
        <p:nvPicPr>
          <p:cNvPr id="2055" name="Picture 7" descr="algeria_flags_3dclipart_www"/>
          <p:cNvPicPr>
            <a:picLocks noChangeAspect="1" noChangeArrowheads="1" noCrop="1"/>
          </p:cNvPicPr>
          <p:nvPr/>
        </p:nvPicPr>
        <p:blipFill>
          <a:blip r:embed="rId3" cstate="print"/>
          <a:srcRect/>
          <a:stretch>
            <a:fillRect/>
          </a:stretch>
        </p:blipFill>
        <p:spPr bwMode="auto">
          <a:xfrm>
            <a:off x="1524000" y="0"/>
            <a:ext cx="1728788" cy="1223962"/>
          </a:xfrm>
          <a:prstGeom prst="rect">
            <a:avLst/>
          </a:prstGeom>
          <a:noFill/>
          <a:ln w="9525">
            <a:noFill/>
            <a:miter lim="800000"/>
            <a:headEnd/>
            <a:tailEnd/>
          </a:ln>
        </p:spPr>
      </p:pic>
      <p:sp>
        <p:nvSpPr>
          <p:cNvPr id="2" name="Espace réservé de la date 1"/>
          <p:cNvSpPr>
            <a:spLocks noGrp="1"/>
          </p:cNvSpPr>
          <p:nvPr>
            <p:ph type="dt" idx="10"/>
          </p:nvPr>
        </p:nvSpPr>
        <p:spPr/>
        <p:txBody>
          <a:bodyPr/>
          <a:lstStyle/>
          <a:p>
            <a:pPr>
              <a:defRPr/>
            </a:pPr>
            <a:fld id="{B4B70AF9-3FB6-400F-9757-12747EE37EB3}" type="datetime1">
              <a:rPr lang="fr-FR" smtClean="0"/>
              <a:t>11/10/2024</a:t>
            </a:fld>
            <a:endParaRPr lang="fr-FR" dirty="0"/>
          </a:p>
        </p:txBody>
      </p:sp>
      <p:sp>
        <p:nvSpPr>
          <p:cNvPr id="6" name="Rectangle à coins arrondis 5"/>
          <p:cNvSpPr/>
          <p:nvPr/>
        </p:nvSpPr>
        <p:spPr>
          <a:xfrm>
            <a:off x="938770" y="2012966"/>
            <a:ext cx="9793088" cy="3456385"/>
          </a:xfrm>
          <a:prstGeom prst="roundRect">
            <a:avLst>
              <a:gd name="adj" fmla="val 26762"/>
            </a:avLst>
          </a:prstGeom>
          <a:ln/>
        </p:spPr>
        <p:style>
          <a:lnRef idx="1">
            <a:schemeClr val="accent2"/>
          </a:lnRef>
          <a:fillRef idx="2">
            <a:schemeClr val="accent2"/>
          </a:fillRef>
          <a:effectRef idx="1">
            <a:schemeClr val="accent2"/>
          </a:effectRef>
          <a:fontRef idx="minor">
            <a:schemeClr val="dk1"/>
          </a:fontRef>
        </p:style>
        <p:txBody>
          <a:bodyPr rtlCol="0" anchor="ctr"/>
          <a:lstStyle/>
          <a:p>
            <a:pPr lvl="0" algn="ctr" defTabSz="1009650" rtl="1" eaLnBrk="0" fontAlgn="base" hangingPunct="0">
              <a:spcBef>
                <a:spcPct val="0"/>
              </a:spcBef>
              <a:spcAft>
                <a:spcPct val="0"/>
              </a:spcAft>
            </a:pPr>
            <a:r>
              <a:rPr lang="ar-DZ" altLang="zh-CN" sz="6000" b="1" u="sng" dirty="0" smtClean="0">
                <a:ln w="0"/>
                <a:solidFill>
                  <a:schemeClr val="tx1"/>
                </a:solidFill>
                <a:effectLst>
                  <a:outerShdw blurRad="38100" dist="19050" dir="2700000" algn="tl" rotWithShape="0">
                    <a:schemeClr val="dk1">
                      <a:alpha val="40000"/>
                    </a:schemeClr>
                  </a:outerShdw>
                </a:effectLst>
                <a:latin typeface="Times New Roman" pitchFamily="18" charset="0"/>
              </a:rPr>
              <a:t>شـــكـــــــــــرا لـــكــم</a:t>
            </a:r>
          </a:p>
          <a:p>
            <a:pPr lvl="0" algn="ctr" defTabSz="1009650" rtl="1" eaLnBrk="0" fontAlgn="base" hangingPunct="0">
              <a:spcBef>
                <a:spcPct val="0"/>
              </a:spcBef>
              <a:spcAft>
                <a:spcPct val="0"/>
              </a:spcAft>
            </a:pPr>
            <a:r>
              <a:rPr lang="ar-DZ" altLang="zh-CN" sz="6000" b="1" u="sng" dirty="0" smtClean="0">
                <a:ln w="0"/>
                <a:solidFill>
                  <a:schemeClr val="tx1"/>
                </a:solidFill>
                <a:effectLst>
                  <a:outerShdw blurRad="38100" dist="19050" dir="2700000" algn="tl" rotWithShape="0">
                    <a:schemeClr val="dk1">
                      <a:alpha val="40000"/>
                    </a:schemeClr>
                  </a:outerShdw>
                </a:effectLst>
                <a:latin typeface="Times New Roman" pitchFamily="18" charset="0"/>
                <a:cs typeface="+mj-cs"/>
              </a:rPr>
              <a:t>بالـتـوفـيـق للـجــمـيـع</a:t>
            </a:r>
            <a:endParaRPr lang="ar-SA" altLang="zh-CN" sz="6000" b="1" dirty="0">
              <a:ln w="0"/>
              <a:solidFill>
                <a:schemeClr val="tx1"/>
              </a:solidFill>
              <a:effectLst>
                <a:outerShdw blurRad="38100" dist="19050" dir="2700000" algn="tl" rotWithShape="0">
                  <a:schemeClr val="dk1">
                    <a:alpha val="40000"/>
                  </a:schemeClr>
                </a:outerShdw>
              </a:effectLst>
              <a:latin typeface="Arial" pitchFamily="34" charset="0"/>
              <a:cs typeface="+mj-cs"/>
            </a:endParaRPr>
          </a:p>
          <a:p>
            <a:pPr algn="ctr" rtl="1"/>
            <a:endParaRPr lang="fr-FR" sz="5000" b="1"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66360551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smtClean="0">
                <a:solidFill>
                  <a:srgbClr val="FF0000"/>
                </a:solidFill>
                <a:cs typeface="+mj-cs"/>
              </a:rPr>
              <a:t>5. مــراحــل </a:t>
            </a:r>
            <a:r>
              <a:rPr lang="ar-DZ" sz="3600" b="1" dirty="0">
                <a:solidFill>
                  <a:srgbClr val="FF0000"/>
                </a:solidFill>
                <a:cs typeface="+mj-cs"/>
              </a:rPr>
              <a:t>تــثـبـــيــت نـظـــام الـتــشــغــيــل  ( </a:t>
            </a:r>
            <a:r>
              <a:rPr lang="fr-FR" sz="3600" b="1" dirty="0">
                <a:solidFill>
                  <a:srgbClr val="FF0000"/>
                </a:solidFill>
                <a:cs typeface="+mj-cs"/>
              </a:rPr>
              <a:t>MS Windows </a:t>
            </a:r>
            <a:r>
              <a:rPr lang="fr-FR" sz="3600" b="1" dirty="0" smtClean="0">
                <a:solidFill>
                  <a:srgbClr val="FF0000"/>
                </a:solidFill>
                <a:cs typeface="+mj-cs"/>
              </a:rPr>
              <a:t>7</a:t>
            </a:r>
            <a:r>
              <a:rPr lang="ar-DZ" sz="3600" b="1" dirty="0" smtClean="0">
                <a:solidFill>
                  <a:srgbClr val="FF0000"/>
                </a:solidFill>
                <a:cs typeface="+mj-cs"/>
              </a:rPr>
              <a:t> )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ctr" rtl="1">
              <a:buNone/>
            </a:pPr>
            <a:endParaRPr lang="ar-DZ" sz="1000" b="1" dirty="0" smtClean="0">
              <a:cs typeface="+mj-cs"/>
            </a:endParaRPr>
          </a:p>
          <a:p>
            <a:pPr marL="0" indent="0" algn="ctr" rtl="1">
              <a:lnSpc>
                <a:spcPct val="125000"/>
              </a:lnSpc>
              <a:buNone/>
            </a:pPr>
            <a:r>
              <a:rPr lang="fr-FR" sz="4400" b="1" dirty="0" smtClean="0">
                <a:cs typeface="+mj-cs"/>
              </a:rPr>
              <a:t> </a:t>
            </a:r>
            <a:r>
              <a:rPr lang="ar-DZ" sz="4400" b="1" u="sng" dirty="0">
                <a:solidFill>
                  <a:srgbClr val="00B050"/>
                </a:solidFill>
                <a:cs typeface="+mj-cs"/>
              </a:rPr>
              <a:t>نَــشَــاط </a:t>
            </a:r>
            <a:r>
              <a:rPr lang="fr-FR" sz="4400" b="1" u="sng" dirty="0">
                <a:solidFill>
                  <a:srgbClr val="00B050"/>
                </a:solidFill>
                <a:cs typeface="+mj-cs"/>
              </a:rPr>
              <a:t>7</a:t>
            </a:r>
            <a:r>
              <a:rPr lang="ar-DZ" sz="4400" b="1" dirty="0">
                <a:solidFill>
                  <a:srgbClr val="00B050"/>
                </a:solidFill>
                <a:cs typeface="+mj-cs"/>
              </a:rPr>
              <a:t> </a:t>
            </a:r>
            <a:r>
              <a:rPr lang="ar-DZ" sz="4400" b="1" dirty="0" smtClean="0">
                <a:solidFill>
                  <a:srgbClr val="00B050"/>
                </a:solidFill>
                <a:cs typeface="+mj-cs"/>
              </a:rPr>
              <a:t>: </a:t>
            </a:r>
            <a:r>
              <a:rPr lang="ar-DZ" sz="4400" b="1" dirty="0"/>
              <a:t>حَــلِّــلْ  جــيـدا </a:t>
            </a:r>
            <a:endParaRPr lang="fr-FR" sz="4400" b="1" dirty="0" smtClean="0">
              <a:cs typeface="+mj-cs"/>
            </a:endParaRPr>
          </a:p>
          <a:p>
            <a:pPr marL="0" indent="0" algn="ctr" rtl="1">
              <a:lnSpc>
                <a:spcPct val="125000"/>
              </a:lnSpc>
              <a:buNone/>
            </a:pPr>
            <a:r>
              <a:rPr lang="ar-DZ" sz="4400" b="1" u="sng" dirty="0" smtClean="0">
                <a:solidFill>
                  <a:srgbClr val="002060"/>
                </a:solidFill>
                <a:cs typeface="+mj-cs"/>
              </a:rPr>
              <a:t>مــراحــل </a:t>
            </a:r>
            <a:r>
              <a:rPr lang="ar-DZ" sz="4400" b="1" u="sng" dirty="0">
                <a:solidFill>
                  <a:srgbClr val="002060"/>
                </a:solidFill>
                <a:cs typeface="+mj-cs"/>
              </a:rPr>
              <a:t>تــثـبـــيــت نـظـــام الـتــشــغــيــل</a:t>
            </a:r>
            <a:r>
              <a:rPr lang="ar-DZ" sz="4400" b="1" dirty="0">
                <a:cs typeface="+mj-cs"/>
              </a:rPr>
              <a:t>  </a:t>
            </a:r>
            <a:r>
              <a:rPr lang="ar-DZ" sz="4400" b="1" dirty="0" smtClean="0">
                <a:cs typeface="+mj-cs"/>
              </a:rPr>
              <a:t> ( ص 5 )</a:t>
            </a:r>
          </a:p>
          <a:p>
            <a:pPr marL="0" indent="0" algn="ctr" rtl="1">
              <a:lnSpc>
                <a:spcPct val="125000"/>
              </a:lnSpc>
              <a:buNone/>
            </a:pPr>
            <a:r>
              <a:rPr lang="ar-DZ" sz="4400" b="1" dirty="0" smtClean="0">
                <a:cs typeface="+mj-cs"/>
              </a:rPr>
              <a:t> ثــمَ قُـــمْ </a:t>
            </a:r>
            <a:r>
              <a:rPr lang="ar-DZ" sz="4400" b="1" dirty="0" smtClean="0"/>
              <a:t>بــتــطــبــيـــقــهــا</a:t>
            </a:r>
            <a:r>
              <a:rPr lang="ar-DZ" sz="4400" b="1" dirty="0" smtClean="0">
                <a:cs typeface="+mj-cs"/>
              </a:rPr>
              <a:t> بـاســتــغـــلال </a:t>
            </a:r>
          </a:p>
          <a:p>
            <a:pPr marL="0" indent="0" algn="ctr" rtl="1">
              <a:lnSpc>
                <a:spcPct val="125000"/>
              </a:lnSpc>
              <a:buNone/>
            </a:pPr>
            <a:r>
              <a:rPr lang="ar-DZ" sz="4400" b="1" dirty="0" smtClean="0">
                <a:cs typeface="+mj-cs"/>
              </a:rPr>
              <a:t>« بــرمــجــيــة الــمُــحَـــاكَـــاة »</a:t>
            </a:r>
          </a:p>
          <a:p>
            <a:pPr marL="0" indent="0" algn="ctr" rtl="1">
              <a:lnSpc>
                <a:spcPct val="150000"/>
              </a:lnSpc>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spTree>
    <p:extLst>
      <p:ext uri="{BB962C8B-B14F-4D97-AF65-F5344CB8AC3E}">
        <p14:creationId xmlns:p14="http://schemas.microsoft.com/office/powerpoint/2010/main" val="102347131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23"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4" dur="750"/>
                                        <p:tgtEl>
                                          <p:spTgt spid="3">
                                            <p:txEl>
                                              <p:pRg st="2" end="2"/>
                                            </p:txEl>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p:cTn id="27" dur="750" fill="hold"/>
                                        <p:tgtEl>
                                          <p:spTgt spid="3">
                                            <p:txEl>
                                              <p:pRg st="3" end="3"/>
                                            </p:txEl>
                                          </p:spTgt>
                                        </p:tgtEl>
                                        <p:attrNameLst>
                                          <p:attrName>ppt_w</p:attrName>
                                        </p:attrNameLst>
                                      </p:cBhvr>
                                      <p:tavLst>
                                        <p:tav tm="0">
                                          <p:val>
                                            <p:fltVal val="0"/>
                                          </p:val>
                                        </p:tav>
                                        <p:tav tm="100000">
                                          <p:val>
                                            <p:strVal val="#ppt_w"/>
                                          </p:val>
                                        </p:tav>
                                      </p:tavLst>
                                    </p:anim>
                                    <p:anim calcmode="lin" valueType="num">
                                      <p:cBhvr>
                                        <p:cTn id="28" dur="750" fill="hold"/>
                                        <p:tgtEl>
                                          <p:spTgt spid="3">
                                            <p:txEl>
                                              <p:pRg st="3" end="3"/>
                                            </p:txEl>
                                          </p:spTgt>
                                        </p:tgtEl>
                                        <p:attrNameLst>
                                          <p:attrName>ppt_h</p:attrName>
                                        </p:attrNameLst>
                                      </p:cBhvr>
                                      <p:tavLst>
                                        <p:tav tm="0">
                                          <p:val>
                                            <p:fltVal val="0"/>
                                          </p:val>
                                        </p:tav>
                                        <p:tav tm="100000">
                                          <p:val>
                                            <p:strVal val="#ppt_h"/>
                                          </p:val>
                                        </p:tav>
                                      </p:tavLst>
                                    </p:anim>
                                    <p:anim calcmode="lin" valueType="num">
                                      <p:cBhvr>
                                        <p:cTn id="29" dur="75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30" dur="750"/>
                                        <p:tgtEl>
                                          <p:spTgt spid="3">
                                            <p:txEl>
                                              <p:pRg st="3" end="3"/>
                                            </p:txEl>
                                          </p:spTgt>
                                        </p:tgtEl>
                                      </p:cBhvr>
                                    </p:animEffect>
                                  </p:childTnLst>
                                </p:cTn>
                              </p:par>
                              <p:par>
                                <p:cTn id="31" presetID="31" presetClass="entr" presetSubtype="0"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p:cTn id="33" dur="750" fill="hold"/>
                                        <p:tgtEl>
                                          <p:spTgt spid="3">
                                            <p:txEl>
                                              <p:pRg st="4" end="4"/>
                                            </p:txEl>
                                          </p:spTgt>
                                        </p:tgtEl>
                                        <p:attrNameLst>
                                          <p:attrName>ppt_w</p:attrName>
                                        </p:attrNameLst>
                                      </p:cBhvr>
                                      <p:tavLst>
                                        <p:tav tm="0">
                                          <p:val>
                                            <p:fltVal val="0"/>
                                          </p:val>
                                        </p:tav>
                                        <p:tav tm="100000">
                                          <p:val>
                                            <p:strVal val="#ppt_w"/>
                                          </p:val>
                                        </p:tav>
                                      </p:tavLst>
                                    </p:anim>
                                    <p:anim calcmode="lin" valueType="num">
                                      <p:cBhvr>
                                        <p:cTn id="34" dur="750" fill="hold"/>
                                        <p:tgtEl>
                                          <p:spTgt spid="3">
                                            <p:txEl>
                                              <p:pRg st="4" end="4"/>
                                            </p:txEl>
                                          </p:spTgt>
                                        </p:tgtEl>
                                        <p:attrNameLst>
                                          <p:attrName>ppt_h</p:attrName>
                                        </p:attrNameLst>
                                      </p:cBhvr>
                                      <p:tavLst>
                                        <p:tav tm="0">
                                          <p:val>
                                            <p:fltVal val="0"/>
                                          </p:val>
                                        </p:tav>
                                        <p:tav tm="100000">
                                          <p:val>
                                            <p:strVal val="#ppt_h"/>
                                          </p:val>
                                        </p:tav>
                                      </p:tavLst>
                                    </p:anim>
                                    <p:anim calcmode="lin" valueType="num">
                                      <p:cBhvr>
                                        <p:cTn id="35" dur="75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36" dur="750"/>
                                        <p:tgtEl>
                                          <p:spTgt spid="3">
                                            <p:txEl>
                                              <p:pRg st="4" end="4"/>
                                            </p:txEl>
                                          </p:spTgt>
                                        </p:tgtEl>
                                      </p:cBhvr>
                                    </p:animEffect>
                                  </p:childTnLst>
                                </p:cTn>
                              </p:par>
                              <p:par>
                                <p:cTn id="37" presetID="31" presetClass="entr" presetSubtype="0" fill="hold" grpId="0"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 calcmode="lin" valueType="num">
                                      <p:cBhvr>
                                        <p:cTn id="39" dur="750" fill="hold"/>
                                        <p:tgtEl>
                                          <p:spTgt spid="3">
                                            <p:txEl>
                                              <p:pRg st="5" end="5"/>
                                            </p:txEl>
                                          </p:spTgt>
                                        </p:tgtEl>
                                        <p:attrNameLst>
                                          <p:attrName>ppt_w</p:attrName>
                                        </p:attrNameLst>
                                      </p:cBhvr>
                                      <p:tavLst>
                                        <p:tav tm="0">
                                          <p:val>
                                            <p:fltVal val="0"/>
                                          </p:val>
                                        </p:tav>
                                        <p:tav tm="100000">
                                          <p:val>
                                            <p:strVal val="#ppt_w"/>
                                          </p:val>
                                        </p:tav>
                                      </p:tavLst>
                                    </p:anim>
                                    <p:anim calcmode="lin" valueType="num">
                                      <p:cBhvr>
                                        <p:cTn id="40" dur="750" fill="hold"/>
                                        <p:tgtEl>
                                          <p:spTgt spid="3">
                                            <p:txEl>
                                              <p:pRg st="5" end="5"/>
                                            </p:txEl>
                                          </p:spTgt>
                                        </p:tgtEl>
                                        <p:attrNameLst>
                                          <p:attrName>ppt_h</p:attrName>
                                        </p:attrNameLst>
                                      </p:cBhvr>
                                      <p:tavLst>
                                        <p:tav tm="0">
                                          <p:val>
                                            <p:fltVal val="0"/>
                                          </p:val>
                                        </p:tav>
                                        <p:tav tm="100000">
                                          <p:val>
                                            <p:strVal val="#ppt_h"/>
                                          </p:val>
                                        </p:tav>
                                      </p:tavLst>
                                    </p:anim>
                                    <p:anim calcmode="lin" valueType="num">
                                      <p:cBhvr>
                                        <p:cTn id="41" dur="75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42" dur="75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11/10/2024</a:t>
            </a:fld>
            <a:endParaRPr lang="fr-BE" dirty="0"/>
          </a:p>
        </p:txBody>
      </p:sp>
      <p:pic>
        <p:nvPicPr>
          <p:cNvPr id="6" name="Image 5" descr="F:\jml\bb\1. Courses\2017 - 2018\الـمـجــال الـمـفــاهـيـمـي 1  - بــيـئـة الـتـعــامــل مــع الـحــاســوب\الـمــلــفــات الـمــرفــقـــة\مـراحـل تــثـبـــيــت نـظــام الـتـشـغــيـل 2 .jpg"/>
          <p:cNvPicPr/>
          <p:nvPr/>
        </p:nvPicPr>
        <p:blipFill>
          <a:blip r:embed="rId2">
            <a:extLst>
              <a:ext uri="{28A0092B-C50C-407E-A947-70E740481C1C}">
                <a14:useLocalDpi xmlns:a14="http://schemas.microsoft.com/office/drawing/2010/main" val="0"/>
              </a:ext>
            </a:extLst>
          </a:blip>
          <a:srcRect/>
          <a:stretch>
            <a:fillRect/>
          </a:stretch>
        </p:blipFill>
        <p:spPr bwMode="auto">
          <a:xfrm>
            <a:off x="767408" y="189230"/>
            <a:ext cx="10513168" cy="6479540"/>
          </a:xfrm>
          <a:prstGeom prst="rect">
            <a:avLst/>
          </a:prstGeom>
          <a:ln w="381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21727764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dèle par défaut">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èle par défaut">
      <a:majorFont>
        <a:latin typeface="Times New Roman"/>
        <a:ea typeface="SimSun"/>
        <a:cs typeface=""/>
      </a:majorFont>
      <a:minorFont>
        <a:latin typeface="Times New Roman"/>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2400" b="0" i="0" u="none" strike="noStrike" cap="none" normalizeH="0" baseline="0" smtClean="0">
            <a:ln>
              <a:noFill/>
            </a:ln>
            <a:solidFill>
              <a:schemeClr val="bg1"/>
            </a:solidFill>
            <a:effectLst/>
            <a:latin typeface="Times New Roman" pitchFamily="18" charset="0"/>
            <a:ea typeface="SimSun" pitchFamily="2"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2400" b="0" i="0" u="none" strike="noStrike" cap="none" normalizeH="0" baseline="0" smtClean="0">
            <a:ln>
              <a:noFill/>
            </a:ln>
            <a:solidFill>
              <a:schemeClr val="bg1"/>
            </a:solidFill>
            <a:effectLst/>
            <a:latin typeface="Times New Roman" pitchFamily="18" charset="0"/>
            <a:ea typeface="SimSun" pitchFamily="2" charset="-122"/>
          </a:defRPr>
        </a:defPPr>
      </a:lstStyle>
    </a:lnDef>
  </a:objectDefaults>
  <a:extraClrSchemeLst>
    <a:extraClrScheme>
      <a:clrScheme name="Modèle par défau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odèle par défau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odèle par défau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odèle par défau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Foundry</Template>
  <TotalTime>24951</TotalTime>
  <Words>3416</Words>
  <Application>Microsoft Office PowerPoint</Application>
  <PresentationFormat>Grand écran</PresentationFormat>
  <Paragraphs>808</Paragraphs>
  <Slides>121</Slides>
  <Notes>6</Notes>
  <HiddenSlides>0</HiddenSlides>
  <MMClips>0</MMClips>
  <ScaleCrop>false</ScaleCrop>
  <HeadingPairs>
    <vt:vector size="6" baseType="variant">
      <vt:variant>
        <vt:lpstr>Polices utilisées</vt:lpstr>
      </vt:variant>
      <vt:variant>
        <vt:i4>11</vt:i4>
      </vt:variant>
      <vt:variant>
        <vt:lpstr>Thème</vt:lpstr>
      </vt:variant>
      <vt:variant>
        <vt:i4>2</vt:i4>
      </vt:variant>
      <vt:variant>
        <vt:lpstr>Titres des diapositives</vt:lpstr>
      </vt:variant>
      <vt:variant>
        <vt:i4>121</vt:i4>
      </vt:variant>
    </vt:vector>
  </HeadingPairs>
  <TitlesOfParts>
    <vt:vector size="134" baseType="lpstr">
      <vt:lpstr>Arial Unicode MS</vt:lpstr>
      <vt:lpstr>SimSun</vt:lpstr>
      <vt:lpstr>SimSun</vt:lpstr>
      <vt:lpstr>Arial</vt:lpstr>
      <vt:lpstr>Calibri</vt:lpstr>
      <vt:lpstr>Droid Sans Fallback</vt:lpstr>
      <vt:lpstr>FreeSans</vt:lpstr>
      <vt:lpstr>Liberation Serif</vt:lpstr>
      <vt:lpstr>Symbol</vt:lpstr>
      <vt:lpstr>Times New Roman</vt:lpstr>
      <vt:lpstr>Traditional Arabic</vt:lpstr>
      <vt:lpstr>Thème Office</vt:lpstr>
      <vt:lpstr>Modèle par défaut</vt:lpstr>
      <vt:lpstr>Présentation PowerPoint</vt:lpstr>
      <vt:lpstr>Présentation PowerPoint</vt:lpstr>
      <vt:lpstr>الإشــكــالــيــة :</vt:lpstr>
      <vt:lpstr>Présentation PowerPoint</vt:lpstr>
      <vt:lpstr>Présentation PowerPoint</vt:lpstr>
      <vt:lpstr>Présentation PowerPoint</vt:lpstr>
      <vt:lpstr>Présentation PowerPoint</vt:lpstr>
      <vt:lpstr>الإجــابــة :</vt:lpstr>
      <vt:lpstr>الإجــابــة :</vt:lpstr>
      <vt:lpstr>Présentation PowerPoint</vt:lpstr>
      <vt:lpstr>Présentation PowerPoint</vt:lpstr>
      <vt:lpstr>Présentation PowerPoint</vt:lpstr>
      <vt:lpstr>1. تــعــريــف نـظــام الـتـشـغــيــل  OS</vt:lpstr>
      <vt:lpstr>سـؤال : مـا هـي نُـظُـم الـتـشـغــيـل الـمـسـتـعـمـلـة في  الـحـواســيــب؟</vt:lpstr>
      <vt:lpstr>سـؤال : مـا هـي نُـظُـم الـتـشـغــيـل الـمـسـتـعـمـلـة في  الـحـواســيــب؟</vt:lpstr>
      <vt:lpstr>سـؤال : مـا هـي نُـظُـم الـتـشـغــيـل الـخــاصـة بـالـهــواتــف الـذكـيـة ؟</vt:lpstr>
      <vt:lpstr>سـؤال : مـا هـي نُـظُـم الـتـشـغــيـل الـخــاصـة بـالـهــواتــف الـذكـيـة ؟</vt:lpstr>
      <vt:lpstr>سـؤال : مِــمَــا يــتــألــف نِــظَــام الـتـشـغــيـل Windows ؟</vt:lpstr>
      <vt:lpstr>سـؤال : مِــمَــا يــتــألــف نِــظَــام الـتـشـغــيـل Windows ؟</vt:lpstr>
      <vt:lpstr>مــقــارنـة بـيـن خــدمــات Windows والـبــرامـج الـتــطــبــيــقــيــة </vt:lpstr>
      <vt:lpstr>ســؤال : مـا هـي مــهــام نـظـام الـتـشـغــيـل ؟</vt:lpstr>
      <vt:lpstr>ســؤال : مـا هـي مــهــام نـظـام الـتـشـغــيـل ؟</vt:lpstr>
      <vt:lpstr>ســؤال : مـا هـي مــهــام نـظـام الـتـشـغــيـل ؟</vt:lpstr>
      <vt:lpstr>ســؤال : مـا هـي مــهــام نـظـام الـتـشـغــيـل ؟</vt:lpstr>
      <vt:lpstr>ســؤال : مـا هـي مــهــام نـظـام الـتـشـغــيـل ؟</vt:lpstr>
      <vt:lpstr>أتـذكـر </vt:lpstr>
      <vt:lpstr>أتـذكـر </vt:lpstr>
      <vt:lpstr>أتـذكـر </vt:lpstr>
      <vt:lpstr>أتـذكـر </vt:lpstr>
      <vt:lpstr>2. تــثــبــيــت نـظــام الـتـشـغــيــل  Installation OS  :</vt:lpstr>
      <vt:lpstr>نَـشَــاط 5 – الــوحـــدة 2 ( تــابـع ) : الـمــكــونــات الـداخــلــيــة</vt:lpstr>
      <vt:lpstr>ســؤال : أيــن تـكـون مـلـفــات نــظــام الـتـشـغــيـل قـبـل تــثــبــيــتـه ؟</vt:lpstr>
      <vt:lpstr>ســؤال : أيــن تـكـون مـلـفــات نــظــام الـتـشـغــيـل قـبـل تــثــبــيــتـه ؟</vt:lpstr>
      <vt:lpstr>نَـشَــاط 5 – الــوحـــدة 2 ( تــابـع ) : الـمــكــونــات الـداخــلــيــة</vt:lpstr>
      <vt:lpstr>أتـذكـر ( 2. تــثــبــيــت نــظــام الـتـشـغــيـل ) </vt:lpstr>
      <vt:lpstr>أتـذكـر ( 2. تــثــبــيــت نــظــام الـتـشـغــيـل ) </vt:lpstr>
      <vt:lpstr>أتـذكـر ( 2. تــثــبــيــت نــظــام الـتـشـغــيـل ) </vt:lpstr>
      <vt:lpstr>أتـذكـر ( 2. تــثــبــيــت نــظــام الـتـشـغــيـل ) </vt:lpstr>
      <vt:lpstr>ســؤال : تــثــبــيــت الـنـظــام يـتـطــلـب بــرنــامـجــيــن فــمـا هُــمَــا ؟</vt:lpstr>
      <vt:lpstr>ســؤال : تــثــبــيــت الـنـظــام يـتـطــلـب بــرنــامـجــيــن فــمـا هُــمَــا ؟</vt:lpstr>
      <vt:lpstr>ســؤال : تــثــبــيــت الـنـظــام يـتـطــلـب بــرنــامـجــيــن فــمـا هُــمَــا ؟</vt:lpstr>
      <vt:lpstr>أتـذكـر ( 2. تــثــبــيــت نــظــام الـتـشـغــيـل ) </vt:lpstr>
      <vt:lpstr>أتـذكـر ( 2. تــثــبــيــت نــظــام الـتـشـغــيـل  –  تــابــع ) </vt:lpstr>
      <vt:lpstr>3. تــقــســيــم الـقــرص الـصـلــب Partitionnement d’un HDD :</vt:lpstr>
      <vt:lpstr>3. تــقــســيــم الـقــرص الـصـلــب Partitionnement d’un HDD :</vt:lpstr>
      <vt:lpstr>3. تــقــســيــم الـقــرص الـصـلــب Partitionnement d’un HDD :</vt:lpstr>
      <vt:lpstr>أتـذكـر </vt:lpstr>
      <vt:lpstr>أتـذكـر </vt:lpstr>
      <vt:lpstr>3. تــقــســيــم الـقــرص الـصـلــب Partitionnement d’un HDD :</vt:lpstr>
      <vt:lpstr>ســؤال : كـيـف يُـؤَثِـرُ تَــلَـفُ نــظـام الـتـشـغــيـل عـلـى مـلـفـات الـجـهـاز؟</vt:lpstr>
      <vt:lpstr>ســؤال : كـيـف يُـؤَثِـرُ تَــلَـفُ نــظـام الـتـشـغــيـل عـلـى مـلـفـات الـجـهـاز؟</vt:lpstr>
      <vt:lpstr>ســؤال : كـيـف يُـؤَثِـرُ تَــلَـفُ نــظـام الـتـشـغــيـل عـلـى مـلـفـات الـجـهـاز؟</vt:lpstr>
      <vt:lpstr> أتـذكـر : ( نَــشَــاط 4 - مــزَايــا تــقــســـيــم الـقــرص الـصـلــب ) </vt:lpstr>
      <vt:lpstr> أتـذكـر : ( نَــشَــاط 4 - مــزَايــا تــقــســـيــم الـقــرص الـصـلــب ) </vt:lpstr>
      <vt:lpstr> أتـذكـر : ( نَــشَــاط 4 - مــزَايــا تــقــســـيــم الـقــرص الـصـلــب ) </vt:lpstr>
      <vt:lpstr>ســؤال : كـيـف يُـؤَثِـرُ تـقـســيـم الـقـرص الـصـلـب عـلـى تـرتـيـب الـمـلـفـات ؟</vt:lpstr>
      <vt:lpstr>ســؤال : كـيـف يُـؤَثِـرُ تـقـســيـم الـقـرص الـصـلـب عـلـى تـرتـيـب الـمـلـفـات ؟</vt:lpstr>
      <vt:lpstr>ســؤال : كـيـف يُـؤَثِـرُ تـقـســيـم الـقـرص الـصـلـب عـلـى تـرتـيـب الـمـلـفـات ؟</vt:lpstr>
      <vt:lpstr> أتـذكـر : ( نَــشَـاط 4 - مــزَايــا تــقــســيــم الـقــرص الـصـلــب ــ تــابـع ) </vt:lpstr>
      <vt:lpstr> أتـذكـر : ( نَــشَـاط 4 - مــزَايــا تــقــســيــم الـقــرص الـصـلــب ــ تــابـع ) </vt:lpstr>
      <vt:lpstr> أتـذكـر : ( نَــشَـاط 4 - مــزَايــا تــقــســيــم الـقــرص الـصـلــب ــ تــابـع ) </vt:lpstr>
      <vt:lpstr>ســؤال : كـيـف يُـؤَثِـرُ تـثـبـيــت عِــدَّة نُـظُـم تـشـغــيـل فـي نـفـس الـتـجــزئــة ؟</vt:lpstr>
      <vt:lpstr>ســؤال : كـيـف يُـؤَثِـرُ تـثـبـيــت عِــدَّة نُـظُـم تـشـغــيـل فـي نـفـس الـتـجــزئــة ؟</vt:lpstr>
      <vt:lpstr> أتـذكـر : ( نَــشَـاط 4 - مــزَايــا تــقــســيــم الـقــرص الـصـلــب ــ تــابـع ) </vt:lpstr>
      <vt:lpstr> أتـذكـر : ( نَــشَـاط 4 - مــزَايــا تــقــســيــم الـقــرص الـصـلــب ــ تــابـع ) </vt:lpstr>
      <vt:lpstr> أتـذكـر : ( نَــشَـاط 4 - مــزَايــا تــقــســيــم الـقــرص الـصـلــب ــ تــابـع ) </vt:lpstr>
      <vt:lpstr> أتـذكـر : ( نَــشَـاط 4 - مــزَايــا تــقــســيــم الـقــرص الـصـلــب ــ تــابـع ) </vt:lpstr>
      <vt:lpstr>4. تـهــيــئـة الـقــرص الـصـلــب Formatage d’un HDD :</vt:lpstr>
      <vt:lpstr>4. تـهــيــئـة الـقــرص الـصـلــب Formatage d’un HDD :</vt:lpstr>
      <vt:lpstr>4. تـهــيــئـة الـقــرص الـصـلــب Formatage d’un HDD :</vt:lpstr>
      <vt:lpstr>4. تـهــيــئـة الـقــرص الـصـلــب Formatage d’un HDD :</vt:lpstr>
      <vt:lpstr>4. تـهــيــئـة الـقــرص الـصـلــب Formatage d’un HDD :</vt:lpstr>
      <vt:lpstr>سـؤال : هـل نـستـطـيع أن نـتـدخـل في الـعـنـاصـر الـمـاديـة للـقـرص الـصـلب؟</vt:lpstr>
      <vt:lpstr>سـؤال : هـل نـستـطـيع أن نـتـدخـل في الـعـنـاصـر الـمـاديـة للـقـرص الـصـلب؟</vt:lpstr>
      <vt:lpstr>أتـذكـر </vt:lpstr>
      <vt:lpstr>أتـذكـر </vt:lpstr>
      <vt:lpstr>أتـذكـر </vt:lpstr>
      <vt:lpstr>أتـذكـر </vt:lpstr>
      <vt:lpstr>أتـذكـر </vt:lpstr>
      <vt:lpstr>أتـذكـر </vt:lpstr>
      <vt:lpstr>أتـذكـر </vt:lpstr>
      <vt:lpstr>أتـذكـر </vt:lpstr>
      <vt:lpstr>أتـذكـر </vt:lpstr>
      <vt:lpstr>أتـذكـر </vt:lpstr>
      <vt:lpstr>أتـذكـر </vt:lpstr>
      <vt:lpstr>أتـذكـر </vt:lpstr>
      <vt:lpstr>أتـذكـر </vt:lpstr>
      <vt:lpstr>أتـذكـر </vt:lpstr>
      <vt:lpstr>أتـذكـر </vt:lpstr>
      <vt:lpstr>4. تـهــيــئـة الـقــرص الـصـلــب Formatage d’un HDD :</vt:lpstr>
      <vt:lpstr>4. تـهــيــئـة الـقــرص الـصـلــب Formatage d’un HDD :</vt:lpstr>
      <vt:lpstr>س : هـل تـتـدخـل الـشـركـة الـمـنـتـجـة للـقـرص  HDDفي بـرامـج وبـيـانـات؟</vt:lpstr>
      <vt:lpstr>س : هـل تـتـدخـل الـشـركـة الـمـنـتـجـة للـقـرص  HDDفي بـرامـج وبـيـانـات؟</vt:lpstr>
      <vt:lpstr>أتـذكـر </vt:lpstr>
      <vt:lpstr>أتـذكـر </vt:lpstr>
      <vt:lpstr>أتـذكـر </vt:lpstr>
      <vt:lpstr>أتـذكـر </vt:lpstr>
      <vt:lpstr>أتـذكـر </vt:lpstr>
      <vt:lpstr>أتـذكـر </vt:lpstr>
      <vt:lpstr> الــــوضـــعـــــيــــة الإدمـــــــاجــــــيـــــة :</vt:lpstr>
      <vt:lpstr> الــوضــعــــيـــة الإدمــــاجـــيــــة  ــ  تـــابــع</vt:lpstr>
      <vt:lpstr> الــوضــعــــيـــة الإدمــــاجـــيــــة  ــ  تـــابــع</vt:lpstr>
      <vt:lpstr> الــوضــعــــيـــة الإدمــــاجـــيــــة  ــ  تـــابــع</vt:lpstr>
      <vt:lpstr> الــوضــعــــيـــة الإدمــــاجـــيــــة  ــ  تـــابــع</vt:lpstr>
      <vt:lpstr> الــوضــعــــيـــة الإدمــــاجـــيــــة  ــ  تـــابــع</vt:lpstr>
      <vt:lpstr> الــوضــعــــيـــة الإدمــــاجـــيــــة  ــ  تـــابــع</vt:lpstr>
      <vt:lpstr> الــوضــعــــيـــة الإدمــــاجـــيــــة  ــ  تـــابــع</vt:lpstr>
      <vt:lpstr> الــوضــعــــيـــة الإدمــــاجـــيــــة  ــ  تـــابــع</vt:lpstr>
      <vt:lpstr> الــوضــعــــيـــة الإدمــــاجـــيــــة  ــ  تـــابــع</vt:lpstr>
      <vt:lpstr> الــوضــعــــيـــة الإدمــــاجـــيــــة  ــ  تـــابــع</vt:lpstr>
      <vt:lpstr>5. مــراحــل تــثـبـــيــت نـظـــام الـتــشــغــيــل  ( MS Windows 7 ) </vt:lpstr>
      <vt:lpstr>5. مــراحــل تــثـبـــيــت نـظـــام الـتــشــغــيــل  ـــ   تـــابــع</vt:lpstr>
      <vt:lpstr>5. مــراحــل تــثـبـــيــت نـظـــام الـتــشــغــيــل  ـــ   تـــابــع</vt:lpstr>
      <vt:lpstr>5. مــراحــل تــثـبـــيــت نـظـــام الـتــشــغــيــل  ـــ   تـــابــع</vt:lpstr>
      <vt:lpstr>5. مــراحــل تــثـبـــيــت نـظـــام الـتــشــغــيــل  ـــ   تـــابــع</vt:lpstr>
      <vt:lpstr>5. مــراحــل تــثـبـــيــت نـظـــام الـتــشــغــيــل  ـــ   تـــابــع</vt:lpstr>
      <vt:lpstr>5. مــراحــل تــثـبـــيــت نـظـــام الـتــشــغــيــل  ـــ   تـــابــع</vt:lpstr>
      <vt:lpstr>واجــب مـنـزلـي :</vt:lpstr>
      <vt:lpstr>Présentation PowerPoint</vt:lpstr>
      <vt:lpstr>5. مــراحــل تــثـبـــيــت نـظـــام الـتــشــغــيــل  ( MS Windows 7 ) </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Shm</dc:creator>
  <cp:lastModifiedBy>Dual</cp:lastModifiedBy>
  <cp:revision>1150</cp:revision>
  <dcterms:created xsi:type="dcterms:W3CDTF">2015-11-30T21:00:22Z</dcterms:created>
  <dcterms:modified xsi:type="dcterms:W3CDTF">2024-10-11T10:22:28Z</dcterms:modified>
</cp:coreProperties>
</file>